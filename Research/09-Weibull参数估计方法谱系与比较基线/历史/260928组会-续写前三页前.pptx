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7"/>
  </p:notesMasterIdLst>
  <p:sldIdLst>
    <p:sldId id="256" r:id="rId4"/>
    <p:sldId id="258" r:id="rId5"/>
    <p:sldId id="259"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588" autoAdjust="0"/>
  </p:normalViewPr>
  <p:slideViewPr>
    <p:cSldViewPr snapToGrid="0">
      <p:cViewPr varScale="1">
        <p:scale>
          <a:sx n="91" d="100"/>
          <a:sy n="91" d="100"/>
        </p:scale>
        <p:origin x="34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sz="1800"/>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E667C-648B-EBD6-1945-A02638774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257B4-9E4E-90E5-2504-0D4351CA1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7FD3E-487D-FF70-C27D-ED85111C7343}"/>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B84AD138-47CF-13D9-2069-BC6F9E21AB5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183448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2026/9/27</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2026/9/27</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2026/9/27</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dirty="0" err="1">
                <a:ln>
                  <a:noFill/>
                </a:ln>
                <a:solidFill>
                  <a:schemeClr val="tx1"/>
                </a:solidFill>
                <a:latin typeface="汉仪文润宋韵 U"/>
                <a:ea typeface="汉仪文润宋韵 U"/>
                <a:cs typeface="汉仪文润宋韵 U"/>
              </a:rPr>
              <a:t>汇报人：魏鹏宇</a:t>
            </a:r>
            <a:endParaRPr sz="2400" i="0" u="none" cap="none" dirty="0">
              <a:ln>
                <a:noFill/>
              </a:ln>
              <a:solidFill>
                <a:schemeClr val="tx1"/>
              </a:solidFill>
              <a:latin typeface="汉仪文润宋韵 U"/>
              <a:ea typeface="汉仪文润宋韵 U"/>
              <a:cs typeface="汉仪文润宋韵 U"/>
            </a:endParaRP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dirty="0">
                <a:solidFill>
                  <a:schemeClr val="tx1"/>
                </a:solidFill>
                <a:latin typeface="汉仪文润宋韵 U"/>
                <a:ea typeface="汉仪文润宋韵 U"/>
                <a:cs typeface="汉仪文润宋韵 U"/>
              </a:rPr>
              <a:t>2026.09</a:t>
            </a:r>
            <a:r>
              <a:rPr lang="en-US" sz="2000" spc="300" dirty="0">
                <a:solidFill>
                  <a:schemeClr val="tx1"/>
                </a:solidFill>
                <a:latin typeface="汉仪文润宋韵 U"/>
                <a:ea typeface="汉仪文润宋韵 U"/>
                <a:cs typeface="汉仪文润宋韵 U"/>
              </a:rPr>
              <a:t>.28</a:t>
            </a:r>
            <a:endParaRPr sz="2000" spc="300" dirty="0">
              <a:solidFill>
                <a:schemeClr val="tx1"/>
              </a:solidFill>
              <a:latin typeface="汉仪文润宋韵 U"/>
              <a:ea typeface="汉仪文润宋韵 U"/>
              <a:cs typeface="汉仪文润宋韵 U"/>
            </a:endParaRP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08"/>
            <a:ext cx="12975771"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i="0" u="none" cap="none" spc="0" dirty="0">
                <a:ln>
                  <a:noFill/>
                </a:ln>
                <a:solidFill>
                  <a:srgbClr val="FFFFFF"/>
                </a:solidFill>
                <a:latin typeface="汉仪文润宋韵 U"/>
                <a:ea typeface="汉仪文润宋韵 U"/>
                <a:cs typeface="汉仪文润宋韵 U"/>
              </a:rPr>
              <a:t>三参数 </a:t>
            </a:r>
            <a:r>
              <a:rPr lang="en-US" altLang="zh-CN" sz="3600" i="0" u="none" cap="none" spc="0" dirty="0">
                <a:ln>
                  <a:noFill/>
                </a:ln>
                <a:solidFill>
                  <a:srgbClr val="FFFFFF"/>
                </a:solidFill>
                <a:latin typeface="汉仪文润宋韵 U"/>
                <a:ea typeface="汉仪文润宋韵 U"/>
                <a:cs typeface="汉仪文润宋韵 U"/>
              </a:rPr>
              <a:t>Weibull</a:t>
            </a:r>
            <a:r>
              <a:rPr lang="zh-CN" altLang="en-US" sz="3600" i="0" u="none" cap="none" spc="0" dirty="0">
                <a:ln>
                  <a:noFill/>
                </a:ln>
                <a:solidFill>
                  <a:srgbClr val="FFFFFF"/>
                </a:solidFill>
                <a:latin typeface="汉仪文润宋韵 U"/>
                <a:ea typeface="汉仪文润宋韵 U"/>
                <a:cs typeface="汉仪文润宋韵 U"/>
              </a:rPr>
              <a:t>参数估计方法</a:t>
            </a:r>
            <a:endParaRPr lang="en-US" altLang="zh-CN" sz="3600" i="0" u="none" cap="none" spc="0" dirty="0">
              <a:ln>
                <a:noFill/>
              </a:ln>
              <a:solidFill>
                <a:srgbClr val="FFFFFF"/>
              </a:solidFill>
              <a:latin typeface="汉仪文润宋韵 U"/>
              <a:ea typeface="汉仪文润宋韵 U"/>
              <a:cs typeface="汉仪文润宋韵 U"/>
            </a:endParaRPr>
          </a:p>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dirty="0">
                <a:solidFill>
                  <a:srgbClr val="FFFFFF"/>
                </a:solidFill>
                <a:latin typeface="汉仪文润宋韵 U"/>
                <a:ea typeface="汉仪文润宋韵 U"/>
                <a:cs typeface="汉仪文润宋韵 U"/>
              </a:rPr>
              <a:t>的</a:t>
            </a:r>
            <a:r>
              <a:rPr lang="zh-CN" altLang="en-US" sz="3600" dirty="0">
                <a:solidFill>
                  <a:schemeClr val="accent6">
                    <a:lumMod val="20000"/>
                    <a:lumOff val="80000"/>
                  </a:schemeClr>
                </a:solidFill>
                <a:latin typeface="汉仪文润宋韵 U"/>
                <a:ea typeface="汉仪文润宋韵 U"/>
                <a:cs typeface="汉仪文润宋韵 U"/>
              </a:rPr>
              <a:t>比较对象选择</a:t>
            </a:r>
            <a:endParaRPr sz="3600" i="0" u="none" cap="none" spc="0" dirty="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4104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600" b="1" spc="-150">
                <a:solidFill>
                  <a:srgbClr val="FFFFFF"/>
                </a:solidFill>
                <a:latin typeface="汉仪文润宋韵 U"/>
                <a:ea typeface="汉仪文润宋韵 U"/>
                <a:cs typeface="汉仪文润宋韵 U"/>
              </a:rPr>
              <a:t>研究动机与调研问题</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参数估计方法调研</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0922000" cy="2451100"/>
          </a:xfrm>
          <a:prstGeom prst="rect">
            <a:avLst/>
          </a:prstGeom>
          <a:noFill/>
        </p:spPr>
        <p:txBody>
          <a:bodyPr wrap="square" lIns="0" tIns="0" rIns="0" bIns="0">
            <a:noAutofit/>
          </a:bodyPr>
          <a:lstStyle/>
          <a:p>
            <a:pPr>
              <a:lnSpc>
                <a:spcPts val="2500"/>
              </a:lnSpc>
              <a:spcAft>
                <a:spcPts val="1300"/>
              </a:spcAft>
            </a:pPr>
            <a:r>
              <a:rPr lang="zh-CN" altLang="en-US" sz="2000" b="1">
                <a:solidFill>
                  <a:srgbClr val="2F6096"/>
                </a:solidFill>
                <a:latin typeface="Microsoft YaHei" panose="020B0503020204020204" pitchFamily="34" charset="-122"/>
                <a:ea typeface="微软雅黑" panose="020B0503020204020204" pitchFamily="34" charset="-122"/>
              </a:rPr>
              <a:t>调研要回答的问题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1. </a:t>
            </a:r>
            <a:r>
              <a:rPr lang="zh-CN" altLang="en-US" sz="1900">
                <a:solidFill>
                  <a:srgbClr val="000000"/>
                </a:solidFill>
                <a:latin typeface="Microsoft YaHei" panose="020B0503020204020204" pitchFamily="34" charset="-122"/>
                <a:ea typeface="微软雅黑" panose="020B0503020204020204" pitchFamily="34" charset="-122"/>
              </a:rPr>
              <a:t>经典方法有哪些，主要区别是什么？</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2. </a:t>
            </a:r>
            <a:r>
              <a:rPr lang="zh-CN" altLang="en-US" sz="1900">
                <a:solidFill>
                  <a:srgbClr val="000000"/>
                </a:solidFill>
                <a:latin typeface="Microsoft YaHei" panose="020B0503020204020204" pitchFamily="34" charset="-122"/>
                <a:ea typeface="微软雅黑" panose="020B0503020204020204" pitchFamily="34" charset="-122"/>
              </a:rPr>
              <a:t>谁提出、谁改进？改进针对什么问题？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3. </a:t>
            </a:r>
            <a:r>
              <a:rPr lang="zh-CN" altLang="en-US" sz="1900">
                <a:solidFill>
                  <a:srgbClr val="000000"/>
                </a:solidFill>
                <a:latin typeface="Microsoft YaHei" panose="020B0503020204020204" pitchFamily="34" charset="-122"/>
                <a:ea typeface="微软雅黑" panose="020B0503020204020204" pitchFamily="34" charset="-122"/>
              </a:rPr>
              <a:t>近</a:t>
            </a:r>
            <a:r>
              <a:rPr lang="en-US" altLang="zh-CN" sz="1900">
                <a:solidFill>
                  <a:srgbClr val="000000"/>
                </a:solidFill>
                <a:latin typeface="Microsoft YaHei" panose="020B0503020204020204" pitchFamily="34" charset="-122"/>
                <a:ea typeface="微软雅黑" panose="020B0503020204020204" pitchFamily="34" charset="-122"/>
              </a:rPr>
              <a:t>10—20</a:t>
            </a:r>
            <a:r>
              <a:rPr lang="zh-CN" altLang="en-US" sz="1900">
                <a:solidFill>
                  <a:srgbClr val="000000"/>
                </a:solidFill>
                <a:latin typeface="Microsoft YaHei" panose="020B0503020204020204" pitchFamily="34" charset="-122"/>
                <a:ea typeface="微软雅黑" panose="020B0503020204020204" pitchFamily="34" charset="-122"/>
              </a:rPr>
              <a:t>年有哪些值得纳入比较的新方法？</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4. </a:t>
            </a:r>
            <a:r>
              <a:rPr lang="zh-CN" altLang="en-US" sz="1900">
                <a:solidFill>
                  <a:srgbClr val="000000"/>
                </a:solidFill>
                <a:latin typeface="Microsoft YaHei" panose="020B0503020204020204" pitchFamily="34" charset="-122"/>
                <a:ea typeface="微软雅黑" panose="020B0503020204020204" pitchFamily="34" charset="-122"/>
              </a:rPr>
              <a:t>已有研究与谁比较，用什么数据和指标评价？</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5. </a:t>
            </a:r>
            <a:r>
              <a:rPr lang="zh-CN" altLang="en-US" sz="1900">
                <a:solidFill>
                  <a:srgbClr val="000000"/>
                </a:solidFill>
                <a:latin typeface="Microsoft YaHei" panose="020B0503020204020204" pitchFamily="34" charset="-122"/>
                <a:ea typeface="微软雅黑" panose="020B0503020204020204" pitchFamily="34" charset="-122"/>
              </a:rPr>
              <a:t>应选哪些对照、采用哪个版本，如何在论文中引用？</a:t>
            </a:r>
            <a:endParaRPr lang="zh-CN" altLang="zh-CN" sz="1900" dirty="0">
              <a:solidFill>
                <a:srgbClr val="000000"/>
              </a:solidFill>
              <a:latin typeface="Microsoft YaHei"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动机</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验证一种新的参数估计方法，需要明确：</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a:solidFill>
                  <a:srgbClr val="154F8C"/>
                </a:solidFill>
                <a:latin typeface="Microsoft YaHei"/>
              </a:rPr>
              <a:t>与哪些方法比较？为什么选它们？具体采用哪个版本？</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56545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12B01-08BE-DB56-10F4-78D7C7D02B47}"/>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CBE56DF5-145A-6B53-359F-ADBC4F59D006}"/>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dirty="0" err="1">
                <a:solidFill>
                  <a:srgbClr val="FFFFFF"/>
                </a:solidFill>
                <a:latin typeface="汉仪文润宋韵 U"/>
                <a:ea typeface="汉仪文润宋韵 U"/>
                <a:cs typeface="汉仪文润宋韵 U"/>
              </a:rPr>
              <a:t>汇报目录</a:t>
            </a:r>
            <a:endParaRPr sz="2600" b="1" spc="-150" dirty="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9D88230A-CB50-163F-5E9F-B562A2B98778}"/>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rPr>
              <a:t>汇报安排</a:t>
            </a:r>
          </a:p>
        </p:txBody>
      </p:sp>
      <p:sp>
        <p:nvSpPr>
          <p:cNvPr id="3" name="直接连接符 2">
            <a:extLst>
              <a:ext uri="{FF2B5EF4-FFF2-40B4-BE49-F238E27FC236}">
                <a16:creationId xmlns:a16="http://schemas.microsoft.com/office/drawing/2014/main" id="{6571AFF4-5FF5-FEE9-D4C8-9AC71613402B}"/>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B6ABFB9A-D333-EE4F-24FA-C3328E652DB9}"/>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pic>
        <p:nvPicPr>
          <p:cNvPr id="6" name="图片 5">
            <a:extLst>
              <a:ext uri="{FF2B5EF4-FFF2-40B4-BE49-F238E27FC236}">
                <a16:creationId xmlns:a16="http://schemas.microsoft.com/office/drawing/2014/main" id="{ECBD3321-285C-B130-FDEB-5551D7595426}"/>
              </a:ext>
            </a:extLst>
          </p:cNvPr>
          <p:cNvPicPr>
            <a:picLocks noChangeAspect="1"/>
          </p:cNvPicPr>
          <p:nvPr/>
        </p:nvPicPr>
        <p:blipFill>
          <a:blip r:embed="rId3"/>
          <a:srcRect t="3593" b="63612"/>
          <a:stretch>
            <a:fillRect/>
          </a:stretch>
        </p:blipFill>
        <p:spPr>
          <a:xfrm>
            <a:off x="340805" y="1513941"/>
            <a:ext cx="9502478" cy="2642341"/>
          </a:xfrm>
          <a:prstGeom prst="rect">
            <a:avLst/>
          </a:prstGeom>
        </p:spPr>
      </p:pic>
    </p:spTree>
    <p:extLst>
      <p:ext uri="{BB962C8B-B14F-4D97-AF65-F5344CB8AC3E}">
        <p14:creationId xmlns:p14="http://schemas.microsoft.com/office/powerpoint/2010/main" val="295225494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TotalTime>
  <Words>139</Words>
  <Application>Microsoft Office PowerPoint</Application>
  <DocSecurity>0</DocSecurity>
  <PresentationFormat>宽屏</PresentationFormat>
  <Paragraphs>21</Paragraphs>
  <Slides>3</Slides>
  <Notes>3</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3</vt:i4>
      </vt:variant>
    </vt:vector>
  </HeadingPairs>
  <TitlesOfParts>
    <vt:vector size="16" baseType="lpstr">
      <vt:lpstr>等线</vt:lpstr>
      <vt:lpstr>等线 Light</vt:lpstr>
      <vt:lpstr>汉仪粗宋简</vt:lpstr>
      <vt:lpstr>汉仪文润宋韵 U</vt:lpstr>
      <vt:lpstr>Microsoft YaHei</vt:lpstr>
      <vt:lpstr>Microsoft YaHei</vt:lpstr>
      <vt:lpstr>Arial</vt:lpstr>
      <vt:lpstr>Calibri</vt:lpstr>
      <vt:lpstr>Calibri Light</vt:lpstr>
      <vt:lpstr>Times New Roman</vt:lpstr>
      <vt:lpstr>Office 主题​​</vt:lpstr>
      <vt:lpstr>2_自定义设计方案</vt:lpstr>
      <vt:lpstr>3_自定义设计方案</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8</cp:revision>
  <dcterms:created xsi:type="dcterms:W3CDTF">2026-09-06T04:22:26Z</dcterms:created>
  <dcterms:modified xsi:type="dcterms:W3CDTF">2026-09-27T16:27:15Z</dcterms:modified>
</cp:coreProperties>
</file>