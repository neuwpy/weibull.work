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7"/>
  </p:notesMasterIdLst>
  <p:sldIdLst>
    <p:sldId id="256" r:id="rId4"/>
    <p:sldId id="258" r:id="rId5"/>
    <p:sldId id="259"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88"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667C-648B-EBD6-1945-A02638774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257B4-9E4E-90E5-2504-0D4351CA1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7FD3E-487D-FF70-C27D-ED85111C7343}"/>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B84AD138-47CF-13D9-2069-BC6F9E21AB5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183448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汇报目录</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rPr>
              <a:t>汇报安排</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17" name="箭头: 上 41">
            <a:extLst>
              <a:ext uri="{FF2B5EF4-FFF2-40B4-BE49-F238E27FC236}">
                <a16:creationId xmlns:a16="http://schemas.microsoft.com/office/drawing/2014/main" id="{B7D99D2B-6902-FCAE-C981-45D469EC7995}"/>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18" name="矩形: 圆角 17">
            <a:extLst>
              <a:ext uri="{FF2B5EF4-FFF2-40B4-BE49-F238E27FC236}">
                <a16:creationId xmlns:a16="http://schemas.microsoft.com/office/drawing/2014/main" id="{F81CA269-5F8F-ED17-752E-3BD0CD74B446}"/>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9" name="矩形 18">
            <a:extLst>
              <a:ext uri="{FF2B5EF4-FFF2-40B4-BE49-F238E27FC236}">
                <a16:creationId xmlns:a16="http://schemas.microsoft.com/office/drawing/2014/main" id="{597E1F48-D19A-19E5-D794-2D8D72D29AA9}"/>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0" name="文本框 19">
            <a:extLst>
              <a:ext uri="{FF2B5EF4-FFF2-40B4-BE49-F238E27FC236}">
                <a16:creationId xmlns:a16="http://schemas.microsoft.com/office/drawing/2014/main" id="{865CF3A8-F85C-8343-13C3-6FCE6AD905EA}"/>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1F278FEE-3B43-3284-E166-BB9012159180}"/>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22" name="文本框 21">
            <a:extLst>
              <a:ext uri="{FF2B5EF4-FFF2-40B4-BE49-F238E27FC236}">
                <a16:creationId xmlns:a16="http://schemas.microsoft.com/office/drawing/2014/main" id="{30C5053E-EAF0-6A28-EB6D-2628F4235C18}"/>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dirty="0">
                <a:latin typeface="Microsoft YaHei"/>
              </a:rPr>
              <a:t>在需求对一个新的参数估计方法进行验证时，</a:t>
            </a:r>
            <a:endParaRPr lang="zh-CN" altLang="en-US" dirty="0">
              <a:solidFill>
                <a:srgbClr val="000000"/>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123589D7-727A-A89F-D01D-74229B0D36DA}"/>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dirty="0">
                <a:solidFill>
                  <a:srgbClr val="154F8C"/>
                </a:solidFill>
                <a:latin typeface="Microsoft YaHei"/>
              </a:rPr>
              <a:t>应该与哪些方法比较？为什么选用这些方法？采用哪个版本？</a:t>
            </a:r>
            <a:endParaRPr lang="zh-CN" altLang="en-US" dirty="0">
              <a:solidFill>
                <a:srgbClr val="2F5597"/>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3858687"/>
            <a:ext cx="10803506" cy="2543132"/>
          </a:xfrm>
          <a:prstGeom prst="rect">
            <a:avLst/>
          </a:prstGeom>
          <a:noFill/>
        </p:spPr>
        <p:txBody>
          <a:bodyPr wrap="square">
            <a:spAutoFit/>
          </a:bodyPr>
          <a:lstStyle/>
          <a:p>
            <a:pPr>
              <a:lnSpc>
                <a:spcPct val="150000"/>
              </a:lnSpc>
              <a:buNone/>
            </a:pPr>
            <a:r>
              <a:rPr lang="zh-CN" altLang="zh-CN" dirty="0"/>
              <a:t>要回答哪些问题</a:t>
            </a:r>
          </a:p>
          <a:p>
            <a:pPr>
              <a:lnSpc>
                <a:spcPct val="150000"/>
              </a:lnSpc>
              <a:buFont typeface="+mj-lt"/>
              <a:buAutoNum type="arabicPeriod"/>
            </a:pPr>
            <a:r>
              <a:rPr lang="zh-CN" altLang="zh-CN" b="1" dirty="0"/>
              <a:t>经典方法有哪些，彼此差在哪里？</a:t>
            </a:r>
            <a:r>
              <a:rPr lang="zh-CN" altLang="zh-CN" dirty="0"/>
              <a:t> </a:t>
            </a:r>
            <a:endParaRPr lang="en-US" altLang="zh-CN" dirty="0"/>
          </a:p>
          <a:p>
            <a:pPr>
              <a:lnSpc>
                <a:spcPct val="150000"/>
              </a:lnSpc>
              <a:buFont typeface="+mj-lt"/>
              <a:buAutoNum type="arabicPeriod"/>
            </a:pPr>
            <a:r>
              <a:rPr lang="zh-CN" altLang="zh-CN" b="1" dirty="0"/>
              <a:t>这些方法怎样发展而来？</a:t>
            </a:r>
            <a:r>
              <a:rPr lang="zh-CN" altLang="zh-CN" dirty="0"/>
              <a:t> </a:t>
            </a:r>
            <a:endParaRPr lang="en-US" altLang="zh-CN" dirty="0"/>
          </a:p>
          <a:p>
            <a:pPr>
              <a:lnSpc>
                <a:spcPct val="150000"/>
              </a:lnSpc>
              <a:buFont typeface="+mj-lt"/>
              <a:buAutoNum type="arabicPeriod"/>
            </a:pPr>
            <a:r>
              <a:rPr lang="zh-CN" altLang="zh-CN" b="1" dirty="0"/>
              <a:t>近10—20年有哪些值得比较的方法？</a:t>
            </a:r>
            <a:r>
              <a:rPr lang="zh-CN" altLang="zh-CN" dirty="0"/>
              <a:t> </a:t>
            </a:r>
          </a:p>
          <a:p>
            <a:pPr>
              <a:lnSpc>
                <a:spcPct val="150000"/>
              </a:lnSpc>
              <a:buFont typeface="+mj-lt"/>
              <a:buAutoNum type="arabicPeriod"/>
            </a:pPr>
            <a:r>
              <a:rPr lang="zh-CN" altLang="zh-CN" b="1" dirty="0"/>
              <a:t>提出方法时，原作者与谁比较、怎样比较？</a:t>
            </a:r>
            <a:endParaRPr lang="zh-CN" altLang="zh-CN" dirty="0"/>
          </a:p>
          <a:p>
            <a:pPr>
              <a:lnSpc>
                <a:spcPct val="150000"/>
              </a:lnSpc>
              <a:buFont typeface="+mj-lt"/>
              <a:buAutoNum type="arabicPeriod"/>
            </a:pPr>
            <a:r>
              <a:rPr lang="zh-CN" altLang="zh-CN" b="1" dirty="0"/>
              <a:t>如何落实为论文的对照方案和引用</a:t>
            </a:r>
            <a:r>
              <a:rPr lang="zh-CN" altLang="en-US" b="1" dirty="0"/>
              <a:t>？</a:t>
            </a:r>
            <a:endParaRPr lang="zh-CN" altLang="zh-CN" dirty="0"/>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12B01-08BE-DB56-10F4-78D7C7D02B47}"/>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BE56DF5-145A-6B53-359F-ADBC4F59D006}"/>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dirty="0" err="1">
                <a:solidFill>
                  <a:srgbClr val="FFFFFF"/>
                </a:solidFill>
                <a:latin typeface="汉仪文润宋韵 U"/>
                <a:ea typeface="汉仪文润宋韵 U"/>
                <a:cs typeface="汉仪文润宋韵 U"/>
              </a:rPr>
              <a:t>汇报目录</a:t>
            </a:r>
            <a:endParaRPr sz="2600" b="1" spc="-150" dirty="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9D88230A-CB50-163F-5E9F-B562A2B98778}"/>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rPr>
              <a:t>汇报安排</a:t>
            </a:r>
          </a:p>
        </p:txBody>
      </p:sp>
      <p:sp>
        <p:nvSpPr>
          <p:cNvPr id="3" name="直接连接符 2">
            <a:extLst>
              <a:ext uri="{FF2B5EF4-FFF2-40B4-BE49-F238E27FC236}">
                <a16:creationId xmlns:a16="http://schemas.microsoft.com/office/drawing/2014/main" id="{6571AFF4-5FF5-FEE9-D4C8-9AC71613402B}"/>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B6ABFB9A-D333-EE4F-24FA-C3328E652DB9}"/>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pic>
        <p:nvPicPr>
          <p:cNvPr id="6" name="图片 5">
            <a:extLst>
              <a:ext uri="{FF2B5EF4-FFF2-40B4-BE49-F238E27FC236}">
                <a16:creationId xmlns:a16="http://schemas.microsoft.com/office/drawing/2014/main" id="{ECBD3321-285C-B130-FDEB-5551D7595426}"/>
              </a:ext>
            </a:extLst>
          </p:cNvPr>
          <p:cNvPicPr>
            <a:picLocks noChangeAspect="1"/>
          </p:cNvPicPr>
          <p:nvPr/>
        </p:nvPicPr>
        <p:blipFill>
          <a:blip r:embed="rId3"/>
          <a:srcRect t="3593" b="63612"/>
          <a:stretch>
            <a:fillRect/>
          </a:stretch>
        </p:blipFill>
        <p:spPr>
          <a:xfrm>
            <a:off x="340805" y="1513941"/>
            <a:ext cx="9502478" cy="2642341"/>
          </a:xfrm>
          <a:prstGeom prst="rect">
            <a:avLst/>
          </a:prstGeom>
        </p:spPr>
      </p:pic>
    </p:spTree>
    <p:extLst>
      <p:ext uri="{BB962C8B-B14F-4D97-AF65-F5344CB8AC3E}">
        <p14:creationId xmlns:p14="http://schemas.microsoft.com/office/powerpoint/2010/main" val="29522549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114</Words>
  <Application>Microsoft Office PowerPoint</Application>
  <DocSecurity>0</DocSecurity>
  <PresentationFormat>宽屏</PresentationFormat>
  <Paragraphs>21</Paragraphs>
  <Slides>3</Slides>
  <Notes>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vt:i4>
      </vt:variant>
    </vt:vector>
  </HeadingPairs>
  <TitlesOfParts>
    <vt:vector size="16"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5</cp:revision>
  <dcterms:created xsi:type="dcterms:W3CDTF">2026-09-06T04:22:26Z</dcterms:created>
  <dcterms:modified xsi:type="dcterms:W3CDTF">2026-09-27T16:22:39Z</dcterms:modified>
</cp:coreProperties>
</file>