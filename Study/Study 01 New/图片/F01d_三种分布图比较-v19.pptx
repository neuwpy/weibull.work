
<file path=[Content_Types].xml><?xml version="1.0" encoding="utf-8"?>
<Types xmlns="http://schemas.openxmlformats.org/package/2006/content-types">
  <Default Extension="bin" ContentType="application/vnd.openxmlformats-officedocument.oleObject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0668000" cy="5715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53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图样式比较。数据与v18完全一致，每组30个位置估计，含δ=0的10个下界解。小提琴和云雨轮廓使用非零解高斯KDE，下界0反射修正，两组相同带宽150及相同密度缩放，分母为全部30例；下界原子质量仅以原始点表示。云雨箱线显示最小/最大、四分位范围和中位数。点的横坐标为原始估计值，纵向堆叠避免遮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图样式比较。数据与v18完全一致，每组30个位置估计，含δ=0的10个下界解。小提琴和云雨轮廓使用非零解高斯KDE，下界0反射修正，两组相同带宽150及相同密度缩放，分母为全部30例；下界原子质量仅以原始点表示。云雨箱线显示最小/最大、四分位范围和中位数。点的横坐标为原始估计值，纵向堆叠避免遮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图样式比较。数据与v18完全一致，每组30个位置估计，含δ=0的10个下界解。小提琴和云雨轮廓使用非零解高斯KDE，下界0反射修正，两组相同带宽150及相同密度缩放，分母为全部30例；下界原子质量仅以原始点表示。云雨箱线显示最小/最大、四分位范围和中位数。点的横坐标为原始估计值，纵向堆叠避免遮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comparison.boundary">
            <a:extLst>
              <a:ext uri="{FF2B5EF4-FFF2-40B4-BE49-F238E27FC236}">
                <a16:creationId xmlns:a16="http://schemas.microsoft.com/office/drawing/2014/main" id="{2FF51AF6-B376-F626-2FD5-7621BE49090B}"/>
              </a:ext>
            </a:extLst>
          </p:cNvPr>
          <p:cNvSpPr>
            <a:spLocks noGrp="1"/>
          </p:cNvSpPr>
          <p:nvPr/>
        </p:nvSpPr>
        <p:spPr>
          <a:xfrm>
            <a:off x="285750" y="285750"/>
            <a:ext cx="10096500" cy="4953000"/>
          </a:xfrm>
          <a:prstGeom prst="rect">
            <a:avLst/>
          </a:prstGeom>
          <a:noFill/>
          <a:ln w="12383">
            <a:solidFill>
              <a:srgbClr val="9FBAA5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comparison.header">
            <a:extLst>
              <a:ext uri="{FF2B5EF4-FFF2-40B4-BE49-F238E27FC236}">
                <a16:creationId xmlns:a16="http://schemas.microsoft.com/office/drawing/2014/main" id="{6A40250A-A52E-6AF7-C68F-C4E1DD37EDBC}"/>
              </a:ext>
            </a:extLst>
          </p:cNvPr>
          <p:cNvSpPr>
            <a:spLocks noGrp="1"/>
          </p:cNvSpPr>
          <p:nvPr/>
        </p:nvSpPr>
        <p:spPr>
          <a:xfrm>
            <a:off x="285750" y="285750"/>
            <a:ext cx="10096500" cy="400050"/>
          </a:xfrm>
          <a:prstGeom prst="rect">
            <a:avLst/>
          </a:prstGeom>
          <a:solidFill>
            <a:srgbClr val="EAF1D8"/>
          </a:solidFill>
          <a:ln w="9525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comparison.title">
            <a:extLst>
              <a:ext uri="{FF2B5EF4-FFF2-40B4-BE49-F238E27FC236}">
                <a16:creationId xmlns:a16="http://schemas.microsoft.com/office/drawing/2014/main" id="{73C109DA-15B3-7B28-BD0F-DA4963EB84AF}"/>
              </a:ext>
            </a:extLst>
          </p:cNvPr>
          <p:cNvSpPr>
            <a:spLocks noGrp="1"/>
          </p:cNvSpPr>
          <p:nvPr/>
        </p:nvSpPr>
        <p:spPr>
          <a:xfrm>
            <a:off x="381000" y="304800"/>
            <a:ext cx="9906000" cy="3619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00" b="1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修改后的图</a:t>
            </a:r>
            <a:r>
              <a:rPr lang="en-US" altLang="zh-CN"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d</a:t>
            </a:r>
            <a:endParaRPr sz="1800" b="1" dirty="0">
              <a:solidFill>
                <a:srgbClr val="263238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92" name="MathType.comparison0">
            <a:extLst>
              <a:ext uri="{FF2B5EF4-FFF2-40B4-BE49-F238E27FC236}">
                <a16:creationId xmlns:a16="http://schemas.microsoft.com/office/drawing/2014/main" id="{22ED0F46-1B4F-9485-D423-61A2260B90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7864689"/>
              </p:ext>
            </p:extLst>
          </p:nvPr>
        </p:nvGraphicFramePr>
        <p:xfrm>
          <a:off x="640945" y="1673362"/>
          <a:ext cx="64452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68280" imgH="177480" progId="Equation.DSMT4">
                  <p:embed/>
                </p:oleObj>
              </mc:Choice>
              <mc:Fallback>
                <p:oleObj name="Equation" r:id="rId3" imgW="368280" imgH="177480" progId="Equation.DSMT4">
                  <p:embed/>
                  <p:pic>
                    <p:nvPicPr>
                      <p:cNvPr id="391" name="MathType.comparison0">
                        <a:extLst>
                          <a:ext uri="{FF2B5EF4-FFF2-40B4-BE49-F238E27FC236}">
                            <a16:creationId xmlns:a16="http://schemas.microsoft.com/office/drawing/2014/main" id="{5FF8A4B7-710A-00C6-DBB2-76D9ECAA71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0945" y="1673362"/>
                        <a:ext cx="644525" cy="311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" name="MathType.comparison01">
            <a:extLst>
              <a:ext uri="{FF2B5EF4-FFF2-40B4-BE49-F238E27FC236}">
                <a16:creationId xmlns:a16="http://schemas.microsoft.com/office/drawing/2014/main" id="{02CBA1EB-8703-D381-E3CE-5377FC48B9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9265592"/>
              </p:ext>
            </p:extLst>
          </p:nvPr>
        </p:nvGraphicFramePr>
        <p:xfrm>
          <a:off x="609606" y="3772444"/>
          <a:ext cx="82232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69800" imgH="177480" progId="Equation.DSMT4">
                  <p:embed/>
                </p:oleObj>
              </mc:Choice>
              <mc:Fallback>
                <p:oleObj name="Equation" r:id="rId5" imgW="469800" imgH="177480" progId="Equation.DSMT4">
                  <p:embed/>
                  <p:pic>
                    <p:nvPicPr>
                      <p:cNvPr id="392" name="MathType.comparison01">
                        <a:extLst>
                          <a:ext uri="{FF2B5EF4-FFF2-40B4-BE49-F238E27FC236}">
                            <a16:creationId xmlns:a16="http://schemas.microsoft.com/office/drawing/2014/main" id="{6F55F42C-8ECF-D394-CC40-7821661724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9606" y="3772444"/>
                        <a:ext cx="822325" cy="311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" name="椭圆 94">
            <a:extLst>
              <a:ext uri="{FF2B5EF4-FFF2-40B4-BE49-F238E27FC236}">
                <a16:creationId xmlns:a16="http://schemas.microsoft.com/office/drawing/2014/main" id="{39C86C19-A6AC-4103-6BE1-42E5F73C15D7}"/>
              </a:ext>
            </a:extLst>
          </p:cNvPr>
          <p:cNvSpPr/>
          <p:nvPr/>
        </p:nvSpPr>
        <p:spPr>
          <a:xfrm>
            <a:off x="1771293" y="882423"/>
            <a:ext cx="2013492" cy="19073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A144EA40-A6AF-3072-CC2B-DB460CF35045}"/>
              </a:ext>
            </a:extLst>
          </p:cNvPr>
          <p:cNvSpPr/>
          <p:nvPr/>
        </p:nvSpPr>
        <p:spPr>
          <a:xfrm>
            <a:off x="1771293" y="2974340"/>
            <a:ext cx="2013492" cy="19073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5B78B2BC-773D-FA9F-1171-272B67D5E0E1}"/>
              </a:ext>
            </a:extLst>
          </p:cNvPr>
          <p:cNvSpPr/>
          <p:nvPr/>
        </p:nvSpPr>
        <p:spPr>
          <a:xfrm>
            <a:off x="4336869" y="982232"/>
            <a:ext cx="5791200" cy="38994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comparison.table-0-0">
            <a:extLst>
              <a:ext uri="{FF2B5EF4-FFF2-40B4-BE49-F238E27FC236}">
                <a16:creationId xmlns:a16="http://schemas.microsoft.com/office/drawing/2014/main" id="{EFAA9D73-F82A-97EA-D6E1-BE8C91E5230A}"/>
              </a:ext>
            </a:extLst>
          </p:cNvPr>
          <p:cNvSpPr>
            <a:spLocks noGrp="1"/>
          </p:cNvSpPr>
          <p:nvPr/>
        </p:nvSpPr>
        <p:spPr>
          <a:xfrm>
            <a:off x="4595949" y="4967321"/>
            <a:ext cx="13335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725" b="0" dirty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α</a:t>
            </a:r>
            <a:endParaRPr sz="1725" b="0" dirty="0">
              <a:solidFill>
                <a:srgbClr val="82878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1" name="comparison.table-0-0">
            <a:extLst>
              <a:ext uri="{FF2B5EF4-FFF2-40B4-BE49-F238E27FC236}">
                <a16:creationId xmlns:a16="http://schemas.microsoft.com/office/drawing/2014/main" id="{10EEBDF0-EC85-2E6F-30E8-3C8E931D2F06}"/>
              </a:ext>
            </a:extLst>
          </p:cNvPr>
          <p:cNvSpPr>
            <a:spLocks noGrp="1"/>
          </p:cNvSpPr>
          <p:nvPr/>
        </p:nvSpPr>
        <p:spPr>
          <a:xfrm>
            <a:off x="8770620" y="4902518"/>
            <a:ext cx="13335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725" b="0" dirty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γ</a:t>
            </a:r>
            <a:endParaRPr sz="1725" b="0" dirty="0">
              <a:solidFill>
                <a:srgbClr val="82878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2" name="comparison.table-0-0">
            <a:extLst>
              <a:ext uri="{FF2B5EF4-FFF2-40B4-BE49-F238E27FC236}">
                <a16:creationId xmlns:a16="http://schemas.microsoft.com/office/drawing/2014/main" id="{8410823E-FF5B-235C-CB15-EDA0AA575061}"/>
              </a:ext>
            </a:extLst>
          </p:cNvPr>
          <p:cNvSpPr>
            <a:spLocks noGrp="1"/>
          </p:cNvSpPr>
          <p:nvPr/>
        </p:nvSpPr>
        <p:spPr>
          <a:xfrm>
            <a:off x="6694170" y="4926874"/>
            <a:ext cx="13335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725" b="0" dirty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β</a:t>
            </a:r>
            <a:endParaRPr sz="1725" b="0" dirty="0">
              <a:solidFill>
                <a:srgbClr val="82878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3" name="comparison.table-0-0">
            <a:extLst>
              <a:ext uri="{FF2B5EF4-FFF2-40B4-BE49-F238E27FC236}">
                <a16:creationId xmlns:a16="http://schemas.microsoft.com/office/drawing/2014/main" id="{C53353E1-6B44-2E17-864A-5F09E16DD153}"/>
              </a:ext>
            </a:extLst>
          </p:cNvPr>
          <p:cNvSpPr>
            <a:spLocks noGrp="1"/>
          </p:cNvSpPr>
          <p:nvPr/>
        </p:nvSpPr>
        <p:spPr>
          <a:xfrm>
            <a:off x="9600834" y="2495550"/>
            <a:ext cx="13335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725" b="0" dirty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RMSE</a:t>
            </a:r>
            <a:endParaRPr sz="1725" b="0" dirty="0">
              <a:solidFill>
                <a:srgbClr val="82878C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492871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aincloud.density-0">
            <a:extLst>
              <a:ext uri="{FF2B5EF4-FFF2-40B4-BE49-F238E27FC236}">
                <a16:creationId xmlns:a16="http://schemas.microsoft.com/office/drawing/2014/main" id="{F1A38B45-EEF6-4B04-B38D-A7CF0C9B1B88}"/>
              </a:ext>
            </a:extLst>
          </p:cNvPr>
          <p:cNvSpPr>
            <a:spLocks noGrp="1"/>
          </p:cNvSpPr>
          <p:nvPr/>
        </p:nvSpPr>
        <p:spPr>
          <a:xfrm>
            <a:off x="2113429" y="1299505"/>
            <a:ext cx="7237981" cy="243545"/>
          </a:xfrm>
          <a:custGeom>
            <a:avLst/>
            <a:gdLst/>
            <a:ahLst/>
            <a:cxnLst/>
            <a:rect l="0" t="0" r="0" b="0"/>
            <a:pathLst>
              <a:path w="7237981" h="243545">
                <a:moveTo>
                  <a:pt x="0" y="241722"/>
                </a:moveTo>
                <a:lnTo>
                  <a:pt x="20680" y="241717"/>
                </a:lnTo>
                <a:lnTo>
                  <a:pt x="41360" y="241699"/>
                </a:lnTo>
                <a:lnTo>
                  <a:pt x="62040" y="241670"/>
                </a:lnTo>
                <a:lnTo>
                  <a:pt x="82720" y="241629"/>
                </a:lnTo>
                <a:lnTo>
                  <a:pt x="103400" y="241576"/>
                </a:lnTo>
                <a:lnTo>
                  <a:pt x="124080" y="241511"/>
                </a:lnTo>
                <a:lnTo>
                  <a:pt x="144760" y="241433"/>
                </a:lnTo>
                <a:lnTo>
                  <a:pt x="165440" y="241344"/>
                </a:lnTo>
                <a:lnTo>
                  <a:pt x="186120" y="241242"/>
                </a:lnTo>
                <a:lnTo>
                  <a:pt x="206799" y="241128"/>
                </a:lnTo>
                <a:lnTo>
                  <a:pt x="227479" y="241001"/>
                </a:lnTo>
                <a:lnTo>
                  <a:pt x="248159" y="240862"/>
                </a:lnTo>
                <a:lnTo>
                  <a:pt x="268839" y="240709"/>
                </a:lnTo>
                <a:lnTo>
                  <a:pt x="289519" y="240543"/>
                </a:lnTo>
                <a:lnTo>
                  <a:pt x="310199" y="240363"/>
                </a:lnTo>
                <a:lnTo>
                  <a:pt x="330879" y="240170"/>
                </a:lnTo>
                <a:lnTo>
                  <a:pt x="351559" y="239962"/>
                </a:lnTo>
                <a:lnTo>
                  <a:pt x="372239" y="239741"/>
                </a:lnTo>
                <a:lnTo>
                  <a:pt x="392919" y="239505"/>
                </a:lnTo>
                <a:lnTo>
                  <a:pt x="413599" y="239255"/>
                </a:lnTo>
                <a:lnTo>
                  <a:pt x="434279" y="238989"/>
                </a:lnTo>
                <a:lnTo>
                  <a:pt x="454959" y="238709"/>
                </a:lnTo>
                <a:lnTo>
                  <a:pt x="475639" y="238413"/>
                </a:lnTo>
                <a:lnTo>
                  <a:pt x="496319" y="238102"/>
                </a:lnTo>
                <a:lnTo>
                  <a:pt x="516999" y="237776"/>
                </a:lnTo>
                <a:lnTo>
                  <a:pt x="537679" y="237434"/>
                </a:lnTo>
                <a:lnTo>
                  <a:pt x="558359" y="237076"/>
                </a:lnTo>
                <a:lnTo>
                  <a:pt x="579039" y="236702"/>
                </a:lnTo>
                <a:lnTo>
                  <a:pt x="599718" y="236312"/>
                </a:lnTo>
                <a:lnTo>
                  <a:pt x="620398" y="235907"/>
                </a:lnTo>
                <a:lnTo>
                  <a:pt x="641078" y="235485"/>
                </a:lnTo>
                <a:lnTo>
                  <a:pt x="661758" y="235047"/>
                </a:lnTo>
                <a:lnTo>
                  <a:pt x="682438" y="234593"/>
                </a:lnTo>
                <a:lnTo>
                  <a:pt x="703118" y="234124"/>
                </a:lnTo>
                <a:lnTo>
                  <a:pt x="723798" y="233639"/>
                </a:lnTo>
                <a:lnTo>
                  <a:pt x="744478" y="233138"/>
                </a:lnTo>
                <a:lnTo>
                  <a:pt x="765158" y="232622"/>
                </a:lnTo>
                <a:lnTo>
                  <a:pt x="785838" y="232090"/>
                </a:lnTo>
                <a:lnTo>
                  <a:pt x="806518" y="231544"/>
                </a:lnTo>
                <a:lnTo>
                  <a:pt x="827198" y="230984"/>
                </a:lnTo>
                <a:lnTo>
                  <a:pt x="847878" y="230409"/>
                </a:lnTo>
                <a:lnTo>
                  <a:pt x="868558" y="229820"/>
                </a:lnTo>
                <a:lnTo>
                  <a:pt x="889238" y="229218"/>
                </a:lnTo>
                <a:lnTo>
                  <a:pt x="909918" y="228603"/>
                </a:lnTo>
                <a:lnTo>
                  <a:pt x="930598" y="227976"/>
                </a:lnTo>
                <a:lnTo>
                  <a:pt x="951278" y="227337"/>
                </a:lnTo>
                <a:lnTo>
                  <a:pt x="971957" y="226686"/>
                </a:lnTo>
                <a:lnTo>
                  <a:pt x="992637" y="226025"/>
                </a:lnTo>
                <a:lnTo>
                  <a:pt x="1013317" y="225353"/>
                </a:lnTo>
                <a:lnTo>
                  <a:pt x="1033997" y="224673"/>
                </a:lnTo>
                <a:lnTo>
                  <a:pt x="1054677" y="223983"/>
                </a:lnTo>
                <a:lnTo>
                  <a:pt x="1075357" y="223285"/>
                </a:lnTo>
                <a:lnTo>
                  <a:pt x="1096037" y="222580"/>
                </a:lnTo>
                <a:lnTo>
                  <a:pt x="1116717" y="221867"/>
                </a:lnTo>
                <a:lnTo>
                  <a:pt x="1137397" y="221149"/>
                </a:lnTo>
                <a:lnTo>
                  <a:pt x="1158077" y="220426"/>
                </a:lnTo>
                <a:lnTo>
                  <a:pt x="1178757" y="219697"/>
                </a:lnTo>
                <a:lnTo>
                  <a:pt x="1199437" y="218965"/>
                </a:lnTo>
                <a:lnTo>
                  <a:pt x="1220117" y="218229"/>
                </a:lnTo>
                <a:lnTo>
                  <a:pt x="1240797" y="217491"/>
                </a:lnTo>
                <a:lnTo>
                  <a:pt x="1261477" y="216751"/>
                </a:lnTo>
                <a:lnTo>
                  <a:pt x="1282157" y="216010"/>
                </a:lnTo>
                <a:lnTo>
                  <a:pt x="1302837" y="215268"/>
                </a:lnTo>
                <a:lnTo>
                  <a:pt x="1323517" y="214526"/>
                </a:lnTo>
                <a:lnTo>
                  <a:pt x="1344197" y="213785"/>
                </a:lnTo>
                <a:lnTo>
                  <a:pt x="1364876" y="213045"/>
                </a:lnTo>
                <a:lnTo>
                  <a:pt x="1385556" y="212306"/>
                </a:lnTo>
                <a:lnTo>
                  <a:pt x="1406236" y="211570"/>
                </a:lnTo>
                <a:lnTo>
                  <a:pt x="1426916" y="210836"/>
                </a:lnTo>
                <a:lnTo>
                  <a:pt x="1447596" y="210105"/>
                </a:lnTo>
                <a:lnTo>
                  <a:pt x="1468276" y="209377"/>
                </a:lnTo>
                <a:lnTo>
                  <a:pt x="1488956" y="208653"/>
                </a:lnTo>
                <a:lnTo>
                  <a:pt x="1509636" y="207933"/>
                </a:lnTo>
                <a:lnTo>
                  <a:pt x="1530316" y="207217"/>
                </a:lnTo>
                <a:lnTo>
                  <a:pt x="1550996" y="206505"/>
                </a:lnTo>
                <a:lnTo>
                  <a:pt x="1571676" y="205798"/>
                </a:lnTo>
                <a:lnTo>
                  <a:pt x="1592356" y="205096"/>
                </a:lnTo>
                <a:lnTo>
                  <a:pt x="1613036" y="204398"/>
                </a:lnTo>
                <a:lnTo>
                  <a:pt x="1633716" y="203704"/>
                </a:lnTo>
                <a:lnTo>
                  <a:pt x="1654396" y="203016"/>
                </a:lnTo>
                <a:lnTo>
                  <a:pt x="1675076" y="202331"/>
                </a:lnTo>
                <a:lnTo>
                  <a:pt x="1695756" y="201652"/>
                </a:lnTo>
                <a:lnTo>
                  <a:pt x="1716436" y="200976"/>
                </a:lnTo>
                <a:lnTo>
                  <a:pt x="1737116" y="200305"/>
                </a:lnTo>
                <a:lnTo>
                  <a:pt x="1757795" y="199638"/>
                </a:lnTo>
                <a:lnTo>
                  <a:pt x="1778475" y="198974"/>
                </a:lnTo>
                <a:lnTo>
                  <a:pt x="1799155" y="198315"/>
                </a:lnTo>
                <a:lnTo>
                  <a:pt x="1819835" y="197658"/>
                </a:lnTo>
                <a:lnTo>
                  <a:pt x="1840515" y="197005"/>
                </a:lnTo>
                <a:lnTo>
                  <a:pt x="1861195" y="196354"/>
                </a:lnTo>
                <a:lnTo>
                  <a:pt x="1881875" y="195706"/>
                </a:lnTo>
                <a:lnTo>
                  <a:pt x="1902555" y="195060"/>
                </a:lnTo>
                <a:lnTo>
                  <a:pt x="1923235" y="194416"/>
                </a:lnTo>
                <a:lnTo>
                  <a:pt x="1943915" y="193774"/>
                </a:lnTo>
                <a:lnTo>
                  <a:pt x="1964595" y="193133"/>
                </a:lnTo>
                <a:lnTo>
                  <a:pt x="1985275" y="192493"/>
                </a:lnTo>
                <a:lnTo>
                  <a:pt x="2005955" y="191855"/>
                </a:lnTo>
                <a:lnTo>
                  <a:pt x="2026635" y="191217"/>
                </a:lnTo>
                <a:lnTo>
                  <a:pt x="2047315" y="190579"/>
                </a:lnTo>
                <a:lnTo>
                  <a:pt x="2067995" y="189942"/>
                </a:lnTo>
                <a:lnTo>
                  <a:pt x="2088675" y="189305"/>
                </a:lnTo>
                <a:lnTo>
                  <a:pt x="2109355" y="188668"/>
                </a:lnTo>
                <a:lnTo>
                  <a:pt x="2130034" y="188031"/>
                </a:lnTo>
                <a:lnTo>
                  <a:pt x="2150714" y="187393"/>
                </a:lnTo>
                <a:lnTo>
                  <a:pt x="2171394" y="186756"/>
                </a:lnTo>
                <a:lnTo>
                  <a:pt x="2192074" y="186118"/>
                </a:lnTo>
                <a:lnTo>
                  <a:pt x="2212754" y="185479"/>
                </a:lnTo>
                <a:lnTo>
                  <a:pt x="2233434" y="184841"/>
                </a:lnTo>
                <a:lnTo>
                  <a:pt x="2254114" y="184202"/>
                </a:lnTo>
                <a:lnTo>
                  <a:pt x="2274794" y="183562"/>
                </a:lnTo>
                <a:lnTo>
                  <a:pt x="2295474" y="182923"/>
                </a:lnTo>
                <a:lnTo>
                  <a:pt x="2316154" y="182283"/>
                </a:lnTo>
                <a:lnTo>
                  <a:pt x="2336834" y="181643"/>
                </a:lnTo>
                <a:lnTo>
                  <a:pt x="2357514" y="181003"/>
                </a:lnTo>
                <a:lnTo>
                  <a:pt x="2378194" y="180363"/>
                </a:lnTo>
                <a:lnTo>
                  <a:pt x="2398874" y="179723"/>
                </a:lnTo>
                <a:lnTo>
                  <a:pt x="2419554" y="179084"/>
                </a:lnTo>
                <a:lnTo>
                  <a:pt x="2440234" y="178444"/>
                </a:lnTo>
                <a:lnTo>
                  <a:pt x="2460914" y="177805"/>
                </a:lnTo>
                <a:lnTo>
                  <a:pt x="2481594" y="177167"/>
                </a:lnTo>
                <a:lnTo>
                  <a:pt x="2502274" y="176528"/>
                </a:lnTo>
                <a:lnTo>
                  <a:pt x="2522953" y="175890"/>
                </a:lnTo>
                <a:lnTo>
                  <a:pt x="2543633" y="175253"/>
                </a:lnTo>
                <a:lnTo>
                  <a:pt x="2564313" y="174615"/>
                </a:lnTo>
                <a:lnTo>
                  <a:pt x="2584993" y="173977"/>
                </a:lnTo>
                <a:lnTo>
                  <a:pt x="2605673" y="173340"/>
                </a:lnTo>
                <a:lnTo>
                  <a:pt x="2626353" y="172701"/>
                </a:lnTo>
                <a:lnTo>
                  <a:pt x="2647033" y="172062"/>
                </a:lnTo>
                <a:lnTo>
                  <a:pt x="2667713" y="171422"/>
                </a:lnTo>
                <a:lnTo>
                  <a:pt x="2688393" y="170780"/>
                </a:lnTo>
                <a:lnTo>
                  <a:pt x="2709073" y="170136"/>
                </a:lnTo>
                <a:lnTo>
                  <a:pt x="2729753" y="169489"/>
                </a:lnTo>
                <a:lnTo>
                  <a:pt x="2750433" y="168839"/>
                </a:lnTo>
                <a:lnTo>
                  <a:pt x="2771113" y="168184"/>
                </a:lnTo>
                <a:lnTo>
                  <a:pt x="2791793" y="167524"/>
                </a:lnTo>
                <a:lnTo>
                  <a:pt x="2812473" y="166858"/>
                </a:lnTo>
                <a:lnTo>
                  <a:pt x="2833153" y="166184"/>
                </a:lnTo>
                <a:lnTo>
                  <a:pt x="2853833" y="165503"/>
                </a:lnTo>
                <a:lnTo>
                  <a:pt x="2874513" y="164812"/>
                </a:lnTo>
                <a:lnTo>
                  <a:pt x="2895193" y="164110"/>
                </a:lnTo>
                <a:lnTo>
                  <a:pt x="2915872" y="163395"/>
                </a:lnTo>
                <a:lnTo>
                  <a:pt x="2936552" y="162667"/>
                </a:lnTo>
                <a:lnTo>
                  <a:pt x="2957232" y="161924"/>
                </a:lnTo>
                <a:lnTo>
                  <a:pt x="2977912" y="161164"/>
                </a:lnTo>
                <a:lnTo>
                  <a:pt x="2998592" y="160385"/>
                </a:lnTo>
                <a:lnTo>
                  <a:pt x="3019272" y="159585"/>
                </a:lnTo>
                <a:lnTo>
                  <a:pt x="3039952" y="158764"/>
                </a:lnTo>
                <a:lnTo>
                  <a:pt x="3060632" y="157918"/>
                </a:lnTo>
                <a:lnTo>
                  <a:pt x="3081312" y="157046"/>
                </a:lnTo>
                <a:lnTo>
                  <a:pt x="3101992" y="156146"/>
                </a:lnTo>
                <a:lnTo>
                  <a:pt x="3122672" y="155216"/>
                </a:lnTo>
                <a:lnTo>
                  <a:pt x="3143352" y="154254"/>
                </a:lnTo>
                <a:lnTo>
                  <a:pt x="3164032" y="153257"/>
                </a:lnTo>
                <a:lnTo>
                  <a:pt x="3184712" y="152225"/>
                </a:lnTo>
                <a:lnTo>
                  <a:pt x="3205392" y="151154"/>
                </a:lnTo>
                <a:lnTo>
                  <a:pt x="3226072" y="150043"/>
                </a:lnTo>
                <a:lnTo>
                  <a:pt x="3246752" y="148890"/>
                </a:lnTo>
                <a:lnTo>
                  <a:pt x="3267432" y="147693"/>
                </a:lnTo>
                <a:lnTo>
                  <a:pt x="3288111" y="146451"/>
                </a:lnTo>
                <a:lnTo>
                  <a:pt x="3308791" y="145160"/>
                </a:lnTo>
                <a:lnTo>
                  <a:pt x="3329471" y="143820"/>
                </a:lnTo>
                <a:lnTo>
                  <a:pt x="3350151" y="142430"/>
                </a:lnTo>
                <a:lnTo>
                  <a:pt x="3370831" y="140986"/>
                </a:lnTo>
                <a:lnTo>
                  <a:pt x="3391511" y="139490"/>
                </a:lnTo>
                <a:lnTo>
                  <a:pt x="3412191" y="137938"/>
                </a:lnTo>
                <a:lnTo>
                  <a:pt x="3432871" y="136330"/>
                </a:lnTo>
                <a:lnTo>
                  <a:pt x="3453551" y="134665"/>
                </a:lnTo>
                <a:lnTo>
                  <a:pt x="3474231" y="132942"/>
                </a:lnTo>
                <a:lnTo>
                  <a:pt x="3494911" y="131161"/>
                </a:lnTo>
                <a:lnTo>
                  <a:pt x="3515591" y="129321"/>
                </a:lnTo>
                <a:lnTo>
                  <a:pt x="3536271" y="127422"/>
                </a:lnTo>
                <a:lnTo>
                  <a:pt x="3556951" y="125464"/>
                </a:lnTo>
                <a:lnTo>
                  <a:pt x="3577631" y="123447"/>
                </a:lnTo>
                <a:lnTo>
                  <a:pt x="3598311" y="121372"/>
                </a:lnTo>
                <a:lnTo>
                  <a:pt x="3618991" y="119240"/>
                </a:lnTo>
                <a:lnTo>
                  <a:pt x="3639671" y="117050"/>
                </a:lnTo>
                <a:lnTo>
                  <a:pt x="3660351" y="114804"/>
                </a:lnTo>
                <a:lnTo>
                  <a:pt x="3681030" y="112504"/>
                </a:lnTo>
                <a:lnTo>
                  <a:pt x="3701710" y="110151"/>
                </a:lnTo>
                <a:lnTo>
                  <a:pt x="3722390" y="107747"/>
                </a:lnTo>
                <a:lnTo>
                  <a:pt x="3743070" y="105293"/>
                </a:lnTo>
                <a:lnTo>
                  <a:pt x="3763750" y="102793"/>
                </a:lnTo>
                <a:lnTo>
                  <a:pt x="3784430" y="100248"/>
                </a:lnTo>
                <a:lnTo>
                  <a:pt x="3805110" y="97661"/>
                </a:lnTo>
                <a:lnTo>
                  <a:pt x="3825790" y="95034"/>
                </a:lnTo>
                <a:lnTo>
                  <a:pt x="3846470" y="92372"/>
                </a:lnTo>
                <a:lnTo>
                  <a:pt x="3867150" y="89677"/>
                </a:lnTo>
                <a:lnTo>
                  <a:pt x="3887830" y="86952"/>
                </a:lnTo>
                <a:lnTo>
                  <a:pt x="3908510" y="84202"/>
                </a:lnTo>
                <a:lnTo>
                  <a:pt x="3929190" y="81429"/>
                </a:lnTo>
                <a:lnTo>
                  <a:pt x="3949870" y="78639"/>
                </a:lnTo>
                <a:lnTo>
                  <a:pt x="3970550" y="75834"/>
                </a:lnTo>
                <a:lnTo>
                  <a:pt x="3991230" y="73019"/>
                </a:lnTo>
                <a:lnTo>
                  <a:pt x="4011910" y="70199"/>
                </a:lnTo>
                <a:lnTo>
                  <a:pt x="4032590" y="67377"/>
                </a:lnTo>
                <a:lnTo>
                  <a:pt x="4053270" y="64559"/>
                </a:lnTo>
                <a:lnTo>
                  <a:pt x="4073949" y="61749"/>
                </a:lnTo>
                <a:lnTo>
                  <a:pt x="4094629" y="58950"/>
                </a:lnTo>
                <a:lnTo>
                  <a:pt x="4115309" y="56169"/>
                </a:lnTo>
                <a:lnTo>
                  <a:pt x="4135989" y="53409"/>
                </a:lnTo>
                <a:lnTo>
                  <a:pt x="4156669" y="50676"/>
                </a:lnTo>
                <a:lnTo>
                  <a:pt x="4177349" y="47973"/>
                </a:lnTo>
                <a:lnTo>
                  <a:pt x="4198029" y="45306"/>
                </a:lnTo>
                <a:lnTo>
                  <a:pt x="4218709" y="42678"/>
                </a:lnTo>
                <a:lnTo>
                  <a:pt x="4239389" y="40096"/>
                </a:lnTo>
                <a:lnTo>
                  <a:pt x="4260069" y="37562"/>
                </a:lnTo>
                <a:lnTo>
                  <a:pt x="4280749" y="35081"/>
                </a:lnTo>
                <a:lnTo>
                  <a:pt x="4301429" y="32658"/>
                </a:lnTo>
                <a:lnTo>
                  <a:pt x="4322109" y="30297"/>
                </a:lnTo>
                <a:lnTo>
                  <a:pt x="4342789" y="28002"/>
                </a:lnTo>
                <a:lnTo>
                  <a:pt x="4363469" y="25776"/>
                </a:lnTo>
                <a:lnTo>
                  <a:pt x="4384149" y="23623"/>
                </a:lnTo>
                <a:lnTo>
                  <a:pt x="4404829" y="21548"/>
                </a:lnTo>
                <a:lnTo>
                  <a:pt x="4425509" y="19552"/>
                </a:lnTo>
                <a:lnTo>
                  <a:pt x="4446189" y="17641"/>
                </a:lnTo>
                <a:lnTo>
                  <a:pt x="4466868" y="15815"/>
                </a:lnTo>
                <a:lnTo>
                  <a:pt x="4487548" y="14080"/>
                </a:lnTo>
                <a:lnTo>
                  <a:pt x="4508228" y="12436"/>
                </a:lnTo>
                <a:lnTo>
                  <a:pt x="4528908" y="10887"/>
                </a:lnTo>
                <a:lnTo>
                  <a:pt x="4549588" y="9435"/>
                </a:lnTo>
                <a:lnTo>
                  <a:pt x="4570268" y="8082"/>
                </a:lnTo>
                <a:lnTo>
                  <a:pt x="4590948" y="6830"/>
                </a:lnTo>
                <a:lnTo>
                  <a:pt x="4611628" y="5679"/>
                </a:lnTo>
                <a:lnTo>
                  <a:pt x="4632308" y="4633"/>
                </a:lnTo>
                <a:lnTo>
                  <a:pt x="4652988" y="3691"/>
                </a:lnTo>
                <a:lnTo>
                  <a:pt x="4673668" y="2856"/>
                </a:lnTo>
                <a:lnTo>
                  <a:pt x="4694348" y="2126"/>
                </a:lnTo>
                <a:lnTo>
                  <a:pt x="4715028" y="1504"/>
                </a:lnTo>
                <a:lnTo>
                  <a:pt x="4735708" y="989"/>
                </a:lnTo>
                <a:lnTo>
                  <a:pt x="4756388" y="581"/>
                </a:lnTo>
                <a:lnTo>
                  <a:pt x="4777068" y="281"/>
                </a:lnTo>
                <a:lnTo>
                  <a:pt x="4797748" y="87"/>
                </a:lnTo>
                <a:lnTo>
                  <a:pt x="4818428" y="0"/>
                </a:lnTo>
                <a:lnTo>
                  <a:pt x="4839107" y="18"/>
                </a:lnTo>
                <a:lnTo>
                  <a:pt x="4859787" y="141"/>
                </a:lnTo>
                <a:lnTo>
                  <a:pt x="4880467" y="366"/>
                </a:lnTo>
                <a:lnTo>
                  <a:pt x="4901147" y="694"/>
                </a:lnTo>
                <a:lnTo>
                  <a:pt x="4921827" y="1122"/>
                </a:lnTo>
                <a:lnTo>
                  <a:pt x="4942507" y="1649"/>
                </a:lnTo>
                <a:lnTo>
                  <a:pt x="4963187" y="2272"/>
                </a:lnTo>
                <a:lnTo>
                  <a:pt x="4983867" y="2989"/>
                </a:lnTo>
                <a:lnTo>
                  <a:pt x="5004547" y="3799"/>
                </a:lnTo>
                <a:lnTo>
                  <a:pt x="5025227" y="4699"/>
                </a:lnTo>
                <a:lnTo>
                  <a:pt x="5045907" y="5686"/>
                </a:lnTo>
                <a:lnTo>
                  <a:pt x="5066587" y="6758"/>
                </a:lnTo>
                <a:lnTo>
                  <a:pt x="5087267" y="7911"/>
                </a:lnTo>
                <a:lnTo>
                  <a:pt x="5107947" y="9143"/>
                </a:lnTo>
                <a:lnTo>
                  <a:pt x="5128627" y="10451"/>
                </a:lnTo>
                <a:lnTo>
                  <a:pt x="5149307" y="11831"/>
                </a:lnTo>
                <a:lnTo>
                  <a:pt x="5169987" y="13281"/>
                </a:lnTo>
                <a:lnTo>
                  <a:pt x="5190667" y="14796"/>
                </a:lnTo>
                <a:lnTo>
                  <a:pt x="5211347" y="16373"/>
                </a:lnTo>
                <a:lnTo>
                  <a:pt x="5232026" y="18010"/>
                </a:lnTo>
                <a:lnTo>
                  <a:pt x="5252706" y="19702"/>
                </a:lnTo>
                <a:lnTo>
                  <a:pt x="5273386" y="21445"/>
                </a:lnTo>
                <a:lnTo>
                  <a:pt x="5294066" y="23237"/>
                </a:lnTo>
                <a:lnTo>
                  <a:pt x="5314746" y="25073"/>
                </a:lnTo>
                <a:lnTo>
                  <a:pt x="5335426" y="26950"/>
                </a:lnTo>
                <a:lnTo>
                  <a:pt x="5356106" y="28864"/>
                </a:lnTo>
                <a:lnTo>
                  <a:pt x="5376786" y="30811"/>
                </a:lnTo>
                <a:lnTo>
                  <a:pt x="5397466" y="32788"/>
                </a:lnTo>
                <a:lnTo>
                  <a:pt x="5418146" y="34792"/>
                </a:lnTo>
                <a:lnTo>
                  <a:pt x="5438826" y="36818"/>
                </a:lnTo>
                <a:lnTo>
                  <a:pt x="5459506" y="38864"/>
                </a:lnTo>
                <a:lnTo>
                  <a:pt x="5480186" y="40926"/>
                </a:lnTo>
                <a:lnTo>
                  <a:pt x="5500866" y="43001"/>
                </a:lnTo>
                <a:lnTo>
                  <a:pt x="5521546" y="45085"/>
                </a:lnTo>
                <a:lnTo>
                  <a:pt x="5542226" y="47175"/>
                </a:lnTo>
                <a:lnTo>
                  <a:pt x="5562906" y="49270"/>
                </a:lnTo>
                <a:lnTo>
                  <a:pt x="5583586" y="51365"/>
                </a:lnTo>
                <a:lnTo>
                  <a:pt x="5604266" y="53459"/>
                </a:lnTo>
                <a:lnTo>
                  <a:pt x="5624945" y="55549"/>
                </a:lnTo>
                <a:lnTo>
                  <a:pt x="5645625" y="57632"/>
                </a:lnTo>
                <a:lnTo>
                  <a:pt x="5666305" y="59707"/>
                </a:lnTo>
                <a:lnTo>
                  <a:pt x="5686985" y="61772"/>
                </a:lnTo>
                <a:lnTo>
                  <a:pt x="5707665" y="63825"/>
                </a:lnTo>
                <a:lnTo>
                  <a:pt x="5728345" y="65864"/>
                </a:lnTo>
                <a:lnTo>
                  <a:pt x="5749025" y="67888"/>
                </a:lnTo>
                <a:lnTo>
                  <a:pt x="5769705" y="69896"/>
                </a:lnTo>
                <a:lnTo>
                  <a:pt x="5790385" y="71888"/>
                </a:lnTo>
                <a:lnTo>
                  <a:pt x="5811065" y="73862"/>
                </a:lnTo>
                <a:lnTo>
                  <a:pt x="5831745" y="75818"/>
                </a:lnTo>
                <a:lnTo>
                  <a:pt x="5852425" y="77756"/>
                </a:lnTo>
                <a:lnTo>
                  <a:pt x="5873105" y="79676"/>
                </a:lnTo>
                <a:lnTo>
                  <a:pt x="5893785" y="81577"/>
                </a:lnTo>
                <a:lnTo>
                  <a:pt x="5914465" y="83461"/>
                </a:lnTo>
                <a:lnTo>
                  <a:pt x="5935145" y="85327"/>
                </a:lnTo>
                <a:lnTo>
                  <a:pt x="5955825" y="87177"/>
                </a:lnTo>
                <a:lnTo>
                  <a:pt x="5976505" y="89011"/>
                </a:lnTo>
                <a:lnTo>
                  <a:pt x="5997184" y="90831"/>
                </a:lnTo>
                <a:lnTo>
                  <a:pt x="6017864" y="92637"/>
                </a:lnTo>
                <a:lnTo>
                  <a:pt x="6038544" y="94430"/>
                </a:lnTo>
                <a:lnTo>
                  <a:pt x="6059224" y="96213"/>
                </a:lnTo>
                <a:lnTo>
                  <a:pt x="6079904" y="97987"/>
                </a:lnTo>
                <a:lnTo>
                  <a:pt x="6100584" y="99753"/>
                </a:lnTo>
                <a:lnTo>
                  <a:pt x="6121264" y="101513"/>
                </a:lnTo>
                <a:lnTo>
                  <a:pt x="6141944" y="103268"/>
                </a:lnTo>
                <a:lnTo>
                  <a:pt x="6162624" y="105022"/>
                </a:lnTo>
                <a:lnTo>
                  <a:pt x="6183304" y="106774"/>
                </a:lnTo>
                <a:lnTo>
                  <a:pt x="6203984" y="108528"/>
                </a:lnTo>
                <a:lnTo>
                  <a:pt x="6224664" y="110285"/>
                </a:lnTo>
                <a:lnTo>
                  <a:pt x="6245344" y="112046"/>
                </a:lnTo>
                <a:lnTo>
                  <a:pt x="6266024" y="113814"/>
                </a:lnTo>
                <a:lnTo>
                  <a:pt x="6286704" y="115590"/>
                </a:lnTo>
                <a:lnTo>
                  <a:pt x="6307384" y="117376"/>
                </a:lnTo>
                <a:lnTo>
                  <a:pt x="6328064" y="119174"/>
                </a:lnTo>
                <a:lnTo>
                  <a:pt x="6348744" y="120984"/>
                </a:lnTo>
                <a:lnTo>
                  <a:pt x="6369424" y="122808"/>
                </a:lnTo>
                <a:lnTo>
                  <a:pt x="6390103" y="124647"/>
                </a:lnTo>
                <a:lnTo>
                  <a:pt x="6410783" y="126502"/>
                </a:lnTo>
                <a:lnTo>
                  <a:pt x="6431463" y="128374"/>
                </a:lnTo>
                <a:lnTo>
                  <a:pt x="6452143" y="130265"/>
                </a:lnTo>
                <a:lnTo>
                  <a:pt x="6472823" y="132173"/>
                </a:lnTo>
                <a:lnTo>
                  <a:pt x="6493503" y="134100"/>
                </a:lnTo>
                <a:lnTo>
                  <a:pt x="6514183" y="136046"/>
                </a:lnTo>
                <a:lnTo>
                  <a:pt x="6534863" y="138011"/>
                </a:lnTo>
                <a:lnTo>
                  <a:pt x="6555543" y="139995"/>
                </a:lnTo>
                <a:lnTo>
                  <a:pt x="6576223" y="141997"/>
                </a:lnTo>
                <a:lnTo>
                  <a:pt x="6596903" y="144017"/>
                </a:lnTo>
                <a:lnTo>
                  <a:pt x="6617583" y="146055"/>
                </a:lnTo>
                <a:lnTo>
                  <a:pt x="6638263" y="148108"/>
                </a:lnTo>
                <a:lnTo>
                  <a:pt x="6658943" y="150177"/>
                </a:lnTo>
                <a:lnTo>
                  <a:pt x="6679623" y="152260"/>
                </a:lnTo>
                <a:lnTo>
                  <a:pt x="6700303" y="154356"/>
                </a:lnTo>
                <a:lnTo>
                  <a:pt x="6720983" y="156463"/>
                </a:lnTo>
                <a:lnTo>
                  <a:pt x="6741663" y="158579"/>
                </a:lnTo>
                <a:lnTo>
                  <a:pt x="6762343" y="160704"/>
                </a:lnTo>
                <a:lnTo>
                  <a:pt x="6783022" y="162834"/>
                </a:lnTo>
                <a:lnTo>
                  <a:pt x="6803702" y="164967"/>
                </a:lnTo>
                <a:lnTo>
                  <a:pt x="6824382" y="167103"/>
                </a:lnTo>
                <a:lnTo>
                  <a:pt x="6845062" y="169238"/>
                </a:lnTo>
                <a:lnTo>
                  <a:pt x="6865742" y="171371"/>
                </a:lnTo>
                <a:lnTo>
                  <a:pt x="6886422" y="173499"/>
                </a:lnTo>
                <a:lnTo>
                  <a:pt x="6907102" y="175619"/>
                </a:lnTo>
                <a:lnTo>
                  <a:pt x="6927782" y="177730"/>
                </a:lnTo>
                <a:lnTo>
                  <a:pt x="6948462" y="179828"/>
                </a:lnTo>
                <a:lnTo>
                  <a:pt x="6969142" y="181912"/>
                </a:lnTo>
                <a:lnTo>
                  <a:pt x="6989822" y="183980"/>
                </a:lnTo>
                <a:lnTo>
                  <a:pt x="7010502" y="186028"/>
                </a:lnTo>
                <a:lnTo>
                  <a:pt x="7031182" y="188055"/>
                </a:lnTo>
                <a:lnTo>
                  <a:pt x="7051862" y="190059"/>
                </a:lnTo>
                <a:lnTo>
                  <a:pt x="7072542" y="192036"/>
                </a:lnTo>
                <a:lnTo>
                  <a:pt x="7093222" y="193986"/>
                </a:lnTo>
                <a:lnTo>
                  <a:pt x="7113902" y="195906"/>
                </a:lnTo>
                <a:lnTo>
                  <a:pt x="7134582" y="197793"/>
                </a:lnTo>
                <a:lnTo>
                  <a:pt x="7155261" y="199648"/>
                </a:lnTo>
                <a:lnTo>
                  <a:pt x="7175941" y="201466"/>
                </a:lnTo>
                <a:lnTo>
                  <a:pt x="7196621" y="203248"/>
                </a:lnTo>
                <a:lnTo>
                  <a:pt x="7217301" y="204992"/>
                </a:lnTo>
                <a:lnTo>
                  <a:pt x="7237981" y="206695"/>
                </a:lnTo>
                <a:lnTo>
                  <a:pt x="7237981" y="243545"/>
                </a:lnTo>
                <a:lnTo>
                  <a:pt x="7217301" y="243545"/>
                </a:lnTo>
                <a:lnTo>
                  <a:pt x="7196621" y="243545"/>
                </a:lnTo>
                <a:lnTo>
                  <a:pt x="7175941" y="243545"/>
                </a:lnTo>
                <a:lnTo>
                  <a:pt x="7155261" y="243545"/>
                </a:lnTo>
                <a:lnTo>
                  <a:pt x="7134582" y="243545"/>
                </a:lnTo>
                <a:lnTo>
                  <a:pt x="7113902" y="243545"/>
                </a:lnTo>
                <a:lnTo>
                  <a:pt x="7093222" y="243545"/>
                </a:lnTo>
                <a:lnTo>
                  <a:pt x="7072542" y="243545"/>
                </a:lnTo>
                <a:lnTo>
                  <a:pt x="7051862" y="243545"/>
                </a:lnTo>
                <a:lnTo>
                  <a:pt x="7031182" y="243545"/>
                </a:lnTo>
                <a:lnTo>
                  <a:pt x="7010502" y="243545"/>
                </a:lnTo>
                <a:lnTo>
                  <a:pt x="6989822" y="243545"/>
                </a:lnTo>
                <a:lnTo>
                  <a:pt x="6969142" y="243545"/>
                </a:lnTo>
                <a:lnTo>
                  <a:pt x="6948462" y="243545"/>
                </a:lnTo>
                <a:lnTo>
                  <a:pt x="6927782" y="243545"/>
                </a:lnTo>
                <a:lnTo>
                  <a:pt x="6907102" y="243545"/>
                </a:lnTo>
                <a:lnTo>
                  <a:pt x="6886422" y="243545"/>
                </a:lnTo>
                <a:lnTo>
                  <a:pt x="6865742" y="243545"/>
                </a:lnTo>
                <a:lnTo>
                  <a:pt x="6845062" y="243545"/>
                </a:lnTo>
                <a:lnTo>
                  <a:pt x="6824382" y="243545"/>
                </a:lnTo>
                <a:lnTo>
                  <a:pt x="6803702" y="243545"/>
                </a:lnTo>
                <a:lnTo>
                  <a:pt x="6783022" y="243545"/>
                </a:lnTo>
                <a:lnTo>
                  <a:pt x="6762343" y="243545"/>
                </a:lnTo>
                <a:lnTo>
                  <a:pt x="6741663" y="243545"/>
                </a:lnTo>
                <a:lnTo>
                  <a:pt x="6720983" y="243545"/>
                </a:lnTo>
                <a:lnTo>
                  <a:pt x="6700303" y="243545"/>
                </a:lnTo>
                <a:lnTo>
                  <a:pt x="6679623" y="243545"/>
                </a:lnTo>
                <a:lnTo>
                  <a:pt x="6658943" y="243545"/>
                </a:lnTo>
                <a:lnTo>
                  <a:pt x="6638263" y="243545"/>
                </a:lnTo>
                <a:lnTo>
                  <a:pt x="6617583" y="243545"/>
                </a:lnTo>
                <a:lnTo>
                  <a:pt x="6596903" y="243545"/>
                </a:lnTo>
                <a:lnTo>
                  <a:pt x="6576223" y="243545"/>
                </a:lnTo>
                <a:lnTo>
                  <a:pt x="6555543" y="243545"/>
                </a:lnTo>
                <a:lnTo>
                  <a:pt x="6534863" y="243545"/>
                </a:lnTo>
                <a:lnTo>
                  <a:pt x="6514183" y="243545"/>
                </a:lnTo>
                <a:lnTo>
                  <a:pt x="6493503" y="243545"/>
                </a:lnTo>
                <a:lnTo>
                  <a:pt x="6472823" y="243545"/>
                </a:lnTo>
                <a:lnTo>
                  <a:pt x="6452143" y="243545"/>
                </a:lnTo>
                <a:lnTo>
                  <a:pt x="6431463" y="243545"/>
                </a:lnTo>
                <a:lnTo>
                  <a:pt x="6410783" y="243545"/>
                </a:lnTo>
                <a:lnTo>
                  <a:pt x="6390103" y="243545"/>
                </a:lnTo>
                <a:lnTo>
                  <a:pt x="6369424" y="243545"/>
                </a:lnTo>
                <a:lnTo>
                  <a:pt x="6348744" y="243545"/>
                </a:lnTo>
                <a:lnTo>
                  <a:pt x="6328064" y="243545"/>
                </a:lnTo>
                <a:lnTo>
                  <a:pt x="6307384" y="243545"/>
                </a:lnTo>
                <a:lnTo>
                  <a:pt x="6286704" y="243545"/>
                </a:lnTo>
                <a:lnTo>
                  <a:pt x="6266024" y="243545"/>
                </a:lnTo>
                <a:lnTo>
                  <a:pt x="6245344" y="243545"/>
                </a:lnTo>
                <a:lnTo>
                  <a:pt x="6224664" y="243545"/>
                </a:lnTo>
                <a:lnTo>
                  <a:pt x="6203984" y="243545"/>
                </a:lnTo>
                <a:lnTo>
                  <a:pt x="6183304" y="243545"/>
                </a:lnTo>
                <a:lnTo>
                  <a:pt x="6162624" y="243545"/>
                </a:lnTo>
                <a:lnTo>
                  <a:pt x="6141944" y="243545"/>
                </a:lnTo>
                <a:lnTo>
                  <a:pt x="6121264" y="243545"/>
                </a:lnTo>
                <a:lnTo>
                  <a:pt x="6100584" y="243545"/>
                </a:lnTo>
                <a:lnTo>
                  <a:pt x="6079904" y="243545"/>
                </a:lnTo>
                <a:lnTo>
                  <a:pt x="6059224" y="243545"/>
                </a:lnTo>
                <a:lnTo>
                  <a:pt x="6038544" y="243545"/>
                </a:lnTo>
                <a:lnTo>
                  <a:pt x="6017864" y="243545"/>
                </a:lnTo>
                <a:lnTo>
                  <a:pt x="5997184" y="243545"/>
                </a:lnTo>
                <a:lnTo>
                  <a:pt x="5976505" y="243545"/>
                </a:lnTo>
                <a:lnTo>
                  <a:pt x="5955825" y="243545"/>
                </a:lnTo>
                <a:lnTo>
                  <a:pt x="5935145" y="243545"/>
                </a:lnTo>
                <a:lnTo>
                  <a:pt x="5914465" y="243545"/>
                </a:lnTo>
                <a:lnTo>
                  <a:pt x="5893785" y="243545"/>
                </a:lnTo>
                <a:lnTo>
                  <a:pt x="5873105" y="243545"/>
                </a:lnTo>
                <a:lnTo>
                  <a:pt x="5852425" y="243545"/>
                </a:lnTo>
                <a:lnTo>
                  <a:pt x="5831745" y="243545"/>
                </a:lnTo>
                <a:lnTo>
                  <a:pt x="5811065" y="243545"/>
                </a:lnTo>
                <a:lnTo>
                  <a:pt x="5790385" y="243545"/>
                </a:lnTo>
                <a:lnTo>
                  <a:pt x="5769705" y="243545"/>
                </a:lnTo>
                <a:lnTo>
                  <a:pt x="5749025" y="243545"/>
                </a:lnTo>
                <a:lnTo>
                  <a:pt x="5728345" y="243545"/>
                </a:lnTo>
                <a:lnTo>
                  <a:pt x="5707665" y="243545"/>
                </a:lnTo>
                <a:lnTo>
                  <a:pt x="5686985" y="243545"/>
                </a:lnTo>
                <a:lnTo>
                  <a:pt x="5666305" y="243545"/>
                </a:lnTo>
                <a:lnTo>
                  <a:pt x="5645625" y="243545"/>
                </a:lnTo>
                <a:lnTo>
                  <a:pt x="5624945" y="243545"/>
                </a:lnTo>
                <a:lnTo>
                  <a:pt x="5604266" y="243545"/>
                </a:lnTo>
                <a:lnTo>
                  <a:pt x="5583586" y="243545"/>
                </a:lnTo>
                <a:lnTo>
                  <a:pt x="5562906" y="243545"/>
                </a:lnTo>
                <a:lnTo>
                  <a:pt x="5542226" y="243545"/>
                </a:lnTo>
                <a:lnTo>
                  <a:pt x="5521546" y="243545"/>
                </a:lnTo>
                <a:lnTo>
                  <a:pt x="5500866" y="243545"/>
                </a:lnTo>
                <a:lnTo>
                  <a:pt x="5480186" y="243545"/>
                </a:lnTo>
                <a:lnTo>
                  <a:pt x="5459506" y="243545"/>
                </a:lnTo>
                <a:lnTo>
                  <a:pt x="5438826" y="243545"/>
                </a:lnTo>
                <a:lnTo>
                  <a:pt x="5418146" y="243545"/>
                </a:lnTo>
                <a:lnTo>
                  <a:pt x="5397466" y="243545"/>
                </a:lnTo>
                <a:lnTo>
                  <a:pt x="5376786" y="243545"/>
                </a:lnTo>
                <a:lnTo>
                  <a:pt x="5356106" y="243545"/>
                </a:lnTo>
                <a:lnTo>
                  <a:pt x="5335426" y="243545"/>
                </a:lnTo>
                <a:lnTo>
                  <a:pt x="5314746" y="243545"/>
                </a:lnTo>
                <a:lnTo>
                  <a:pt x="5294066" y="243545"/>
                </a:lnTo>
                <a:lnTo>
                  <a:pt x="5273386" y="243545"/>
                </a:lnTo>
                <a:lnTo>
                  <a:pt x="5252706" y="243545"/>
                </a:lnTo>
                <a:lnTo>
                  <a:pt x="5232026" y="243545"/>
                </a:lnTo>
                <a:lnTo>
                  <a:pt x="5211347" y="243545"/>
                </a:lnTo>
                <a:lnTo>
                  <a:pt x="5190667" y="243545"/>
                </a:lnTo>
                <a:lnTo>
                  <a:pt x="5169987" y="243545"/>
                </a:lnTo>
                <a:lnTo>
                  <a:pt x="5149307" y="243545"/>
                </a:lnTo>
                <a:lnTo>
                  <a:pt x="5128627" y="243545"/>
                </a:lnTo>
                <a:lnTo>
                  <a:pt x="5107947" y="243545"/>
                </a:lnTo>
                <a:lnTo>
                  <a:pt x="5087267" y="243545"/>
                </a:lnTo>
                <a:lnTo>
                  <a:pt x="5066587" y="243545"/>
                </a:lnTo>
                <a:lnTo>
                  <a:pt x="5045907" y="243545"/>
                </a:lnTo>
                <a:lnTo>
                  <a:pt x="5025227" y="243545"/>
                </a:lnTo>
                <a:lnTo>
                  <a:pt x="5004547" y="243545"/>
                </a:lnTo>
                <a:lnTo>
                  <a:pt x="4983867" y="243545"/>
                </a:lnTo>
                <a:lnTo>
                  <a:pt x="4963187" y="243545"/>
                </a:lnTo>
                <a:lnTo>
                  <a:pt x="4942507" y="243545"/>
                </a:lnTo>
                <a:lnTo>
                  <a:pt x="4921827" y="243545"/>
                </a:lnTo>
                <a:lnTo>
                  <a:pt x="4901147" y="243545"/>
                </a:lnTo>
                <a:lnTo>
                  <a:pt x="4880467" y="243545"/>
                </a:lnTo>
                <a:lnTo>
                  <a:pt x="4859787" y="243545"/>
                </a:lnTo>
                <a:lnTo>
                  <a:pt x="4839107" y="243545"/>
                </a:lnTo>
                <a:lnTo>
                  <a:pt x="4818428" y="243545"/>
                </a:lnTo>
                <a:lnTo>
                  <a:pt x="4797748" y="243545"/>
                </a:lnTo>
                <a:lnTo>
                  <a:pt x="4777068" y="243545"/>
                </a:lnTo>
                <a:lnTo>
                  <a:pt x="4756388" y="243545"/>
                </a:lnTo>
                <a:lnTo>
                  <a:pt x="4735708" y="243545"/>
                </a:lnTo>
                <a:lnTo>
                  <a:pt x="4715028" y="243545"/>
                </a:lnTo>
                <a:lnTo>
                  <a:pt x="4694348" y="243545"/>
                </a:lnTo>
                <a:lnTo>
                  <a:pt x="4673668" y="243545"/>
                </a:lnTo>
                <a:lnTo>
                  <a:pt x="4652988" y="243545"/>
                </a:lnTo>
                <a:lnTo>
                  <a:pt x="4632308" y="243545"/>
                </a:lnTo>
                <a:lnTo>
                  <a:pt x="4611628" y="243545"/>
                </a:lnTo>
                <a:lnTo>
                  <a:pt x="4590948" y="243545"/>
                </a:lnTo>
                <a:lnTo>
                  <a:pt x="4570268" y="243545"/>
                </a:lnTo>
                <a:lnTo>
                  <a:pt x="4549588" y="243545"/>
                </a:lnTo>
                <a:lnTo>
                  <a:pt x="4528908" y="243545"/>
                </a:lnTo>
                <a:lnTo>
                  <a:pt x="4508228" y="243545"/>
                </a:lnTo>
                <a:lnTo>
                  <a:pt x="4487548" y="243545"/>
                </a:lnTo>
                <a:lnTo>
                  <a:pt x="4466868" y="243545"/>
                </a:lnTo>
                <a:lnTo>
                  <a:pt x="4446189" y="243545"/>
                </a:lnTo>
                <a:lnTo>
                  <a:pt x="4425509" y="243545"/>
                </a:lnTo>
                <a:lnTo>
                  <a:pt x="4404829" y="243545"/>
                </a:lnTo>
                <a:lnTo>
                  <a:pt x="4384149" y="243545"/>
                </a:lnTo>
                <a:lnTo>
                  <a:pt x="4363469" y="243545"/>
                </a:lnTo>
                <a:lnTo>
                  <a:pt x="4342789" y="243545"/>
                </a:lnTo>
                <a:lnTo>
                  <a:pt x="4322109" y="243545"/>
                </a:lnTo>
                <a:lnTo>
                  <a:pt x="4301429" y="243545"/>
                </a:lnTo>
                <a:lnTo>
                  <a:pt x="4280749" y="243545"/>
                </a:lnTo>
                <a:lnTo>
                  <a:pt x="4260069" y="243545"/>
                </a:lnTo>
                <a:lnTo>
                  <a:pt x="4239389" y="243545"/>
                </a:lnTo>
                <a:lnTo>
                  <a:pt x="4218709" y="243545"/>
                </a:lnTo>
                <a:lnTo>
                  <a:pt x="4198029" y="243545"/>
                </a:lnTo>
                <a:lnTo>
                  <a:pt x="4177349" y="243545"/>
                </a:lnTo>
                <a:lnTo>
                  <a:pt x="4156669" y="243545"/>
                </a:lnTo>
                <a:lnTo>
                  <a:pt x="4135989" y="243545"/>
                </a:lnTo>
                <a:lnTo>
                  <a:pt x="4115309" y="243545"/>
                </a:lnTo>
                <a:lnTo>
                  <a:pt x="4094629" y="243545"/>
                </a:lnTo>
                <a:lnTo>
                  <a:pt x="4073949" y="243545"/>
                </a:lnTo>
                <a:lnTo>
                  <a:pt x="4053270" y="243545"/>
                </a:lnTo>
                <a:lnTo>
                  <a:pt x="4032590" y="243545"/>
                </a:lnTo>
                <a:lnTo>
                  <a:pt x="4011910" y="243545"/>
                </a:lnTo>
                <a:lnTo>
                  <a:pt x="3991230" y="243545"/>
                </a:lnTo>
                <a:lnTo>
                  <a:pt x="3970550" y="243545"/>
                </a:lnTo>
                <a:lnTo>
                  <a:pt x="3949870" y="243545"/>
                </a:lnTo>
                <a:lnTo>
                  <a:pt x="3929190" y="243545"/>
                </a:lnTo>
                <a:lnTo>
                  <a:pt x="3908510" y="243545"/>
                </a:lnTo>
                <a:lnTo>
                  <a:pt x="3887830" y="243545"/>
                </a:lnTo>
                <a:lnTo>
                  <a:pt x="3867150" y="243545"/>
                </a:lnTo>
                <a:lnTo>
                  <a:pt x="3846470" y="243545"/>
                </a:lnTo>
                <a:lnTo>
                  <a:pt x="3825790" y="243545"/>
                </a:lnTo>
                <a:lnTo>
                  <a:pt x="3805110" y="243545"/>
                </a:lnTo>
                <a:lnTo>
                  <a:pt x="3784430" y="243545"/>
                </a:lnTo>
                <a:lnTo>
                  <a:pt x="3763750" y="243545"/>
                </a:lnTo>
                <a:lnTo>
                  <a:pt x="3743070" y="243545"/>
                </a:lnTo>
                <a:lnTo>
                  <a:pt x="3722390" y="243545"/>
                </a:lnTo>
                <a:lnTo>
                  <a:pt x="3701710" y="243545"/>
                </a:lnTo>
                <a:lnTo>
                  <a:pt x="3681030" y="243545"/>
                </a:lnTo>
                <a:lnTo>
                  <a:pt x="3660351" y="243545"/>
                </a:lnTo>
                <a:lnTo>
                  <a:pt x="3639671" y="243545"/>
                </a:lnTo>
                <a:lnTo>
                  <a:pt x="3618991" y="243545"/>
                </a:lnTo>
                <a:lnTo>
                  <a:pt x="3598311" y="243545"/>
                </a:lnTo>
                <a:lnTo>
                  <a:pt x="3577631" y="243545"/>
                </a:lnTo>
                <a:lnTo>
                  <a:pt x="3556951" y="243545"/>
                </a:lnTo>
                <a:lnTo>
                  <a:pt x="3536271" y="243545"/>
                </a:lnTo>
                <a:lnTo>
                  <a:pt x="3515591" y="243545"/>
                </a:lnTo>
                <a:lnTo>
                  <a:pt x="3494911" y="243545"/>
                </a:lnTo>
                <a:lnTo>
                  <a:pt x="3474231" y="243545"/>
                </a:lnTo>
                <a:lnTo>
                  <a:pt x="3453551" y="243545"/>
                </a:lnTo>
                <a:lnTo>
                  <a:pt x="3432871" y="243545"/>
                </a:lnTo>
                <a:lnTo>
                  <a:pt x="3412191" y="243545"/>
                </a:lnTo>
                <a:lnTo>
                  <a:pt x="3391511" y="243545"/>
                </a:lnTo>
                <a:lnTo>
                  <a:pt x="3370831" y="243545"/>
                </a:lnTo>
                <a:lnTo>
                  <a:pt x="3350151" y="243545"/>
                </a:lnTo>
                <a:lnTo>
                  <a:pt x="3329471" y="243545"/>
                </a:lnTo>
                <a:lnTo>
                  <a:pt x="3308791" y="243545"/>
                </a:lnTo>
                <a:lnTo>
                  <a:pt x="3288111" y="243545"/>
                </a:lnTo>
                <a:lnTo>
                  <a:pt x="3267432" y="243545"/>
                </a:lnTo>
                <a:lnTo>
                  <a:pt x="3246752" y="243545"/>
                </a:lnTo>
                <a:lnTo>
                  <a:pt x="3226072" y="243545"/>
                </a:lnTo>
                <a:lnTo>
                  <a:pt x="3205392" y="243545"/>
                </a:lnTo>
                <a:lnTo>
                  <a:pt x="3184712" y="243545"/>
                </a:lnTo>
                <a:lnTo>
                  <a:pt x="3164032" y="243545"/>
                </a:lnTo>
                <a:lnTo>
                  <a:pt x="3143352" y="243545"/>
                </a:lnTo>
                <a:lnTo>
                  <a:pt x="3122672" y="243545"/>
                </a:lnTo>
                <a:lnTo>
                  <a:pt x="3101992" y="243545"/>
                </a:lnTo>
                <a:lnTo>
                  <a:pt x="3081312" y="243545"/>
                </a:lnTo>
                <a:lnTo>
                  <a:pt x="3060632" y="243545"/>
                </a:lnTo>
                <a:lnTo>
                  <a:pt x="3039952" y="243545"/>
                </a:lnTo>
                <a:lnTo>
                  <a:pt x="3019272" y="243545"/>
                </a:lnTo>
                <a:lnTo>
                  <a:pt x="2998592" y="243545"/>
                </a:lnTo>
                <a:lnTo>
                  <a:pt x="2977912" y="243545"/>
                </a:lnTo>
                <a:lnTo>
                  <a:pt x="2957232" y="243545"/>
                </a:lnTo>
                <a:lnTo>
                  <a:pt x="2936552" y="243545"/>
                </a:lnTo>
                <a:lnTo>
                  <a:pt x="2915872" y="243545"/>
                </a:lnTo>
                <a:lnTo>
                  <a:pt x="2895193" y="243545"/>
                </a:lnTo>
                <a:lnTo>
                  <a:pt x="2874513" y="243545"/>
                </a:lnTo>
                <a:lnTo>
                  <a:pt x="2853833" y="243545"/>
                </a:lnTo>
                <a:lnTo>
                  <a:pt x="2833153" y="243545"/>
                </a:lnTo>
                <a:lnTo>
                  <a:pt x="2812473" y="243545"/>
                </a:lnTo>
                <a:lnTo>
                  <a:pt x="2791793" y="243545"/>
                </a:lnTo>
                <a:lnTo>
                  <a:pt x="2771113" y="243545"/>
                </a:lnTo>
                <a:lnTo>
                  <a:pt x="2750433" y="243545"/>
                </a:lnTo>
                <a:lnTo>
                  <a:pt x="2729753" y="243545"/>
                </a:lnTo>
                <a:lnTo>
                  <a:pt x="2709073" y="243545"/>
                </a:lnTo>
                <a:lnTo>
                  <a:pt x="2688393" y="243545"/>
                </a:lnTo>
                <a:lnTo>
                  <a:pt x="2667713" y="243545"/>
                </a:lnTo>
                <a:lnTo>
                  <a:pt x="2647033" y="243545"/>
                </a:lnTo>
                <a:lnTo>
                  <a:pt x="2626353" y="243545"/>
                </a:lnTo>
                <a:lnTo>
                  <a:pt x="2605673" y="243545"/>
                </a:lnTo>
                <a:lnTo>
                  <a:pt x="2584993" y="243545"/>
                </a:lnTo>
                <a:lnTo>
                  <a:pt x="2564313" y="243545"/>
                </a:lnTo>
                <a:lnTo>
                  <a:pt x="2543633" y="243545"/>
                </a:lnTo>
                <a:lnTo>
                  <a:pt x="2522953" y="243545"/>
                </a:lnTo>
                <a:lnTo>
                  <a:pt x="2502274" y="243545"/>
                </a:lnTo>
                <a:lnTo>
                  <a:pt x="2481594" y="243545"/>
                </a:lnTo>
                <a:lnTo>
                  <a:pt x="2460914" y="243545"/>
                </a:lnTo>
                <a:lnTo>
                  <a:pt x="2440234" y="243545"/>
                </a:lnTo>
                <a:lnTo>
                  <a:pt x="2419554" y="243545"/>
                </a:lnTo>
                <a:lnTo>
                  <a:pt x="2398874" y="243545"/>
                </a:lnTo>
                <a:lnTo>
                  <a:pt x="2378194" y="243545"/>
                </a:lnTo>
                <a:lnTo>
                  <a:pt x="2357514" y="243545"/>
                </a:lnTo>
                <a:lnTo>
                  <a:pt x="2336834" y="243545"/>
                </a:lnTo>
                <a:lnTo>
                  <a:pt x="2316154" y="243545"/>
                </a:lnTo>
                <a:lnTo>
                  <a:pt x="2295474" y="243545"/>
                </a:lnTo>
                <a:lnTo>
                  <a:pt x="2274794" y="243545"/>
                </a:lnTo>
                <a:lnTo>
                  <a:pt x="2254114" y="243545"/>
                </a:lnTo>
                <a:lnTo>
                  <a:pt x="2233434" y="243545"/>
                </a:lnTo>
                <a:lnTo>
                  <a:pt x="2212754" y="243545"/>
                </a:lnTo>
                <a:lnTo>
                  <a:pt x="2192074" y="243545"/>
                </a:lnTo>
                <a:lnTo>
                  <a:pt x="2171394" y="243545"/>
                </a:lnTo>
                <a:lnTo>
                  <a:pt x="2150714" y="243545"/>
                </a:lnTo>
                <a:lnTo>
                  <a:pt x="2130034" y="243545"/>
                </a:lnTo>
                <a:lnTo>
                  <a:pt x="2109355" y="243545"/>
                </a:lnTo>
                <a:lnTo>
                  <a:pt x="2088675" y="243545"/>
                </a:lnTo>
                <a:lnTo>
                  <a:pt x="2067995" y="243545"/>
                </a:lnTo>
                <a:lnTo>
                  <a:pt x="2047315" y="243545"/>
                </a:lnTo>
                <a:lnTo>
                  <a:pt x="2026635" y="243545"/>
                </a:lnTo>
                <a:lnTo>
                  <a:pt x="2005955" y="243545"/>
                </a:lnTo>
                <a:lnTo>
                  <a:pt x="1985275" y="243545"/>
                </a:lnTo>
                <a:lnTo>
                  <a:pt x="1964595" y="243545"/>
                </a:lnTo>
                <a:lnTo>
                  <a:pt x="1943915" y="243545"/>
                </a:lnTo>
                <a:lnTo>
                  <a:pt x="1923235" y="243545"/>
                </a:lnTo>
                <a:lnTo>
                  <a:pt x="1902555" y="243545"/>
                </a:lnTo>
                <a:lnTo>
                  <a:pt x="1881875" y="243545"/>
                </a:lnTo>
                <a:lnTo>
                  <a:pt x="1861195" y="243545"/>
                </a:lnTo>
                <a:lnTo>
                  <a:pt x="1840515" y="243545"/>
                </a:lnTo>
                <a:lnTo>
                  <a:pt x="1819835" y="243545"/>
                </a:lnTo>
                <a:lnTo>
                  <a:pt x="1799155" y="243545"/>
                </a:lnTo>
                <a:lnTo>
                  <a:pt x="1778475" y="243545"/>
                </a:lnTo>
                <a:lnTo>
                  <a:pt x="1757795" y="243545"/>
                </a:lnTo>
                <a:lnTo>
                  <a:pt x="1737116" y="243545"/>
                </a:lnTo>
                <a:lnTo>
                  <a:pt x="1716436" y="243545"/>
                </a:lnTo>
                <a:lnTo>
                  <a:pt x="1695756" y="243545"/>
                </a:lnTo>
                <a:lnTo>
                  <a:pt x="1675076" y="243545"/>
                </a:lnTo>
                <a:lnTo>
                  <a:pt x="1654396" y="243545"/>
                </a:lnTo>
                <a:lnTo>
                  <a:pt x="1633716" y="243545"/>
                </a:lnTo>
                <a:lnTo>
                  <a:pt x="1613036" y="243545"/>
                </a:lnTo>
                <a:lnTo>
                  <a:pt x="1592356" y="243545"/>
                </a:lnTo>
                <a:lnTo>
                  <a:pt x="1571676" y="243545"/>
                </a:lnTo>
                <a:lnTo>
                  <a:pt x="1550996" y="243545"/>
                </a:lnTo>
                <a:lnTo>
                  <a:pt x="1530316" y="243545"/>
                </a:lnTo>
                <a:lnTo>
                  <a:pt x="1509636" y="243545"/>
                </a:lnTo>
                <a:lnTo>
                  <a:pt x="1488956" y="243545"/>
                </a:lnTo>
                <a:lnTo>
                  <a:pt x="1468276" y="243545"/>
                </a:lnTo>
                <a:lnTo>
                  <a:pt x="1447596" y="243545"/>
                </a:lnTo>
                <a:lnTo>
                  <a:pt x="1426916" y="243545"/>
                </a:lnTo>
                <a:lnTo>
                  <a:pt x="1406236" y="243545"/>
                </a:lnTo>
                <a:lnTo>
                  <a:pt x="1385556" y="243545"/>
                </a:lnTo>
                <a:lnTo>
                  <a:pt x="1364876" y="243545"/>
                </a:lnTo>
                <a:lnTo>
                  <a:pt x="1344197" y="243545"/>
                </a:lnTo>
                <a:lnTo>
                  <a:pt x="1323517" y="243545"/>
                </a:lnTo>
                <a:lnTo>
                  <a:pt x="1302837" y="243545"/>
                </a:lnTo>
                <a:lnTo>
                  <a:pt x="1282157" y="243545"/>
                </a:lnTo>
                <a:lnTo>
                  <a:pt x="1261477" y="243545"/>
                </a:lnTo>
                <a:lnTo>
                  <a:pt x="1240797" y="243545"/>
                </a:lnTo>
                <a:lnTo>
                  <a:pt x="1220117" y="243545"/>
                </a:lnTo>
                <a:lnTo>
                  <a:pt x="1199437" y="243545"/>
                </a:lnTo>
                <a:lnTo>
                  <a:pt x="1178757" y="243545"/>
                </a:lnTo>
                <a:lnTo>
                  <a:pt x="1158077" y="243545"/>
                </a:lnTo>
                <a:lnTo>
                  <a:pt x="1137397" y="243545"/>
                </a:lnTo>
                <a:lnTo>
                  <a:pt x="1116717" y="243545"/>
                </a:lnTo>
                <a:lnTo>
                  <a:pt x="1096037" y="243545"/>
                </a:lnTo>
                <a:lnTo>
                  <a:pt x="1075357" y="243545"/>
                </a:lnTo>
                <a:lnTo>
                  <a:pt x="1054677" y="243545"/>
                </a:lnTo>
                <a:lnTo>
                  <a:pt x="1033997" y="243545"/>
                </a:lnTo>
                <a:lnTo>
                  <a:pt x="1013317" y="243545"/>
                </a:lnTo>
                <a:lnTo>
                  <a:pt x="992637" y="243545"/>
                </a:lnTo>
                <a:lnTo>
                  <a:pt x="971957" y="243545"/>
                </a:lnTo>
                <a:lnTo>
                  <a:pt x="951278" y="243545"/>
                </a:lnTo>
                <a:lnTo>
                  <a:pt x="930598" y="243545"/>
                </a:lnTo>
                <a:lnTo>
                  <a:pt x="909918" y="243545"/>
                </a:lnTo>
                <a:lnTo>
                  <a:pt x="889238" y="243545"/>
                </a:lnTo>
                <a:lnTo>
                  <a:pt x="868558" y="243545"/>
                </a:lnTo>
                <a:lnTo>
                  <a:pt x="847878" y="243545"/>
                </a:lnTo>
                <a:lnTo>
                  <a:pt x="827198" y="243545"/>
                </a:lnTo>
                <a:lnTo>
                  <a:pt x="806518" y="243545"/>
                </a:lnTo>
                <a:lnTo>
                  <a:pt x="785838" y="243545"/>
                </a:lnTo>
                <a:lnTo>
                  <a:pt x="765158" y="243545"/>
                </a:lnTo>
                <a:lnTo>
                  <a:pt x="744478" y="243545"/>
                </a:lnTo>
                <a:lnTo>
                  <a:pt x="723798" y="243545"/>
                </a:lnTo>
                <a:lnTo>
                  <a:pt x="703118" y="243545"/>
                </a:lnTo>
                <a:lnTo>
                  <a:pt x="682438" y="243545"/>
                </a:lnTo>
                <a:lnTo>
                  <a:pt x="661758" y="243545"/>
                </a:lnTo>
                <a:lnTo>
                  <a:pt x="641078" y="243545"/>
                </a:lnTo>
                <a:lnTo>
                  <a:pt x="620398" y="243545"/>
                </a:lnTo>
                <a:lnTo>
                  <a:pt x="599718" y="243545"/>
                </a:lnTo>
                <a:lnTo>
                  <a:pt x="579039" y="243545"/>
                </a:lnTo>
                <a:lnTo>
                  <a:pt x="558359" y="243545"/>
                </a:lnTo>
                <a:lnTo>
                  <a:pt x="537679" y="243545"/>
                </a:lnTo>
                <a:lnTo>
                  <a:pt x="516999" y="243545"/>
                </a:lnTo>
                <a:lnTo>
                  <a:pt x="496319" y="243545"/>
                </a:lnTo>
                <a:lnTo>
                  <a:pt x="475639" y="243545"/>
                </a:lnTo>
                <a:lnTo>
                  <a:pt x="454959" y="243545"/>
                </a:lnTo>
                <a:lnTo>
                  <a:pt x="434279" y="243545"/>
                </a:lnTo>
                <a:lnTo>
                  <a:pt x="413599" y="243545"/>
                </a:lnTo>
                <a:lnTo>
                  <a:pt x="392919" y="243545"/>
                </a:lnTo>
                <a:lnTo>
                  <a:pt x="372239" y="243545"/>
                </a:lnTo>
                <a:lnTo>
                  <a:pt x="351559" y="243545"/>
                </a:lnTo>
                <a:lnTo>
                  <a:pt x="330879" y="243545"/>
                </a:lnTo>
                <a:lnTo>
                  <a:pt x="310199" y="243545"/>
                </a:lnTo>
                <a:lnTo>
                  <a:pt x="289519" y="243545"/>
                </a:lnTo>
                <a:lnTo>
                  <a:pt x="268839" y="243545"/>
                </a:lnTo>
                <a:lnTo>
                  <a:pt x="248159" y="243545"/>
                </a:lnTo>
                <a:lnTo>
                  <a:pt x="227479" y="243545"/>
                </a:lnTo>
                <a:lnTo>
                  <a:pt x="206799" y="243545"/>
                </a:lnTo>
                <a:lnTo>
                  <a:pt x="186120" y="243545"/>
                </a:lnTo>
                <a:lnTo>
                  <a:pt x="165440" y="243545"/>
                </a:lnTo>
                <a:lnTo>
                  <a:pt x="144760" y="243545"/>
                </a:lnTo>
                <a:lnTo>
                  <a:pt x="124080" y="243545"/>
                </a:lnTo>
                <a:lnTo>
                  <a:pt x="103400" y="243545"/>
                </a:lnTo>
                <a:lnTo>
                  <a:pt x="82720" y="243545"/>
                </a:lnTo>
                <a:lnTo>
                  <a:pt x="62040" y="243545"/>
                </a:lnTo>
                <a:lnTo>
                  <a:pt x="41360" y="243545"/>
                </a:lnTo>
                <a:lnTo>
                  <a:pt x="20680" y="243545"/>
                </a:lnTo>
                <a:lnTo>
                  <a:pt x="0" y="243545"/>
                </a:lnTo>
                <a:close/>
              </a:path>
            </a:pathLst>
          </a:custGeom>
          <a:solidFill>
            <a:srgbClr val="E4E8EB"/>
          </a:solidFill>
          <a:ln w="10478">
            <a:solidFill>
              <a:srgbClr val="7E8A94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raincloud.estimate-0-0">
            <a:extLst>
              <a:ext uri="{FF2B5EF4-FFF2-40B4-BE49-F238E27FC236}">
                <a16:creationId xmlns:a16="http://schemas.microsoft.com/office/drawing/2014/main" id="{0AD9CBE3-7514-40EB-A6DD-EFD8DE32E201}"/>
              </a:ext>
            </a:extLst>
          </p:cNvPr>
          <p:cNvSpPr>
            <a:spLocks noGrp="1"/>
          </p:cNvSpPr>
          <p:nvPr/>
        </p:nvSpPr>
        <p:spPr>
          <a:xfrm>
            <a:off x="2084854" y="1866900"/>
            <a:ext cx="57150" cy="571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raincloud.estimate-0-1">
            <a:extLst>
              <a:ext uri="{FF2B5EF4-FFF2-40B4-BE49-F238E27FC236}">
                <a16:creationId xmlns:a16="http://schemas.microsoft.com/office/drawing/2014/main" id="{9A3C8393-D381-4376-A266-AD05E6B10A24}"/>
              </a:ext>
            </a:extLst>
          </p:cNvPr>
          <p:cNvSpPr>
            <a:spLocks noGrp="1"/>
          </p:cNvSpPr>
          <p:nvPr/>
        </p:nvSpPr>
        <p:spPr>
          <a:xfrm>
            <a:off x="2084854" y="1924050"/>
            <a:ext cx="57150" cy="571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raincloud.estimate-0-2">
            <a:extLst>
              <a:ext uri="{FF2B5EF4-FFF2-40B4-BE49-F238E27FC236}">
                <a16:creationId xmlns:a16="http://schemas.microsoft.com/office/drawing/2014/main" id="{A08CEDFC-56D4-44AE-9406-BA274C6B53C2}"/>
              </a:ext>
            </a:extLst>
          </p:cNvPr>
          <p:cNvSpPr>
            <a:spLocks noGrp="1"/>
          </p:cNvSpPr>
          <p:nvPr/>
        </p:nvSpPr>
        <p:spPr>
          <a:xfrm>
            <a:off x="2084854" y="1809750"/>
            <a:ext cx="57150" cy="571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raincloud.estimate-0-3">
            <a:extLst>
              <a:ext uri="{FF2B5EF4-FFF2-40B4-BE49-F238E27FC236}">
                <a16:creationId xmlns:a16="http://schemas.microsoft.com/office/drawing/2014/main" id="{CC0AE16E-FEE7-4E70-809F-3DCF4F6EDB10}"/>
              </a:ext>
            </a:extLst>
          </p:cNvPr>
          <p:cNvSpPr>
            <a:spLocks noGrp="1"/>
          </p:cNvSpPr>
          <p:nvPr/>
        </p:nvSpPr>
        <p:spPr>
          <a:xfrm>
            <a:off x="2084854" y="1981200"/>
            <a:ext cx="57150" cy="571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raincloud.estimate-0-4">
            <a:extLst>
              <a:ext uri="{FF2B5EF4-FFF2-40B4-BE49-F238E27FC236}">
                <a16:creationId xmlns:a16="http://schemas.microsoft.com/office/drawing/2014/main" id="{0DFD86CB-AB8D-4243-892E-06F5EAD8783D}"/>
              </a:ext>
            </a:extLst>
          </p:cNvPr>
          <p:cNvSpPr>
            <a:spLocks noGrp="1"/>
          </p:cNvSpPr>
          <p:nvPr/>
        </p:nvSpPr>
        <p:spPr>
          <a:xfrm>
            <a:off x="2084854" y="1752600"/>
            <a:ext cx="57150" cy="571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raincloud.estimate-0-5">
            <a:extLst>
              <a:ext uri="{FF2B5EF4-FFF2-40B4-BE49-F238E27FC236}">
                <a16:creationId xmlns:a16="http://schemas.microsoft.com/office/drawing/2014/main" id="{333DB174-BA79-4297-855E-D3F9BA4068EA}"/>
              </a:ext>
            </a:extLst>
          </p:cNvPr>
          <p:cNvSpPr>
            <a:spLocks noGrp="1"/>
          </p:cNvSpPr>
          <p:nvPr/>
        </p:nvSpPr>
        <p:spPr>
          <a:xfrm>
            <a:off x="2084854" y="2038350"/>
            <a:ext cx="57150" cy="571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raincloud.estimate-0-6">
            <a:extLst>
              <a:ext uri="{FF2B5EF4-FFF2-40B4-BE49-F238E27FC236}">
                <a16:creationId xmlns:a16="http://schemas.microsoft.com/office/drawing/2014/main" id="{4F551FF3-7C05-444B-87CC-1209AED7301A}"/>
              </a:ext>
            </a:extLst>
          </p:cNvPr>
          <p:cNvSpPr>
            <a:spLocks noGrp="1"/>
          </p:cNvSpPr>
          <p:nvPr/>
        </p:nvSpPr>
        <p:spPr>
          <a:xfrm>
            <a:off x="2084854" y="1695450"/>
            <a:ext cx="57150" cy="571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raincloud.estimate-0-7">
            <a:extLst>
              <a:ext uri="{FF2B5EF4-FFF2-40B4-BE49-F238E27FC236}">
                <a16:creationId xmlns:a16="http://schemas.microsoft.com/office/drawing/2014/main" id="{6CE52CB0-1F3F-4D79-A96A-C9648EBE7599}"/>
              </a:ext>
            </a:extLst>
          </p:cNvPr>
          <p:cNvSpPr>
            <a:spLocks noGrp="1"/>
          </p:cNvSpPr>
          <p:nvPr/>
        </p:nvSpPr>
        <p:spPr>
          <a:xfrm>
            <a:off x="2084854" y="2095500"/>
            <a:ext cx="57150" cy="571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raincloud.estimate-0-8">
            <a:extLst>
              <a:ext uri="{FF2B5EF4-FFF2-40B4-BE49-F238E27FC236}">
                <a16:creationId xmlns:a16="http://schemas.microsoft.com/office/drawing/2014/main" id="{6A89F0D4-5A73-451B-97B2-485AAE4982F0}"/>
              </a:ext>
            </a:extLst>
          </p:cNvPr>
          <p:cNvSpPr>
            <a:spLocks noGrp="1"/>
          </p:cNvSpPr>
          <p:nvPr/>
        </p:nvSpPr>
        <p:spPr>
          <a:xfrm>
            <a:off x="2084854" y="1638300"/>
            <a:ext cx="57150" cy="571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raincloud.estimate-0-9">
            <a:extLst>
              <a:ext uri="{FF2B5EF4-FFF2-40B4-BE49-F238E27FC236}">
                <a16:creationId xmlns:a16="http://schemas.microsoft.com/office/drawing/2014/main" id="{0EE90147-0A56-4557-8146-70F068DED51C}"/>
              </a:ext>
            </a:extLst>
          </p:cNvPr>
          <p:cNvSpPr>
            <a:spLocks noGrp="1"/>
          </p:cNvSpPr>
          <p:nvPr/>
        </p:nvSpPr>
        <p:spPr>
          <a:xfrm>
            <a:off x="2084854" y="2152650"/>
            <a:ext cx="57150" cy="571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raincloud.estimate-0-10">
            <a:extLst>
              <a:ext uri="{FF2B5EF4-FFF2-40B4-BE49-F238E27FC236}">
                <a16:creationId xmlns:a16="http://schemas.microsoft.com/office/drawing/2014/main" id="{90A88286-3192-4507-AF31-38AF82769499}"/>
              </a:ext>
            </a:extLst>
          </p:cNvPr>
          <p:cNvSpPr>
            <a:spLocks noGrp="1"/>
          </p:cNvSpPr>
          <p:nvPr/>
        </p:nvSpPr>
        <p:spPr>
          <a:xfrm>
            <a:off x="3685672" y="1866900"/>
            <a:ext cx="57150" cy="571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raincloud.estimate-0-11">
            <a:extLst>
              <a:ext uri="{FF2B5EF4-FFF2-40B4-BE49-F238E27FC236}">
                <a16:creationId xmlns:a16="http://schemas.microsoft.com/office/drawing/2014/main" id="{77545370-8614-4031-BB9E-A5968C612065}"/>
              </a:ext>
            </a:extLst>
          </p:cNvPr>
          <p:cNvSpPr>
            <a:spLocks noGrp="1"/>
          </p:cNvSpPr>
          <p:nvPr/>
        </p:nvSpPr>
        <p:spPr>
          <a:xfrm>
            <a:off x="4501689" y="1866900"/>
            <a:ext cx="57150" cy="571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raincloud.estimate-0-12">
            <a:extLst>
              <a:ext uri="{FF2B5EF4-FFF2-40B4-BE49-F238E27FC236}">
                <a16:creationId xmlns:a16="http://schemas.microsoft.com/office/drawing/2014/main" id="{92A3FBCB-6C4A-4ACC-8CAC-2A78588C4680}"/>
              </a:ext>
            </a:extLst>
          </p:cNvPr>
          <p:cNvSpPr>
            <a:spLocks noGrp="1"/>
          </p:cNvSpPr>
          <p:nvPr/>
        </p:nvSpPr>
        <p:spPr>
          <a:xfrm>
            <a:off x="5017669" y="1866900"/>
            <a:ext cx="57150" cy="571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raincloud.estimate-0-13">
            <a:extLst>
              <a:ext uri="{FF2B5EF4-FFF2-40B4-BE49-F238E27FC236}">
                <a16:creationId xmlns:a16="http://schemas.microsoft.com/office/drawing/2014/main" id="{577C4707-0F32-49A7-9F84-DB2B7189D36D}"/>
              </a:ext>
            </a:extLst>
          </p:cNvPr>
          <p:cNvSpPr>
            <a:spLocks noGrp="1"/>
          </p:cNvSpPr>
          <p:nvPr/>
        </p:nvSpPr>
        <p:spPr>
          <a:xfrm>
            <a:off x="5385029" y="1866900"/>
            <a:ext cx="57150" cy="571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raincloud.estimate-0-14">
            <a:extLst>
              <a:ext uri="{FF2B5EF4-FFF2-40B4-BE49-F238E27FC236}">
                <a16:creationId xmlns:a16="http://schemas.microsoft.com/office/drawing/2014/main" id="{7E135FB6-1CD0-4DA9-B268-864352511EC3}"/>
              </a:ext>
            </a:extLst>
          </p:cNvPr>
          <p:cNvSpPr>
            <a:spLocks noGrp="1"/>
          </p:cNvSpPr>
          <p:nvPr/>
        </p:nvSpPr>
        <p:spPr>
          <a:xfrm>
            <a:off x="6114945" y="1866900"/>
            <a:ext cx="57150" cy="571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raincloud.estimate-0-15">
            <a:extLst>
              <a:ext uri="{FF2B5EF4-FFF2-40B4-BE49-F238E27FC236}">
                <a16:creationId xmlns:a16="http://schemas.microsoft.com/office/drawing/2014/main" id="{644DC6EA-7175-4C83-B817-14F386597953}"/>
              </a:ext>
            </a:extLst>
          </p:cNvPr>
          <p:cNvSpPr>
            <a:spLocks noGrp="1"/>
          </p:cNvSpPr>
          <p:nvPr/>
        </p:nvSpPr>
        <p:spPr>
          <a:xfrm>
            <a:off x="6194104" y="1866900"/>
            <a:ext cx="57150" cy="571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raincloud.estimate-0-16">
            <a:extLst>
              <a:ext uri="{FF2B5EF4-FFF2-40B4-BE49-F238E27FC236}">
                <a16:creationId xmlns:a16="http://schemas.microsoft.com/office/drawing/2014/main" id="{DB5DD1AC-DEEC-4250-9E5A-2BB2C17BE38B}"/>
              </a:ext>
            </a:extLst>
          </p:cNvPr>
          <p:cNvSpPr>
            <a:spLocks noGrp="1"/>
          </p:cNvSpPr>
          <p:nvPr/>
        </p:nvSpPr>
        <p:spPr>
          <a:xfrm>
            <a:off x="6380912" y="1866900"/>
            <a:ext cx="57150" cy="571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raincloud.estimate-0-17">
            <a:extLst>
              <a:ext uri="{FF2B5EF4-FFF2-40B4-BE49-F238E27FC236}">
                <a16:creationId xmlns:a16="http://schemas.microsoft.com/office/drawing/2014/main" id="{3B697AC4-DBB2-4773-849A-DFA69295F414}"/>
              </a:ext>
            </a:extLst>
          </p:cNvPr>
          <p:cNvSpPr>
            <a:spLocks noGrp="1"/>
          </p:cNvSpPr>
          <p:nvPr/>
        </p:nvSpPr>
        <p:spPr>
          <a:xfrm>
            <a:off x="6615519" y="1866900"/>
            <a:ext cx="57150" cy="571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raincloud.estimate-0-18">
            <a:extLst>
              <a:ext uri="{FF2B5EF4-FFF2-40B4-BE49-F238E27FC236}">
                <a16:creationId xmlns:a16="http://schemas.microsoft.com/office/drawing/2014/main" id="{E8058280-E663-49A6-9C4B-8A40E1EB37A0}"/>
              </a:ext>
            </a:extLst>
          </p:cNvPr>
          <p:cNvSpPr>
            <a:spLocks noGrp="1"/>
          </p:cNvSpPr>
          <p:nvPr/>
        </p:nvSpPr>
        <p:spPr>
          <a:xfrm>
            <a:off x="6661652" y="1924050"/>
            <a:ext cx="57150" cy="571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raincloud.estimate-0-19">
            <a:extLst>
              <a:ext uri="{FF2B5EF4-FFF2-40B4-BE49-F238E27FC236}">
                <a16:creationId xmlns:a16="http://schemas.microsoft.com/office/drawing/2014/main" id="{EB2DF107-F627-48E9-B3D8-4C264A8FFA73}"/>
              </a:ext>
            </a:extLst>
          </p:cNvPr>
          <p:cNvSpPr>
            <a:spLocks noGrp="1"/>
          </p:cNvSpPr>
          <p:nvPr/>
        </p:nvSpPr>
        <p:spPr>
          <a:xfrm>
            <a:off x="6774708" y="1866900"/>
            <a:ext cx="57150" cy="571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raincloud.estimate-0-20">
            <a:extLst>
              <a:ext uri="{FF2B5EF4-FFF2-40B4-BE49-F238E27FC236}">
                <a16:creationId xmlns:a16="http://schemas.microsoft.com/office/drawing/2014/main" id="{CE1472AF-D046-412C-AC3B-6E8F9D72F117}"/>
              </a:ext>
            </a:extLst>
          </p:cNvPr>
          <p:cNvSpPr>
            <a:spLocks noGrp="1"/>
          </p:cNvSpPr>
          <p:nvPr/>
        </p:nvSpPr>
        <p:spPr>
          <a:xfrm>
            <a:off x="6787479" y="1924050"/>
            <a:ext cx="57150" cy="571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raincloud.estimate-0-21">
            <a:extLst>
              <a:ext uri="{FF2B5EF4-FFF2-40B4-BE49-F238E27FC236}">
                <a16:creationId xmlns:a16="http://schemas.microsoft.com/office/drawing/2014/main" id="{005220F8-95EA-4553-9310-A9E8A7BEA263}"/>
              </a:ext>
            </a:extLst>
          </p:cNvPr>
          <p:cNvSpPr>
            <a:spLocks noGrp="1"/>
          </p:cNvSpPr>
          <p:nvPr/>
        </p:nvSpPr>
        <p:spPr>
          <a:xfrm>
            <a:off x="7000135" y="1866900"/>
            <a:ext cx="57150" cy="571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raincloud.estimate-0-22">
            <a:extLst>
              <a:ext uri="{FF2B5EF4-FFF2-40B4-BE49-F238E27FC236}">
                <a16:creationId xmlns:a16="http://schemas.microsoft.com/office/drawing/2014/main" id="{7417FE51-E952-4897-891C-0A120B408555}"/>
              </a:ext>
            </a:extLst>
          </p:cNvPr>
          <p:cNvSpPr>
            <a:spLocks noGrp="1"/>
          </p:cNvSpPr>
          <p:nvPr/>
        </p:nvSpPr>
        <p:spPr>
          <a:xfrm>
            <a:off x="7357984" y="1866900"/>
            <a:ext cx="57150" cy="571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raincloud.estimate-0-23">
            <a:extLst>
              <a:ext uri="{FF2B5EF4-FFF2-40B4-BE49-F238E27FC236}">
                <a16:creationId xmlns:a16="http://schemas.microsoft.com/office/drawing/2014/main" id="{1A18E45B-00C5-435E-9AC0-953B88D90C04}"/>
              </a:ext>
            </a:extLst>
          </p:cNvPr>
          <p:cNvSpPr>
            <a:spLocks noGrp="1"/>
          </p:cNvSpPr>
          <p:nvPr/>
        </p:nvSpPr>
        <p:spPr>
          <a:xfrm>
            <a:off x="7370361" y="1924050"/>
            <a:ext cx="57150" cy="571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raincloud.estimate-0-24">
            <a:extLst>
              <a:ext uri="{FF2B5EF4-FFF2-40B4-BE49-F238E27FC236}">
                <a16:creationId xmlns:a16="http://schemas.microsoft.com/office/drawing/2014/main" id="{95DE8B97-D49D-4294-8281-88FB666151FB}"/>
              </a:ext>
            </a:extLst>
          </p:cNvPr>
          <p:cNvSpPr>
            <a:spLocks noGrp="1"/>
          </p:cNvSpPr>
          <p:nvPr/>
        </p:nvSpPr>
        <p:spPr>
          <a:xfrm>
            <a:off x="7418428" y="1866900"/>
            <a:ext cx="57150" cy="571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raincloud.estimate-0-25">
            <a:extLst>
              <a:ext uri="{FF2B5EF4-FFF2-40B4-BE49-F238E27FC236}">
                <a16:creationId xmlns:a16="http://schemas.microsoft.com/office/drawing/2014/main" id="{615C534A-0F33-41C9-B9B8-4A425E080BA9}"/>
              </a:ext>
            </a:extLst>
          </p:cNvPr>
          <p:cNvSpPr>
            <a:spLocks noGrp="1"/>
          </p:cNvSpPr>
          <p:nvPr/>
        </p:nvSpPr>
        <p:spPr>
          <a:xfrm>
            <a:off x="7465904" y="1924050"/>
            <a:ext cx="57150" cy="571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raincloud.estimate-0-26">
            <a:extLst>
              <a:ext uri="{FF2B5EF4-FFF2-40B4-BE49-F238E27FC236}">
                <a16:creationId xmlns:a16="http://schemas.microsoft.com/office/drawing/2014/main" id="{2CA13637-75B1-44F5-A346-6528D8C58C59}"/>
              </a:ext>
            </a:extLst>
          </p:cNvPr>
          <p:cNvSpPr>
            <a:spLocks noGrp="1"/>
          </p:cNvSpPr>
          <p:nvPr/>
        </p:nvSpPr>
        <p:spPr>
          <a:xfrm>
            <a:off x="7967930" y="1866900"/>
            <a:ext cx="57150" cy="571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raincloud.estimate-0-27">
            <a:extLst>
              <a:ext uri="{FF2B5EF4-FFF2-40B4-BE49-F238E27FC236}">
                <a16:creationId xmlns:a16="http://schemas.microsoft.com/office/drawing/2014/main" id="{D0E2D247-D3BC-4AF9-ACBA-157714338A43}"/>
              </a:ext>
            </a:extLst>
          </p:cNvPr>
          <p:cNvSpPr>
            <a:spLocks noGrp="1"/>
          </p:cNvSpPr>
          <p:nvPr/>
        </p:nvSpPr>
        <p:spPr>
          <a:xfrm>
            <a:off x="8525749" y="1866900"/>
            <a:ext cx="57150" cy="571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raincloud.estimate-0-28">
            <a:extLst>
              <a:ext uri="{FF2B5EF4-FFF2-40B4-BE49-F238E27FC236}">
                <a16:creationId xmlns:a16="http://schemas.microsoft.com/office/drawing/2014/main" id="{71C7B9EB-FA4B-4630-9DB6-05F88E9AC10E}"/>
              </a:ext>
            </a:extLst>
          </p:cNvPr>
          <p:cNvSpPr>
            <a:spLocks noGrp="1"/>
          </p:cNvSpPr>
          <p:nvPr/>
        </p:nvSpPr>
        <p:spPr>
          <a:xfrm>
            <a:off x="8539477" y="1924050"/>
            <a:ext cx="57150" cy="571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raincloud.estimate-0-29">
            <a:extLst>
              <a:ext uri="{FF2B5EF4-FFF2-40B4-BE49-F238E27FC236}">
                <a16:creationId xmlns:a16="http://schemas.microsoft.com/office/drawing/2014/main" id="{E759F1E4-788C-42C0-BC63-0E2C9CA20893}"/>
              </a:ext>
            </a:extLst>
          </p:cNvPr>
          <p:cNvSpPr>
            <a:spLocks noGrp="1"/>
          </p:cNvSpPr>
          <p:nvPr/>
        </p:nvSpPr>
        <p:spPr>
          <a:xfrm>
            <a:off x="8542714" y="1809750"/>
            <a:ext cx="57150" cy="571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box.range-0">
            <a:extLst>
              <a:ext uri="{FF2B5EF4-FFF2-40B4-BE49-F238E27FC236}">
                <a16:creationId xmlns:a16="http://schemas.microsoft.com/office/drawing/2014/main" id="{B788D671-664E-4CB2-BB4A-7AEDC989AE10}"/>
              </a:ext>
            </a:extLst>
          </p:cNvPr>
          <p:cNvSpPr>
            <a:spLocks noGrp="1"/>
          </p:cNvSpPr>
          <p:nvPr/>
        </p:nvSpPr>
        <p:spPr>
          <a:xfrm>
            <a:off x="2113429" y="1685925"/>
            <a:ext cx="6457859" cy="953"/>
          </a:xfrm>
          <a:custGeom>
            <a:avLst/>
            <a:gdLst/>
            <a:ahLst/>
            <a:cxnLst/>
            <a:rect l="0" t="0" r="0" b="0"/>
            <a:pathLst>
              <a:path w="6457859" h="953">
                <a:moveTo>
                  <a:pt x="0" y="0"/>
                </a:moveTo>
                <a:lnTo>
                  <a:pt x="6457859" y="0"/>
                </a:lnTo>
              </a:path>
            </a:pathLst>
          </a:custGeom>
          <a:noFill/>
          <a:ln w="9525">
            <a:solidFill>
              <a:srgbClr val="7E8A94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box.iqr-0">
            <a:extLst>
              <a:ext uri="{FF2B5EF4-FFF2-40B4-BE49-F238E27FC236}">
                <a16:creationId xmlns:a16="http://schemas.microsoft.com/office/drawing/2014/main" id="{30C05AD2-B4CE-474A-8720-CD03BAAE5EFB}"/>
              </a:ext>
            </a:extLst>
          </p:cNvPr>
          <p:cNvSpPr>
            <a:spLocks noGrp="1"/>
          </p:cNvSpPr>
          <p:nvPr/>
        </p:nvSpPr>
        <p:spPr>
          <a:xfrm>
            <a:off x="2113429" y="1685925"/>
            <a:ext cx="5183667" cy="953"/>
          </a:xfrm>
          <a:custGeom>
            <a:avLst/>
            <a:gdLst/>
            <a:ahLst/>
            <a:cxnLst/>
            <a:rect l="0" t="0" r="0" b="0"/>
            <a:pathLst>
              <a:path w="5183667" h="953">
                <a:moveTo>
                  <a:pt x="0" y="0"/>
                </a:moveTo>
                <a:lnTo>
                  <a:pt x="5183667" y="0"/>
                </a:lnTo>
              </a:path>
            </a:pathLst>
          </a:custGeom>
          <a:noFill/>
          <a:ln w="57150">
            <a:solidFill>
              <a:srgbClr val="7E8A94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box.median-0">
            <a:extLst>
              <a:ext uri="{FF2B5EF4-FFF2-40B4-BE49-F238E27FC236}">
                <a16:creationId xmlns:a16="http://schemas.microsoft.com/office/drawing/2014/main" id="{7FE6AAC1-B6D1-4906-8CF4-1B0813DDB3F9}"/>
              </a:ext>
            </a:extLst>
          </p:cNvPr>
          <p:cNvSpPr>
            <a:spLocks noGrp="1"/>
          </p:cNvSpPr>
          <p:nvPr/>
        </p:nvSpPr>
        <p:spPr>
          <a:xfrm>
            <a:off x="6183099" y="1628775"/>
            <a:ext cx="953" cy="114300"/>
          </a:xfrm>
          <a:custGeom>
            <a:avLst/>
            <a:gdLst/>
            <a:ahLst/>
            <a:cxnLst/>
            <a:rect l="0" t="0" r="0" b="0"/>
            <a:pathLst>
              <a:path w="953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20955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raincloud.density-1">
            <a:extLst>
              <a:ext uri="{FF2B5EF4-FFF2-40B4-BE49-F238E27FC236}">
                <a16:creationId xmlns:a16="http://schemas.microsoft.com/office/drawing/2014/main" id="{747A6874-3387-4A35-ADF4-40D6767E4BEC}"/>
              </a:ext>
            </a:extLst>
          </p:cNvPr>
          <p:cNvSpPr>
            <a:spLocks noGrp="1"/>
          </p:cNvSpPr>
          <p:nvPr/>
        </p:nvSpPr>
        <p:spPr>
          <a:xfrm>
            <a:off x="2113429" y="2247900"/>
            <a:ext cx="7237981" cy="342900"/>
          </a:xfrm>
          <a:custGeom>
            <a:avLst/>
            <a:gdLst/>
            <a:ahLst/>
            <a:cxnLst/>
            <a:rect l="0" t="0" r="0" b="0"/>
            <a:pathLst>
              <a:path w="7237981" h="342900">
                <a:moveTo>
                  <a:pt x="0" y="342735"/>
                </a:moveTo>
                <a:lnTo>
                  <a:pt x="20680" y="342734"/>
                </a:lnTo>
                <a:lnTo>
                  <a:pt x="41360" y="342730"/>
                </a:lnTo>
                <a:lnTo>
                  <a:pt x="62040" y="342725"/>
                </a:lnTo>
                <a:lnTo>
                  <a:pt x="82720" y="342717"/>
                </a:lnTo>
                <a:lnTo>
                  <a:pt x="103400" y="342708"/>
                </a:lnTo>
                <a:lnTo>
                  <a:pt x="124080" y="342696"/>
                </a:lnTo>
                <a:lnTo>
                  <a:pt x="144760" y="342681"/>
                </a:lnTo>
                <a:lnTo>
                  <a:pt x="165440" y="342664"/>
                </a:lnTo>
                <a:lnTo>
                  <a:pt x="186120" y="342644"/>
                </a:lnTo>
                <a:lnTo>
                  <a:pt x="206799" y="342621"/>
                </a:lnTo>
                <a:lnTo>
                  <a:pt x="227479" y="342595"/>
                </a:lnTo>
                <a:lnTo>
                  <a:pt x="248159" y="342566"/>
                </a:lnTo>
                <a:lnTo>
                  <a:pt x="268839" y="342534"/>
                </a:lnTo>
                <a:lnTo>
                  <a:pt x="289519" y="342498"/>
                </a:lnTo>
                <a:lnTo>
                  <a:pt x="310199" y="342458"/>
                </a:lnTo>
                <a:lnTo>
                  <a:pt x="330879" y="342414"/>
                </a:lnTo>
                <a:lnTo>
                  <a:pt x="351559" y="342365"/>
                </a:lnTo>
                <a:lnTo>
                  <a:pt x="372239" y="342311"/>
                </a:lnTo>
                <a:lnTo>
                  <a:pt x="392919" y="342253"/>
                </a:lnTo>
                <a:lnTo>
                  <a:pt x="413599" y="342188"/>
                </a:lnTo>
                <a:lnTo>
                  <a:pt x="434279" y="342118"/>
                </a:lnTo>
                <a:lnTo>
                  <a:pt x="454959" y="342041"/>
                </a:lnTo>
                <a:lnTo>
                  <a:pt x="475639" y="341958"/>
                </a:lnTo>
                <a:lnTo>
                  <a:pt x="496319" y="341867"/>
                </a:lnTo>
                <a:lnTo>
                  <a:pt x="516999" y="341768"/>
                </a:lnTo>
                <a:lnTo>
                  <a:pt x="537679" y="341661"/>
                </a:lnTo>
                <a:lnTo>
                  <a:pt x="558359" y="341546"/>
                </a:lnTo>
                <a:lnTo>
                  <a:pt x="579039" y="341421"/>
                </a:lnTo>
                <a:lnTo>
                  <a:pt x="599718" y="341285"/>
                </a:lnTo>
                <a:lnTo>
                  <a:pt x="620398" y="341140"/>
                </a:lnTo>
                <a:lnTo>
                  <a:pt x="641078" y="340983"/>
                </a:lnTo>
                <a:lnTo>
                  <a:pt x="661758" y="340814"/>
                </a:lnTo>
                <a:lnTo>
                  <a:pt x="682438" y="340632"/>
                </a:lnTo>
                <a:lnTo>
                  <a:pt x="703118" y="340437"/>
                </a:lnTo>
                <a:lnTo>
                  <a:pt x="723798" y="340228"/>
                </a:lnTo>
                <a:lnTo>
                  <a:pt x="744478" y="340005"/>
                </a:lnTo>
                <a:lnTo>
                  <a:pt x="765158" y="339765"/>
                </a:lnTo>
                <a:lnTo>
                  <a:pt x="785838" y="339510"/>
                </a:lnTo>
                <a:lnTo>
                  <a:pt x="806518" y="339237"/>
                </a:lnTo>
                <a:lnTo>
                  <a:pt x="827198" y="338946"/>
                </a:lnTo>
                <a:lnTo>
                  <a:pt x="847878" y="338637"/>
                </a:lnTo>
                <a:lnTo>
                  <a:pt x="868558" y="338308"/>
                </a:lnTo>
                <a:lnTo>
                  <a:pt x="889238" y="337958"/>
                </a:lnTo>
                <a:lnTo>
                  <a:pt x="909918" y="337588"/>
                </a:lnTo>
                <a:lnTo>
                  <a:pt x="930598" y="337195"/>
                </a:lnTo>
                <a:lnTo>
                  <a:pt x="951278" y="336779"/>
                </a:lnTo>
                <a:lnTo>
                  <a:pt x="971957" y="336339"/>
                </a:lnTo>
                <a:lnTo>
                  <a:pt x="992637" y="335875"/>
                </a:lnTo>
                <a:lnTo>
                  <a:pt x="1013317" y="335386"/>
                </a:lnTo>
                <a:lnTo>
                  <a:pt x="1033997" y="334870"/>
                </a:lnTo>
                <a:lnTo>
                  <a:pt x="1054677" y="334327"/>
                </a:lnTo>
                <a:lnTo>
                  <a:pt x="1075357" y="333756"/>
                </a:lnTo>
                <a:lnTo>
                  <a:pt x="1096037" y="333157"/>
                </a:lnTo>
                <a:lnTo>
                  <a:pt x="1116717" y="332529"/>
                </a:lnTo>
                <a:lnTo>
                  <a:pt x="1137397" y="331870"/>
                </a:lnTo>
                <a:lnTo>
                  <a:pt x="1158077" y="331181"/>
                </a:lnTo>
                <a:lnTo>
                  <a:pt x="1178757" y="330461"/>
                </a:lnTo>
                <a:lnTo>
                  <a:pt x="1199437" y="329710"/>
                </a:lnTo>
                <a:lnTo>
                  <a:pt x="1220117" y="328926"/>
                </a:lnTo>
                <a:lnTo>
                  <a:pt x="1240797" y="328109"/>
                </a:lnTo>
                <a:lnTo>
                  <a:pt x="1261477" y="327260"/>
                </a:lnTo>
                <a:lnTo>
                  <a:pt x="1282157" y="326376"/>
                </a:lnTo>
                <a:lnTo>
                  <a:pt x="1302837" y="325460"/>
                </a:lnTo>
                <a:lnTo>
                  <a:pt x="1323517" y="324509"/>
                </a:lnTo>
                <a:lnTo>
                  <a:pt x="1344197" y="323524"/>
                </a:lnTo>
                <a:lnTo>
                  <a:pt x="1364876" y="322504"/>
                </a:lnTo>
                <a:lnTo>
                  <a:pt x="1385556" y="321451"/>
                </a:lnTo>
                <a:lnTo>
                  <a:pt x="1406236" y="320363"/>
                </a:lnTo>
                <a:lnTo>
                  <a:pt x="1426916" y="319241"/>
                </a:lnTo>
                <a:lnTo>
                  <a:pt x="1447596" y="318085"/>
                </a:lnTo>
                <a:lnTo>
                  <a:pt x="1468276" y="316895"/>
                </a:lnTo>
                <a:lnTo>
                  <a:pt x="1488956" y="315671"/>
                </a:lnTo>
                <a:lnTo>
                  <a:pt x="1509636" y="314415"/>
                </a:lnTo>
                <a:lnTo>
                  <a:pt x="1530316" y="313126"/>
                </a:lnTo>
                <a:lnTo>
                  <a:pt x="1550996" y="311805"/>
                </a:lnTo>
                <a:lnTo>
                  <a:pt x="1571676" y="310452"/>
                </a:lnTo>
                <a:lnTo>
                  <a:pt x="1592356" y="309069"/>
                </a:lnTo>
                <a:lnTo>
                  <a:pt x="1613036" y="307655"/>
                </a:lnTo>
                <a:lnTo>
                  <a:pt x="1633716" y="306212"/>
                </a:lnTo>
                <a:lnTo>
                  <a:pt x="1654396" y="304741"/>
                </a:lnTo>
                <a:lnTo>
                  <a:pt x="1675076" y="303242"/>
                </a:lnTo>
                <a:lnTo>
                  <a:pt x="1695756" y="301717"/>
                </a:lnTo>
                <a:lnTo>
                  <a:pt x="1716436" y="300166"/>
                </a:lnTo>
                <a:lnTo>
                  <a:pt x="1737116" y="298591"/>
                </a:lnTo>
                <a:lnTo>
                  <a:pt x="1757795" y="296992"/>
                </a:lnTo>
                <a:lnTo>
                  <a:pt x="1778475" y="295371"/>
                </a:lnTo>
                <a:lnTo>
                  <a:pt x="1799155" y="293729"/>
                </a:lnTo>
                <a:lnTo>
                  <a:pt x="1819835" y="292067"/>
                </a:lnTo>
                <a:lnTo>
                  <a:pt x="1840515" y="290387"/>
                </a:lnTo>
                <a:lnTo>
                  <a:pt x="1861195" y="288689"/>
                </a:lnTo>
                <a:lnTo>
                  <a:pt x="1881875" y="286976"/>
                </a:lnTo>
                <a:lnTo>
                  <a:pt x="1902555" y="285247"/>
                </a:lnTo>
                <a:lnTo>
                  <a:pt x="1923235" y="283506"/>
                </a:lnTo>
                <a:lnTo>
                  <a:pt x="1943915" y="281752"/>
                </a:lnTo>
                <a:lnTo>
                  <a:pt x="1964595" y="279987"/>
                </a:lnTo>
                <a:lnTo>
                  <a:pt x="1985275" y="278213"/>
                </a:lnTo>
                <a:lnTo>
                  <a:pt x="2005955" y="276430"/>
                </a:lnTo>
                <a:lnTo>
                  <a:pt x="2026635" y="274640"/>
                </a:lnTo>
                <a:lnTo>
                  <a:pt x="2047315" y="272845"/>
                </a:lnTo>
                <a:lnTo>
                  <a:pt x="2067995" y="271045"/>
                </a:lnTo>
                <a:lnTo>
                  <a:pt x="2088675" y="269241"/>
                </a:lnTo>
                <a:lnTo>
                  <a:pt x="2109355" y="267435"/>
                </a:lnTo>
                <a:lnTo>
                  <a:pt x="2130034" y="265628"/>
                </a:lnTo>
                <a:lnTo>
                  <a:pt x="2150714" y="263821"/>
                </a:lnTo>
                <a:lnTo>
                  <a:pt x="2171394" y="262014"/>
                </a:lnTo>
                <a:lnTo>
                  <a:pt x="2192074" y="260209"/>
                </a:lnTo>
                <a:lnTo>
                  <a:pt x="2212754" y="258407"/>
                </a:lnTo>
                <a:lnTo>
                  <a:pt x="2233434" y="256608"/>
                </a:lnTo>
                <a:lnTo>
                  <a:pt x="2254114" y="254813"/>
                </a:lnTo>
                <a:lnTo>
                  <a:pt x="2274794" y="253023"/>
                </a:lnTo>
                <a:lnTo>
                  <a:pt x="2295474" y="251238"/>
                </a:lnTo>
                <a:lnTo>
                  <a:pt x="2316154" y="249460"/>
                </a:lnTo>
                <a:lnTo>
                  <a:pt x="2336834" y="247688"/>
                </a:lnTo>
                <a:lnTo>
                  <a:pt x="2357514" y="245923"/>
                </a:lnTo>
                <a:lnTo>
                  <a:pt x="2378194" y="244165"/>
                </a:lnTo>
                <a:lnTo>
                  <a:pt x="2398874" y="242415"/>
                </a:lnTo>
                <a:lnTo>
                  <a:pt x="2419554" y="240673"/>
                </a:lnTo>
                <a:lnTo>
                  <a:pt x="2440234" y="238939"/>
                </a:lnTo>
                <a:lnTo>
                  <a:pt x="2460914" y="237213"/>
                </a:lnTo>
                <a:lnTo>
                  <a:pt x="2481594" y="235495"/>
                </a:lnTo>
                <a:lnTo>
                  <a:pt x="2502274" y="233784"/>
                </a:lnTo>
                <a:lnTo>
                  <a:pt x="2522953" y="232082"/>
                </a:lnTo>
                <a:lnTo>
                  <a:pt x="2543633" y="230387"/>
                </a:lnTo>
                <a:lnTo>
                  <a:pt x="2564313" y="228699"/>
                </a:lnTo>
                <a:lnTo>
                  <a:pt x="2584993" y="227019"/>
                </a:lnTo>
                <a:lnTo>
                  <a:pt x="2605673" y="225344"/>
                </a:lnTo>
                <a:lnTo>
                  <a:pt x="2626353" y="223675"/>
                </a:lnTo>
                <a:lnTo>
                  <a:pt x="2647033" y="222012"/>
                </a:lnTo>
                <a:lnTo>
                  <a:pt x="2667713" y="220353"/>
                </a:lnTo>
                <a:lnTo>
                  <a:pt x="2688393" y="218697"/>
                </a:lnTo>
                <a:lnTo>
                  <a:pt x="2709073" y="217045"/>
                </a:lnTo>
                <a:lnTo>
                  <a:pt x="2729753" y="215395"/>
                </a:lnTo>
                <a:lnTo>
                  <a:pt x="2750433" y="213746"/>
                </a:lnTo>
                <a:lnTo>
                  <a:pt x="2771113" y="212096"/>
                </a:lnTo>
                <a:lnTo>
                  <a:pt x="2791793" y="210446"/>
                </a:lnTo>
                <a:lnTo>
                  <a:pt x="2812473" y="208794"/>
                </a:lnTo>
                <a:lnTo>
                  <a:pt x="2833153" y="207138"/>
                </a:lnTo>
                <a:lnTo>
                  <a:pt x="2853833" y="205477"/>
                </a:lnTo>
                <a:lnTo>
                  <a:pt x="2874513" y="203811"/>
                </a:lnTo>
                <a:lnTo>
                  <a:pt x="2895193" y="202137"/>
                </a:lnTo>
                <a:lnTo>
                  <a:pt x="2915872" y="200455"/>
                </a:lnTo>
                <a:lnTo>
                  <a:pt x="2936552" y="198763"/>
                </a:lnTo>
                <a:lnTo>
                  <a:pt x="2957232" y="197059"/>
                </a:lnTo>
                <a:lnTo>
                  <a:pt x="2977912" y="195342"/>
                </a:lnTo>
                <a:lnTo>
                  <a:pt x="2998592" y="193610"/>
                </a:lnTo>
                <a:lnTo>
                  <a:pt x="3019272" y="191862"/>
                </a:lnTo>
                <a:lnTo>
                  <a:pt x="3039952" y="190097"/>
                </a:lnTo>
                <a:lnTo>
                  <a:pt x="3060632" y="188312"/>
                </a:lnTo>
                <a:lnTo>
                  <a:pt x="3081312" y="186507"/>
                </a:lnTo>
                <a:lnTo>
                  <a:pt x="3101992" y="184679"/>
                </a:lnTo>
                <a:lnTo>
                  <a:pt x="3122672" y="182828"/>
                </a:lnTo>
                <a:lnTo>
                  <a:pt x="3143352" y="180951"/>
                </a:lnTo>
                <a:lnTo>
                  <a:pt x="3164032" y="179048"/>
                </a:lnTo>
                <a:lnTo>
                  <a:pt x="3184712" y="177116"/>
                </a:lnTo>
                <a:lnTo>
                  <a:pt x="3205392" y="175155"/>
                </a:lnTo>
                <a:lnTo>
                  <a:pt x="3226072" y="173162"/>
                </a:lnTo>
                <a:lnTo>
                  <a:pt x="3246752" y="171138"/>
                </a:lnTo>
                <a:lnTo>
                  <a:pt x="3267432" y="169080"/>
                </a:lnTo>
                <a:lnTo>
                  <a:pt x="3288111" y="166988"/>
                </a:lnTo>
                <a:lnTo>
                  <a:pt x="3308791" y="164860"/>
                </a:lnTo>
                <a:lnTo>
                  <a:pt x="3329471" y="162696"/>
                </a:lnTo>
                <a:lnTo>
                  <a:pt x="3350151" y="160494"/>
                </a:lnTo>
                <a:lnTo>
                  <a:pt x="3370831" y="158254"/>
                </a:lnTo>
                <a:lnTo>
                  <a:pt x="3391511" y="155976"/>
                </a:lnTo>
                <a:lnTo>
                  <a:pt x="3412191" y="153658"/>
                </a:lnTo>
                <a:lnTo>
                  <a:pt x="3432871" y="151300"/>
                </a:lnTo>
                <a:lnTo>
                  <a:pt x="3453551" y="148903"/>
                </a:lnTo>
                <a:lnTo>
                  <a:pt x="3474231" y="146466"/>
                </a:lnTo>
                <a:lnTo>
                  <a:pt x="3494911" y="143988"/>
                </a:lnTo>
                <a:lnTo>
                  <a:pt x="3515591" y="141471"/>
                </a:lnTo>
                <a:lnTo>
                  <a:pt x="3536271" y="138915"/>
                </a:lnTo>
                <a:lnTo>
                  <a:pt x="3556951" y="136319"/>
                </a:lnTo>
                <a:lnTo>
                  <a:pt x="3577631" y="133685"/>
                </a:lnTo>
                <a:lnTo>
                  <a:pt x="3598311" y="131013"/>
                </a:lnTo>
                <a:lnTo>
                  <a:pt x="3618991" y="128305"/>
                </a:lnTo>
                <a:lnTo>
                  <a:pt x="3639671" y="125561"/>
                </a:lnTo>
                <a:lnTo>
                  <a:pt x="3660351" y="122782"/>
                </a:lnTo>
                <a:lnTo>
                  <a:pt x="3681030" y="119971"/>
                </a:lnTo>
                <a:lnTo>
                  <a:pt x="3701710" y="117129"/>
                </a:lnTo>
                <a:lnTo>
                  <a:pt x="3722390" y="114257"/>
                </a:lnTo>
                <a:lnTo>
                  <a:pt x="3743070" y="111357"/>
                </a:lnTo>
                <a:lnTo>
                  <a:pt x="3763750" y="108432"/>
                </a:lnTo>
                <a:lnTo>
                  <a:pt x="3784430" y="105484"/>
                </a:lnTo>
                <a:lnTo>
                  <a:pt x="3805110" y="102514"/>
                </a:lnTo>
                <a:lnTo>
                  <a:pt x="3825790" y="99526"/>
                </a:lnTo>
                <a:lnTo>
                  <a:pt x="3846470" y="96522"/>
                </a:lnTo>
                <a:lnTo>
                  <a:pt x="3867150" y="93506"/>
                </a:lnTo>
                <a:lnTo>
                  <a:pt x="3887830" y="90478"/>
                </a:lnTo>
                <a:lnTo>
                  <a:pt x="3908510" y="87444"/>
                </a:lnTo>
                <a:lnTo>
                  <a:pt x="3929190" y="84406"/>
                </a:lnTo>
                <a:lnTo>
                  <a:pt x="3949870" y="81367"/>
                </a:lnTo>
                <a:lnTo>
                  <a:pt x="3970550" y="78330"/>
                </a:lnTo>
                <a:lnTo>
                  <a:pt x="3991230" y="75299"/>
                </a:lnTo>
                <a:lnTo>
                  <a:pt x="4011910" y="72278"/>
                </a:lnTo>
                <a:lnTo>
                  <a:pt x="4032590" y="69270"/>
                </a:lnTo>
                <a:lnTo>
                  <a:pt x="4053270" y="66278"/>
                </a:lnTo>
                <a:lnTo>
                  <a:pt x="4073949" y="63307"/>
                </a:lnTo>
                <a:lnTo>
                  <a:pt x="4094629" y="60360"/>
                </a:lnTo>
                <a:lnTo>
                  <a:pt x="4115309" y="57441"/>
                </a:lnTo>
                <a:lnTo>
                  <a:pt x="4135989" y="54554"/>
                </a:lnTo>
                <a:lnTo>
                  <a:pt x="4156669" y="51702"/>
                </a:lnTo>
                <a:lnTo>
                  <a:pt x="4177349" y="48890"/>
                </a:lnTo>
                <a:lnTo>
                  <a:pt x="4198029" y="46122"/>
                </a:lnTo>
                <a:lnTo>
                  <a:pt x="4218709" y="43400"/>
                </a:lnTo>
                <a:lnTo>
                  <a:pt x="4239389" y="40730"/>
                </a:lnTo>
                <a:lnTo>
                  <a:pt x="4260069" y="38114"/>
                </a:lnTo>
                <a:lnTo>
                  <a:pt x="4280749" y="35558"/>
                </a:lnTo>
                <a:lnTo>
                  <a:pt x="4301429" y="33064"/>
                </a:lnTo>
                <a:lnTo>
                  <a:pt x="4322109" y="30635"/>
                </a:lnTo>
                <a:lnTo>
                  <a:pt x="4342789" y="28277"/>
                </a:lnTo>
                <a:lnTo>
                  <a:pt x="4363469" y="25992"/>
                </a:lnTo>
                <a:lnTo>
                  <a:pt x="4384149" y="23784"/>
                </a:lnTo>
                <a:lnTo>
                  <a:pt x="4404829" y="21655"/>
                </a:lnTo>
                <a:lnTo>
                  <a:pt x="4425509" y="19611"/>
                </a:lnTo>
                <a:lnTo>
                  <a:pt x="4446189" y="17653"/>
                </a:lnTo>
                <a:lnTo>
                  <a:pt x="4466868" y="15784"/>
                </a:lnTo>
                <a:lnTo>
                  <a:pt x="4487548" y="14008"/>
                </a:lnTo>
                <a:lnTo>
                  <a:pt x="4508228" y="12328"/>
                </a:lnTo>
                <a:lnTo>
                  <a:pt x="4528908" y="10746"/>
                </a:lnTo>
                <a:lnTo>
                  <a:pt x="4549588" y="9264"/>
                </a:lnTo>
                <a:lnTo>
                  <a:pt x="4570268" y="7885"/>
                </a:lnTo>
                <a:lnTo>
                  <a:pt x="4590948" y="6612"/>
                </a:lnTo>
                <a:lnTo>
                  <a:pt x="4611628" y="5446"/>
                </a:lnTo>
                <a:lnTo>
                  <a:pt x="4632308" y="4389"/>
                </a:lnTo>
                <a:lnTo>
                  <a:pt x="4652988" y="3442"/>
                </a:lnTo>
                <a:lnTo>
                  <a:pt x="4673668" y="2608"/>
                </a:lnTo>
                <a:lnTo>
                  <a:pt x="4694348" y="1888"/>
                </a:lnTo>
                <a:lnTo>
                  <a:pt x="4715028" y="1282"/>
                </a:lnTo>
                <a:lnTo>
                  <a:pt x="4735708" y="792"/>
                </a:lnTo>
                <a:lnTo>
                  <a:pt x="4756388" y="418"/>
                </a:lnTo>
                <a:lnTo>
                  <a:pt x="4777068" y="162"/>
                </a:lnTo>
                <a:lnTo>
                  <a:pt x="4797748" y="22"/>
                </a:lnTo>
                <a:lnTo>
                  <a:pt x="4818428" y="0"/>
                </a:lnTo>
                <a:lnTo>
                  <a:pt x="4839107" y="95"/>
                </a:lnTo>
                <a:lnTo>
                  <a:pt x="4859787" y="307"/>
                </a:lnTo>
                <a:lnTo>
                  <a:pt x="4880467" y="635"/>
                </a:lnTo>
                <a:lnTo>
                  <a:pt x="4901147" y="1079"/>
                </a:lnTo>
                <a:lnTo>
                  <a:pt x="4921827" y="1638"/>
                </a:lnTo>
                <a:lnTo>
                  <a:pt x="4942507" y="2310"/>
                </a:lnTo>
                <a:lnTo>
                  <a:pt x="4963187" y="3094"/>
                </a:lnTo>
                <a:lnTo>
                  <a:pt x="4983867" y="3989"/>
                </a:lnTo>
                <a:lnTo>
                  <a:pt x="5004547" y="4992"/>
                </a:lnTo>
                <a:lnTo>
                  <a:pt x="5025227" y="6102"/>
                </a:lnTo>
                <a:lnTo>
                  <a:pt x="5045907" y="7316"/>
                </a:lnTo>
                <a:lnTo>
                  <a:pt x="5066587" y="8632"/>
                </a:lnTo>
                <a:lnTo>
                  <a:pt x="5087267" y="10047"/>
                </a:lnTo>
                <a:lnTo>
                  <a:pt x="5107947" y="11559"/>
                </a:lnTo>
                <a:lnTo>
                  <a:pt x="5128627" y="13164"/>
                </a:lnTo>
                <a:lnTo>
                  <a:pt x="5149307" y="14860"/>
                </a:lnTo>
                <a:lnTo>
                  <a:pt x="5169987" y="16643"/>
                </a:lnTo>
                <a:lnTo>
                  <a:pt x="5190667" y="18509"/>
                </a:lnTo>
                <a:lnTo>
                  <a:pt x="5211347" y="20456"/>
                </a:lnTo>
                <a:lnTo>
                  <a:pt x="5232026" y="22478"/>
                </a:lnTo>
                <a:lnTo>
                  <a:pt x="5252706" y="24573"/>
                </a:lnTo>
                <a:lnTo>
                  <a:pt x="5273386" y="26736"/>
                </a:lnTo>
                <a:lnTo>
                  <a:pt x="5294066" y="28963"/>
                </a:lnTo>
                <a:lnTo>
                  <a:pt x="5314746" y="31250"/>
                </a:lnTo>
                <a:lnTo>
                  <a:pt x="5335426" y="33593"/>
                </a:lnTo>
                <a:lnTo>
                  <a:pt x="5356106" y="35987"/>
                </a:lnTo>
                <a:lnTo>
                  <a:pt x="5376786" y="38429"/>
                </a:lnTo>
                <a:lnTo>
                  <a:pt x="5397466" y="40913"/>
                </a:lnTo>
                <a:lnTo>
                  <a:pt x="5418146" y="43435"/>
                </a:lnTo>
                <a:lnTo>
                  <a:pt x="5438826" y="45992"/>
                </a:lnTo>
                <a:lnTo>
                  <a:pt x="5459506" y="48578"/>
                </a:lnTo>
                <a:lnTo>
                  <a:pt x="5480186" y="51189"/>
                </a:lnTo>
                <a:lnTo>
                  <a:pt x="5500866" y="53821"/>
                </a:lnTo>
                <a:lnTo>
                  <a:pt x="5521546" y="56470"/>
                </a:lnTo>
                <a:lnTo>
                  <a:pt x="5542226" y="59132"/>
                </a:lnTo>
                <a:lnTo>
                  <a:pt x="5562906" y="61802"/>
                </a:lnTo>
                <a:lnTo>
                  <a:pt x="5583586" y="64477"/>
                </a:lnTo>
                <a:lnTo>
                  <a:pt x="5604266" y="67154"/>
                </a:lnTo>
                <a:lnTo>
                  <a:pt x="5624945" y="69828"/>
                </a:lnTo>
                <a:lnTo>
                  <a:pt x="5645625" y="72497"/>
                </a:lnTo>
                <a:lnTo>
                  <a:pt x="5666305" y="75156"/>
                </a:lnTo>
                <a:lnTo>
                  <a:pt x="5686985" y="77805"/>
                </a:lnTo>
                <a:lnTo>
                  <a:pt x="5707665" y="80438"/>
                </a:lnTo>
                <a:lnTo>
                  <a:pt x="5728345" y="83055"/>
                </a:lnTo>
                <a:lnTo>
                  <a:pt x="5749025" y="85652"/>
                </a:lnTo>
                <a:lnTo>
                  <a:pt x="5769705" y="88229"/>
                </a:lnTo>
                <a:lnTo>
                  <a:pt x="5790385" y="90783"/>
                </a:lnTo>
                <a:lnTo>
                  <a:pt x="5811065" y="93312"/>
                </a:lnTo>
                <a:lnTo>
                  <a:pt x="5831745" y="95816"/>
                </a:lnTo>
                <a:lnTo>
                  <a:pt x="5852425" y="98294"/>
                </a:lnTo>
                <a:lnTo>
                  <a:pt x="5873105" y="100745"/>
                </a:lnTo>
                <a:lnTo>
                  <a:pt x="5893785" y="103169"/>
                </a:lnTo>
                <a:lnTo>
                  <a:pt x="5914465" y="105567"/>
                </a:lnTo>
                <a:lnTo>
                  <a:pt x="5935145" y="107937"/>
                </a:lnTo>
                <a:lnTo>
                  <a:pt x="5955825" y="110281"/>
                </a:lnTo>
                <a:lnTo>
                  <a:pt x="5976505" y="112600"/>
                </a:lnTo>
                <a:lnTo>
                  <a:pt x="5997184" y="114895"/>
                </a:lnTo>
                <a:lnTo>
                  <a:pt x="6017864" y="117168"/>
                </a:lnTo>
                <a:lnTo>
                  <a:pt x="6038544" y="119419"/>
                </a:lnTo>
                <a:lnTo>
                  <a:pt x="6059224" y="121650"/>
                </a:lnTo>
                <a:lnTo>
                  <a:pt x="6079904" y="123865"/>
                </a:lnTo>
                <a:lnTo>
                  <a:pt x="6100584" y="126064"/>
                </a:lnTo>
                <a:lnTo>
                  <a:pt x="6121264" y="128251"/>
                </a:lnTo>
                <a:lnTo>
                  <a:pt x="6141944" y="130428"/>
                </a:lnTo>
                <a:lnTo>
                  <a:pt x="6162624" y="132597"/>
                </a:lnTo>
                <a:lnTo>
                  <a:pt x="6183304" y="134762"/>
                </a:lnTo>
                <a:lnTo>
                  <a:pt x="6203984" y="136926"/>
                </a:lnTo>
                <a:lnTo>
                  <a:pt x="6224664" y="139091"/>
                </a:lnTo>
                <a:lnTo>
                  <a:pt x="6245344" y="141260"/>
                </a:lnTo>
                <a:lnTo>
                  <a:pt x="6266024" y="143437"/>
                </a:lnTo>
                <a:lnTo>
                  <a:pt x="6286704" y="145625"/>
                </a:lnTo>
                <a:lnTo>
                  <a:pt x="6307384" y="147826"/>
                </a:lnTo>
                <a:lnTo>
                  <a:pt x="6328064" y="150044"/>
                </a:lnTo>
                <a:lnTo>
                  <a:pt x="6348744" y="152281"/>
                </a:lnTo>
                <a:lnTo>
                  <a:pt x="6369424" y="154540"/>
                </a:lnTo>
                <a:lnTo>
                  <a:pt x="6390103" y="156823"/>
                </a:lnTo>
                <a:lnTo>
                  <a:pt x="6410783" y="159134"/>
                </a:lnTo>
                <a:lnTo>
                  <a:pt x="6431463" y="161475"/>
                </a:lnTo>
                <a:lnTo>
                  <a:pt x="6452143" y="163847"/>
                </a:lnTo>
                <a:lnTo>
                  <a:pt x="6472823" y="166252"/>
                </a:lnTo>
                <a:lnTo>
                  <a:pt x="6493503" y="168693"/>
                </a:lnTo>
                <a:lnTo>
                  <a:pt x="6514183" y="171170"/>
                </a:lnTo>
                <a:lnTo>
                  <a:pt x="6534863" y="173685"/>
                </a:lnTo>
                <a:lnTo>
                  <a:pt x="6555543" y="176239"/>
                </a:lnTo>
                <a:lnTo>
                  <a:pt x="6576223" y="178832"/>
                </a:lnTo>
                <a:lnTo>
                  <a:pt x="6596903" y="181465"/>
                </a:lnTo>
                <a:lnTo>
                  <a:pt x="6617583" y="184138"/>
                </a:lnTo>
                <a:lnTo>
                  <a:pt x="6638263" y="186851"/>
                </a:lnTo>
                <a:lnTo>
                  <a:pt x="6658943" y="189602"/>
                </a:lnTo>
                <a:lnTo>
                  <a:pt x="6679623" y="192393"/>
                </a:lnTo>
                <a:lnTo>
                  <a:pt x="6700303" y="195220"/>
                </a:lnTo>
                <a:lnTo>
                  <a:pt x="6720983" y="198084"/>
                </a:lnTo>
                <a:lnTo>
                  <a:pt x="6741663" y="200981"/>
                </a:lnTo>
                <a:lnTo>
                  <a:pt x="6762343" y="203912"/>
                </a:lnTo>
                <a:lnTo>
                  <a:pt x="6783022" y="206873"/>
                </a:lnTo>
                <a:lnTo>
                  <a:pt x="6803702" y="209862"/>
                </a:lnTo>
                <a:lnTo>
                  <a:pt x="6824382" y="212877"/>
                </a:lnTo>
                <a:lnTo>
                  <a:pt x="6845062" y="215914"/>
                </a:lnTo>
                <a:lnTo>
                  <a:pt x="6865742" y="218971"/>
                </a:lnTo>
                <a:lnTo>
                  <a:pt x="6886422" y="222045"/>
                </a:lnTo>
                <a:lnTo>
                  <a:pt x="6907102" y="225132"/>
                </a:lnTo>
                <a:lnTo>
                  <a:pt x="6927782" y="228229"/>
                </a:lnTo>
                <a:lnTo>
                  <a:pt x="6948462" y="231333"/>
                </a:lnTo>
                <a:lnTo>
                  <a:pt x="6969142" y="234439"/>
                </a:lnTo>
                <a:lnTo>
                  <a:pt x="6989822" y="237545"/>
                </a:lnTo>
                <a:lnTo>
                  <a:pt x="7010502" y="240646"/>
                </a:lnTo>
                <a:lnTo>
                  <a:pt x="7031182" y="243738"/>
                </a:lnTo>
                <a:lnTo>
                  <a:pt x="7051862" y="246818"/>
                </a:lnTo>
                <a:lnTo>
                  <a:pt x="7072542" y="249882"/>
                </a:lnTo>
                <a:lnTo>
                  <a:pt x="7093222" y="252926"/>
                </a:lnTo>
                <a:lnTo>
                  <a:pt x="7113902" y="255946"/>
                </a:lnTo>
                <a:lnTo>
                  <a:pt x="7134582" y="258939"/>
                </a:lnTo>
                <a:lnTo>
                  <a:pt x="7155261" y="261901"/>
                </a:lnTo>
                <a:lnTo>
                  <a:pt x="7175941" y="264829"/>
                </a:lnTo>
                <a:lnTo>
                  <a:pt x="7196621" y="267720"/>
                </a:lnTo>
                <a:lnTo>
                  <a:pt x="7217301" y="270569"/>
                </a:lnTo>
                <a:lnTo>
                  <a:pt x="7237981" y="273375"/>
                </a:lnTo>
                <a:lnTo>
                  <a:pt x="7237981" y="342900"/>
                </a:lnTo>
                <a:lnTo>
                  <a:pt x="7217301" y="342900"/>
                </a:lnTo>
                <a:lnTo>
                  <a:pt x="7196621" y="342900"/>
                </a:lnTo>
                <a:lnTo>
                  <a:pt x="7175941" y="342900"/>
                </a:lnTo>
                <a:lnTo>
                  <a:pt x="7155261" y="342900"/>
                </a:lnTo>
                <a:lnTo>
                  <a:pt x="7134582" y="342900"/>
                </a:lnTo>
                <a:lnTo>
                  <a:pt x="7113902" y="342900"/>
                </a:lnTo>
                <a:lnTo>
                  <a:pt x="7093222" y="342900"/>
                </a:lnTo>
                <a:lnTo>
                  <a:pt x="7072542" y="342900"/>
                </a:lnTo>
                <a:lnTo>
                  <a:pt x="7051862" y="342900"/>
                </a:lnTo>
                <a:lnTo>
                  <a:pt x="7031182" y="342900"/>
                </a:lnTo>
                <a:lnTo>
                  <a:pt x="7010502" y="342900"/>
                </a:lnTo>
                <a:lnTo>
                  <a:pt x="6989822" y="342900"/>
                </a:lnTo>
                <a:lnTo>
                  <a:pt x="6969142" y="342900"/>
                </a:lnTo>
                <a:lnTo>
                  <a:pt x="6948462" y="342900"/>
                </a:lnTo>
                <a:lnTo>
                  <a:pt x="6927782" y="342900"/>
                </a:lnTo>
                <a:lnTo>
                  <a:pt x="6907102" y="342900"/>
                </a:lnTo>
                <a:lnTo>
                  <a:pt x="6886422" y="342900"/>
                </a:lnTo>
                <a:lnTo>
                  <a:pt x="6865742" y="342900"/>
                </a:lnTo>
                <a:lnTo>
                  <a:pt x="6845062" y="342900"/>
                </a:lnTo>
                <a:lnTo>
                  <a:pt x="6824382" y="342900"/>
                </a:lnTo>
                <a:lnTo>
                  <a:pt x="6803702" y="342900"/>
                </a:lnTo>
                <a:lnTo>
                  <a:pt x="6783022" y="342900"/>
                </a:lnTo>
                <a:lnTo>
                  <a:pt x="6762343" y="342900"/>
                </a:lnTo>
                <a:lnTo>
                  <a:pt x="6741663" y="342900"/>
                </a:lnTo>
                <a:lnTo>
                  <a:pt x="6720983" y="342900"/>
                </a:lnTo>
                <a:lnTo>
                  <a:pt x="6700303" y="342900"/>
                </a:lnTo>
                <a:lnTo>
                  <a:pt x="6679623" y="342900"/>
                </a:lnTo>
                <a:lnTo>
                  <a:pt x="6658943" y="342900"/>
                </a:lnTo>
                <a:lnTo>
                  <a:pt x="6638263" y="342900"/>
                </a:lnTo>
                <a:lnTo>
                  <a:pt x="6617583" y="342900"/>
                </a:lnTo>
                <a:lnTo>
                  <a:pt x="6596903" y="342900"/>
                </a:lnTo>
                <a:lnTo>
                  <a:pt x="6576223" y="342900"/>
                </a:lnTo>
                <a:lnTo>
                  <a:pt x="6555543" y="342900"/>
                </a:lnTo>
                <a:lnTo>
                  <a:pt x="6534863" y="342900"/>
                </a:lnTo>
                <a:lnTo>
                  <a:pt x="6514183" y="342900"/>
                </a:lnTo>
                <a:lnTo>
                  <a:pt x="6493503" y="342900"/>
                </a:lnTo>
                <a:lnTo>
                  <a:pt x="6472823" y="342900"/>
                </a:lnTo>
                <a:lnTo>
                  <a:pt x="6452143" y="342900"/>
                </a:lnTo>
                <a:lnTo>
                  <a:pt x="6431463" y="342900"/>
                </a:lnTo>
                <a:lnTo>
                  <a:pt x="6410783" y="342900"/>
                </a:lnTo>
                <a:lnTo>
                  <a:pt x="6390103" y="342900"/>
                </a:lnTo>
                <a:lnTo>
                  <a:pt x="6369424" y="342900"/>
                </a:lnTo>
                <a:lnTo>
                  <a:pt x="6348744" y="342900"/>
                </a:lnTo>
                <a:lnTo>
                  <a:pt x="6328064" y="342900"/>
                </a:lnTo>
                <a:lnTo>
                  <a:pt x="6307384" y="342900"/>
                </a:lnTo>
                <a:lnTo>
                  <a:pt x="6286704" y="342900"/>
                </a:lnTo>
                <a:lnTo>
                  <a:pt x="6266024" y="342900"/>
                </a:lnTo>
                <a:lnTo>
                  <a:pt x="6245344" y="342900"/>
                </a:lnTo>
                <a:lnTo>
                  <a:pt x="6224664" y="342900"/>
                </a:lnTo>
                <a:lnTo>
                  <a:pt x="6203984" y="342900"/>
                </a:lnTo>
                <a:lnTo>
                  <a:pt x="6183304" y="342900"/>
                </a:lnTo>
                <a:lnTo>
                  <a:pt x="6162624" y="342900"/>
                </a:lnTo>
                <a:lnTo>
                  <a:pt x="6141944" y="342900"/>
                </a:lnTo>
                <a:lnTo>
                  <a:pt x="6121264" y="342900"/>
                </a:lnTo>
                <a:lnTo>
                  <a:pt x="6100584" y="342900"/>
                </a:lnTo>
                <a:lnTo>
                  <a:pt x="6079904" y="342900"/>
                </a:lnTo>
                <a:lnTo>
                  <a:pt x="6059224" y="342900"/>
                </a:lnTo>
                <a:lnTo>
                  <a:pt x="6038544" y="342900"/>
                </a:lnTo>
                <a:lnTo>
                  <a:pt x="6017864" y="342900"/>
                </a:lnTo>
                <a:lnTo>
                  <a:pt x="5997184" y="342900"/>
                </a:lnTo>
                <a:lnTo>
                  <a:pt x="5976505" y="342900"/>
                </a:lnTo>
                <a:lnTo>
                  <a:pt x="5955825" y="342900"/>
                </a:lnTo>
                <a:lnTo>
                  <a:pt x="5935145" y="342900"/>
                </a:lnTo>
                <a:lnTo>
                  <a:pt x="5914465" y="342900"/>
                </a:lnTo>
                <a:lnTo>
                  <a:pt x="5893785" y="342900"/>
                </a:lnTo>
                <a:lnTo>
                  <a:pt x="5873105" y="342900"/>
                </a:lnTo>
                <a:lnTo>
                  <a:pt x="5852425" y="342900"/>
                </a:lnTo>
                <a:lnTo>
                  <a:pt x="5831745" y="342900"/>
                </a:lnTo>
                <a:lnTo>
                  <a:pt x="5811065" y="342900"/>
                </a:lnTo>
                <a:lnTo>
                  <a:pt x="5790385" y="342900"/>
                </a:lnTo>
                <a:lnTo>
                  <a:pt x="5769705" y="342900"/>
                </a:lnTo>
                <a:lnTo>
                  <a:pt x="5749025" y="342900"/>
                </a:lnTo>
                <a:lnTo>
                  <a:pt x="5728345" y="342900"/>
                </a:lnTo>
                <a:lnTo>
                  <a:pt x="5707665" y="342900"/>
                </a:lnTo>
                <a:lnTo>
                  <a:pt x="5686985" y="342900"/>
                </a:lnTo>
                <a:lnTo>
                  <a:pt x="5666305" y="342900"/>
                </a:lnTo>
                <a:lnTo>
                  <a:pt x="5645625" y="342900"/>
                </a:lnTo>
                <a:lnTo>
                  <a:pt x="5624945" y="342900"/>
                </a:lnTo>
                <a:lnTo>
                  <a:pt x="5604266" y="342900"/>
                </a:lnTo>
                <a:lnTo>
                  <a:pt x="5583586" y="342900"/>
                </a:lnTo>
                <a:lnTo>
                  <a:pt x="5562906" y="342900"/>
                </a:lnTo>
                <a:lnTo>
                  <a:pt x="5542226" y="342900"/>
                </a:lnTo>
                <a:lnTo>
                  <a:pt x="5521546" y="342900"/>
                </a:lnTo>
                <a:lnTo>
                  <a:pt x="5500866" y="342900"/>
                </a:lnTo>
                <a:lnTo>
                  <a:pt x="5480186" y="342900"/>
                </a:lnTo>
                <a:lnTo>
                  <a:pt x="5459506" y="342900"/>
                </a:lnTo>
                <a:lnTo>
                  <a:pt x="5438826" y="342900"/>
                </a:lnTo>
                <a:lnTo>
                  <a:pt x="5418146" y="342900"/>
                </a:lnTo>
                <a:lnTo>
                  <a:pt x="5397466" y="342900"/>
                </a:lnTo>
                <a:lnTo>
                  <a:pt x="5376786" y="342900"/>
                </a:lnTo>
                <a:lnTo>
                  <a:pt x="5356106" y="342900"/>
                </a:lnTo>
                <a:lnTo>
                  <a:pt x="5335426" y="342900"/>
                </a:lnTo>
                <a:lnTo>
                  <a:pt x="5314746" y="342900"/>
                </a:lnTo>
                <a:lnTo>
                  <a:pt x="5294066" y="342900"/>
                </a:lnTo>
                <a:lnTo>
                  <a:pt x="5273386" y="342900"/>
                </a:lnTo>
                <a:lnTo>
                  <a:pt x="5252706" y="342900"/>
                </a:lnTo>
                <a:lnTo>
                  <a:pt x="5232026" y="342900"/>
                </a:lnTo>
                <a:lnTo>
                  <a:pt x="5211347" y="342900"/>
                </a:lnTo>
                <a:lnTo>
                  <a:pt x="5190667" y="342900"/>
                </a:lnTo>
                <a:lnTo>
                  <a:pt x="5169987" y="342900"/>
                </a:lnTo>
                <a:lnTo>
                  <a:pt x="5149307" y="342900"/>
                </a:lnTo>
                <a:lnTo>
                  <a:pt x="5128627" y="342900"/>
                </a:lnTo>
                <a:lnTo>
                  <a:pt x="5107947" y="342900"/>
                </a:lnTo>
                <a:lnTo>
                  <a:pt x="5087267" y="342900"/>
                </a:lnTo>
                <a:lnTo>
                  <a:pt x="5066587" y="342900"/>
                </a:lnTo>
                <a:lnTo>
                  <a:pt x="5045907" y="342900"/>
                </a:lnTo>
                <a:lnTo>
                  <a:pt x="5025227" y="342900"/>
                </a:lnTo>
                <a:lnTo>
                  <a:pt x="5004547" y="342900"/>
                </a:lnTo>
                <a:lnTo>
                  <a:pt x="4983867" y="342900"/>
                </a:lnTo>
                <a:lnTo>
                  <a:pt x="4963187" y="342900"/>
                </a:lnTo>
                <a:lnTo>
                  <a:pt x="4942507" y="342900"/>
                </a:lnTo>
                <a:lnTo>
                  <a:pt x="4921827" y="342900"/>
                </a:lnTo>
                <a:lnTo>
                  <a:pt x="4901147" y="342900"/>
                </a:lnTo>
                <a:lnTo>
                  <a:pt x="4880467" y="342900"/>
                </a:lnTo>
                <a:lnTo>
                  <a:pt x="4859787" y="342900"/>
                </a:lnTo>
                <a:lnTo>
                  <a:pt x="4839107" y="342900"/>
                </a:lnTo>
                <a:lnTo>
                  <a:pt x="4818428" y="342900"/>
                </a:lnTo>
                <a:lnTo>
                  <a:pt x="4797748" y="342900"/>
                </a:lnTo>
                <a:lnTo>
                  <a:pt x="4777068" y="342900"/>
                </a:lnTo>
                <a:lnTo>
                  <a:pt x="4756388" y="342900"/>
                </a:lnTo>
                <a:lnTo>
                  <a:pt x="4735708" y="342900"/>
                </a:lnTo>
                <a:lnTo>
                  <a:pt x="4715028" y="342900"/>
                </a:lnTo>
                <a:lnTo>
                  <a:pt x="4694348" y="342900"/>
                </a:lnTo>
                <a:lnTo>
                  <a:pt x="4673668" y="342900"/>
                </a:lnTo>
                <a:lnTo>
                  <a:pt x="4652988" y="342900"/>
                </a:lnTo>
                <a:lnTo>
                  <a:pt x="4632308" y="342900"/>
                </a:lnTo>
                <a:lnTo>
                  <a:pt x="4611628" y="342900"/>
                </a:lnTo>
                <a:lnTo>
                  <a:pt x="4590948" y="342900"/>
                </a:lnTo>
                <a:lnTo>
                  <a:pt x="4570268" y="342900"/>
                </a:lnTo>
                <a:lnTo>
                  <a:pt x="4549588" y="342900"/>
                </a:lnTo>
                <a:lnTo>
                  <a:pt x="4528908" y="342900"/>
                </a:lnTo>
                <a:lnTo>
                  <a:pt x="4508228" y="342900"/>
                </a:lnTo>
                <a:lnTo>
                  <a:pt x="4487548" y="342900"/>
                </a:lnTo>
                <a:lnTo>
                  <a:pt x="4466868" y="342900"/>
                </a:lnTo>
                <a:lnTo>
                  <a:pt x="4446189" y="342900"/>
                </a:lnTo>
                <a:lnTo>
                  <a:pt x="4425509" y="342900"/>
                </a:lnTo>
                <a:lnTo>
                  <a:pt x="4404829" y="342900"/>
                </a:lnTo>
                <a:lnTo>
                  <a:pt x="4384149" y="342900"/>
                </a:lnTo>
                <a:lnTo>
                  <a:pt x="4363469" y="342900"/>
                </a:lnTo>
                <a:lnTo>
                  <a:pt x="4342789" y="342900"/>
                </a:lnTo>
                <a:lnTo>
                  <a:pt x="4322109" y="342900"/>
                </a:lnTo>
                <a:lnTo>
                  <a:pt x="4301429" y="342900"/>
                </a:lnTo>
                <a:lnTo>
                  <a:pt x="4280749" y="342900"/>
                </a:lnTo>
                <a:lnTo>
                  <a:pt x="4260069" y="342900"/>
                </a:lnTo>
                <a:lnTo>
                  <a:pt x="4239389" y="342900"/>
                </a:lnTo>
                <a:lnTo>
                  <a:pt x="4218709" y="342900"/>
                </a:lnTo>
                <a:lnTo>
                  <a:pt x="4198029" y="342900"/>
                </a:lnTo>
                <a:lnTo>
                  <a:pt x="4177349" y="342900"/>
                </a:lnTo>
                <a:lnTo>
                  <a:pt x="4156669" y="342900"/>
                </a:lnTo>
                <a:lnTo>
                  <a:pt x="4135989" y="342900"/>
                </a:lnTo>
                <a:lnTo>
                  <a:pt x="4115309" y="342900"/>
                </a:lnTo>
                <a:lnTo>
                  <a:pt x="4094629" y="342900"/>
                </a:lnTo>
                <a:lnTo>
                  <a:pt x="4073949" y="342900"/>
                </a:lnTo>
                <a:lnTo>
                  <a:pt x="4053270" y="342900"/>
                </a:lnTo>
                <a:lnTo>
                  <a:pt x="4032590" y="342900"/>
                </a:lnTo>
                <a:lnTo>
                  <a:pt x="4011910" y="342900"/>
                </a:lnTo>
                <a:lnTo>
                  <a:pt x="3991230" y="342900"/>
                </a:lnTo>
                <a:lnTo>
                  <a:pt x="3970550" y="342900"/>
                </a:lnTo>
                <a:lnTo>
                  <a:pt x="3949870" y="342900"/>
                </a:lnTo>
                <a:lnTo>
                  <a:pt x="3929190" y="342900"/>
                </a:lnTo>
                <a:lnTo>
                  <a:pt x="3908510" y="342900"/>
                </a:lnTo>
                <a:lnTo>
                  <a:pt x="3887830" y="342900"/>
                </a:lnTo>
                <a:lnTo>
                  <a:pt x="3867150" y="342900"/>
                </a:lnTo>
                <a:lnTo>
                  <a:pt x="3846470" y="342900"/>
                </a:lnTo>
                <a:lnTo>
                  <a:pt x="3825790" y="342900"/>
                </a:lnTo>
                <a:lnTo>
                  <a:pt x="3805110" y="342900"/>
                </a:lnTo>
                <a:lnTo>
                  <a:pt x="3784430" y="342900"/>
                </a:lnTo>
                <a:lnTo>
                  <a:pt x="3763750" y="342900"/>
                </a:lnTo>
                <a:lnTo>
                  <a:pt x="3743070" y="342900"/>
                </a:lnTo>
                <a:lnTo>
                  <a:pt x="3722390" y="342900"/>
                </a:lnTo>
                <a:lnTo>
                  <a:pt x="3701710" y="342900"/>
                </a:lnTo>
                <a:lnTo>
                  <a:pt x="3681030" y="342900"/>
                </a:lnTo>
                <a:lnTo>
                  <a:pt x="3660351" y="342900"/>
                </a:lnTo>
                <a:lnTo>
                  <a:pt x="3639671" y="342900"/>
                </a:lnTo>
                <a:lnTo>
                  <a:pt x="3618991" y="342900"/>
                </a:lnTo>
                <a:lnTo>
                  <a:pt x="3598311" y="342900"/>
                </a:lnTo>
                <a:lnTo>
                  <a:pt x="3577631" y="342900"/>
                </a:lnTo>
                <a:lnTo>
                  <a:pt x="3556951" y="342900"/>
                </a:lnTo>
                <a:lnTo>
                  <a:pt x="3536271" y="342900"/>
                </a:lnTo>
                <a:lnTo>
                  <a:pt x="3515591" y="342900"/>
                </a:lnTo>
                <a:lnTo>
                  <a:pt x="3494911" y="342900"/>
                </a:lnTo>
                <a:lnTo>
                  <a:pt x="3474231" y="342900"/>
                </a:lnTo>
                <a:lnTo>
                  <a:pt x="3453551" y="342900"/>
                </a:lnTo>
                <a:lnTo>
                  <a:pt x="3432871" y="342900"/>
                </a:lnTo>
                <a:lnTo>
                  <a:pt x="3412191" y="342900"/>
                </a:lnTo>
                <a:lnTo>
                  <a:pt x="3391511" y="342900"/>
                </a:lnTo>
                <a:lnTo>
                  <a:pt x="3370831" y="342900"/>
                </a:lnTo>
                <a:lnTo>
                  <a:pt x="3350151" y="342900"/>
                </a:lnTo>
                <a:lnTo>
                  <a:pt x="3329471" y="342900"/>
                </a:lnTo>
                <a:lnTo>
                  <a:pt x="3308791" y="342900"/>
                </a:lnTo>
                <a:lnTo>
                  <a:pt x="3288111" y="342900"/>
                </a:lnTo>
                <a:lnTo>
                  <a:pt x="3267432" y="342900"/>
                </a:lnTo>
                <a:lnTo>
                  <a:pt x="3246752" y="342900"/>
                </a:lnTo>
                <a:lnTo>
                  <a:pt x="3226072" y="342900"/>
                </a:lnTo>
                <a:lnTo>
                  <a:pt x="3205392" y="342900"/>
                </a:lnTo>
                <a:lnTo>
                  <a:pt x="3184712" y="342900"/>
                </a:lnTo>
                <a:lnTo>
                  <a:pt x="3164032" y="342900"/>
                </a:lnTo>
                <a:lnTo>
                  <a:pt x="3143352" y="342900"/>
                </a:lnTo>
                <a:lnTo>
                  <a:pt x="3122672" y="342900"/>
                </a:lnTo>
                <a:lnTo>
                  <a:pt x="3101992" y="342900"/>
                </a:lnTo>
                <a:lnTo>
                  <a:pt x="3081312" y="342900"/>
                </a:lnTo>
                <a:lnTo>
                  <a:pt x="3060632" y="342900"/>
                </a:lnTo>
                <a:lnTo>
                  <a:pt x="3039952" y="342900"/>
                </a:lnTo>
                <a:lnTo>
                  <a:pt x="3019272" y="342900"/>
                </a:lnTo>
                <a:lnTo>
                  <a:pt x="2998592" y="342900"/>
                </a:lnTo>
                <a:lnTo>
                  <a:pt x="2977912" y="342900"/>
                </a:lnTo>
                <a:lnTo>
                  <a:pt x="2957232" y="342900"/>
                </a:lnTo>
                <a:lnTo>
                  <a:pt x="2936552" y="342900"/>
                </a:lnTo>
                <a:lnTo>
                  <a:pt x="2915872" y="342900"/>
                </a:lnTo>
                <a:lnTo>
                  <a:pt x="2895193" y="342900"/>
                </a:lnTo>
                <a:lnTo>
                  <a:pt x="2874513" y="342900"/>
                </a:lnTo>
                <a:lnTo>
                  <a:pt x="2853833" y="342900"/>
                </a:lnTo>
                <a:lnTo>
                  <a:pt x="2833153" y="342900"/>
                </a:lnTo>
                <a:lnTo>
                  <a:pt x="2812473" y="342900"/>
                </a:lnTo>
                <a:lnTo>
                  <a:pt x="2791793" y="342900"/>
                </a:lnTo>
                <a:lnTo>
                  <a:pt x="2771113" y="342900"/>
                </a:lnTo>
                <a:lnTo>
                  <a:pt x="2750433" y="342900"/>
                </a:lnTo>
                <a:lnTo>
                  <a:pt x="2729753" y="342900"/>
                </a:lnTo>
                <a:lnTo>
                  <a:pt x="2709073" y="342900"/>
                </a:lnTo>
                <a:lnTo>
                  <a:pt x="2688393" y="342900"/>
                </a:lnTo>
                <a:lnTo>
                  <a:pt x="2667713" y="342900"/>
                </a:lnTo>
                <a:lnTo>
                  <a:pt x="2647033" y="342900"/>
                </a:lnTo>
                <a:lnTo>
                  <a:pt x="2626353" y="342900"/>
                </a:lnTo>
                <a:lnTo>
                  <a:pt x="2605673" y="342900"/>
                </a:lnTo>
                <a:lnTo>
                  <a:pt x="2584993" y="342900"/>
                </a:lnTo>
                <a:lnTo>
                  <a:pt x="2564313" y="342900"/>
                </a:lnTo>
                <a:lnTo>
                  <a:pt x="2543633" y="342900"/>
                </a:lnTo>
                <a:lnTo>
                  <a:pt x="2522953" y="342900"/>
                </a:lnTo>
                <a:lnTo>
                  <a:pt x="2502274" y="342900"/>
                </a:lnTo>
                <a:lnTo>
                  <a:pt x="2481594" y="342900"/>
                </a:lnTo>
                <a:lnTo>
                  <a:pt x="2460914" y="342900"/>
                </a:lnTo>
                <a:lnTo>
                  <a:pt x="2440234" y="342900"/>
                </a:lnTo>
                <a:lnTo>
                  <a:pt x="2419554" y="342900"/>
                </a:lnTo>
                <a:lnTo>
                  <a:pt x="2398874" y="342900"/>
                </a:lnTo>
                <a:lnTo>
                  <a:pt x="2378194" y="342900"/>
                </a:lnTo>
                <a:lnTo>
                  <a:pt x="2357514" y="342900"/>
                </a:lnTo>
                <a:lnTo>
                  <a:pt x="2336834" y="342900"/>
                </a:lnTo>
                <a:lnTo>
                  <a:pt x="2316154" y="342900"/>
                </a:lnTo>
                <a:lnTo>
                  <a:pt x="2295474" y="342900"/>
                </a:lnTo>
                <a:lnTo>
                  <a:pt x="2274794" y="342900"/>
                </a:lnTo>
                <a:lnTo>
                  <a:pt x="2254114" y="342900"/>
                </a:lnTo>
                <a:lnTo>
                  <a:pt x="2233434" y="342900"/>
                </a:lnTo>
                <a:lnTo>
                  <a:pt x="2212754" y="342900"/>
                </a:lnTo>
                <a:lnTo>
                  <a:pt x="2192074" y="342900"/>
                </a:lnTo>
                <a:lnTo>
                  <a:pt x="2171394" y="342900"/>
                </a:lnTo>
                <a:lnTo>
                  <a:pt x="2150714" y="342900"/>
                </a:lnTo>
                <a:lnTo>
                  <a:pt x="2130034" y="342900"/>
                </a:lnTo>
                <a:lnTo>
                  <a:pt x="2109355" y="342900"/>
                </a:lnTo>
                <a:lnTo>
                  <a:pt x="2088675" y="342900"/>
                </a:lnTo>
                <a:lnTo>
                  <a:pt x="2067995" y="342900"/>
                </a:lnTo>
                <a:lnTo>
                  <a:pt x="2047315" y="342900"/>
                </a:lnTo>
                <a:lnTo>
                  <a:pt x="2026635" y="342900"/>
                </a:lnTo>
                <a:lnTo>
                  <a:pt x="2005955" y="342900"/>
                </a:lnTo>
                <a:lnTo>
                  <a:pt x="1985275" y="342900"/>
                </a:lnTo>
                <a:lnTo>
                  <a:pt x="1964595" y="342900"/>
                </a:lnTo>
                <a:lnTo>
                  <a:pt x="1943915" y="342900"/>
                </a:lnTo>
                <a:lnTo>
                  <a:pt x="1923235" y="342900"/>
                </a:lnTo>
                <a:lnTo>
                  <a:pt x="1902555" y="342900"/>
                </a:lnTo>
                <a:lnTo>
                  <a:pt x="1881875" y="342900"/>
                </a:lnTo>
                <a:lnTo>
                  <a:pt x="1861195" y="342900"/>
                </a:lnTo>
                <a:lnTo>
                  <a:pt x="1840515" y="342900"/>
                </a:lnTo>
                <a:lnTo>
                  <a:pt x="1819835" y="342900"/>
                </a:lnTo>
                <a:lnTo>
                  <a:pt x="1799155" y="342900"/>
                </a:lnTo>
                <a:lnTo>
                  <a:pt x="1778475" y="342900"/>
                </a:lnTo>
                <a:lnTo>
                  <a:pt x="1757795" y="342900"/>
                </a:lnTo>
                <a:lnTo>
                  <a:pt x="1737116" y="342900"/>
                </a:lnTo>
                <a:lnTo>
                  <a:pt x="1716436" y="342900"/>
                </a:lnTo>
                <a:lnTo>
                  <a:pt x="1695756" y="342900"/>
                </a:lnTo>
                <a:lnTo>
                  <a:pt x="1675076" y="342900"/>
                </a:lnTo>
                <a:lnTo>
                  <a:pt x="1654396" y="342900"/>
                </a:lnTo>
                <a:lnTo>
                  <a:pt x="1633716" y="342900"/>
                </a:lnTo>
                <a:lnTo>
                  <a:pt x="1613036" y="342900"/>
                </a:lnTo>
                <a:lnTo>
                  <a:pt x="1592356" y="342900"/>
                </a:lnTo>
                <a:lnTo>
                  <a:pt x="1571676" y="342900"/>
                </a:lnTo>
                <a:lnTo>
                  <a:pt x="1550996" y="342900"/>
                </a:lnTo>
                <a:lnTo>
                  <a:pt x="1530316" y="342900"/>
                </a:lnTo>
                <a:lnTo>
                  <a:pt x="1509636" y="342900"/>
                </a:lnTo>
                <a:lnTo>
                  <a:pt x="1488956" y="342900"/>
                </a:lnTo>
                <a:lnTo>
                  <a:pt x="1468276" y="342900"/>
                </a:lnTo>
                <a:lnTo>
                  <a:pt x="1447596" y="342900"/>
                </a:lnTo>
                <a:lnTo>
                  <a:pt x="1426916" y="342900"/>
                </a:lnTo>
                <a:lnTo>
                  <a:pt x="1406236" y="342900"/>
                </a:lnTo>
                <a:lnTo>
                  <a:pt x="1385556" y="342900"/>
                </a:lnTo>
                <a:lnTo>
                  <a:pt x="1364876" y="342900"/>
                </a:lnTo>
                <a:lnTo>
                  <a:pt x="1344197" y="342900"/>
                </a:lnTo>
                <a:lnTo>
                  <a:pt x="1323517" y="342900"/>
                </a:lnTo>
                <a:lnTo>
                  <a:pt x="1302837" y="342900"/>
                </a:lnTo>
                <a:lnTo>
                  <a:pt x="1282157" y="342900"/>
                </a:lnTo>
                <a:lnTo>
                  <a:pt x="1261477" y="342900"/>
                </a:lnTo>
                <a:lnTo>
                  <a:pt x="1240797" y="342900"/>
                </a:lnTo>
                <a:lnTo>
                  <a:pt x="1220117" y="342900"/>
                </a:lnTo>
                <a:lnTo>
                  <a:pt x="1199437" y="342900"/>
                </a:lnTo>
                <a:lnTo>
                  <a:pt x="1178757" y="342900"/>
                </a:lnTo>
                <a:lnTo>
                  <a:pt x="1158077" y="342900"/>
                </a:lnTo>
                <a:lnTo>
                  <a:pt x="1137397" y="342900"/>
                </a:lnTo>
                <a:lnTo>
                  <a:pt x="1116717" y="342900"/>
                </a:lnTo>
                <a:lnTo>
                  <a:pt x="1096037" y="342900"/>
                </a:lnTo>
                <a:lnTo>
                  <a:pt x="1075357" y="342900"/>
                </a:lnTo>
                <a:lnTo>
                  <a:pt x="1054677" y="342900"/>
                </a:lnTo>
                <a:lnTo>
                  <a:pt x="1033997" y="342900"/>
                </a:lnTo>
                <a:lnTo>
                  <a:pt x="1013317" y="342900"/>
                </a:lnTo>
                <a:lnTo>
                  <a:pt x="992637" y="342900"/>
                </a:lnTo>
                <a:lnTo>
                  <a:pt x="971957" y="342900"/>
                </a:lnTo>
                <a:lnTo>
                  <a:pt x="951278" y="342900"/>
                </a:lnTo>
                <a:lnTo>
                  <a:pt x="930598" y="342900"/>
                </a:lnTo>
                <a:lnTo>
                  <a:pt x="909918" y="342900"/>
                </a:lnTo>
                <a:lnTo>
                  <a:pt x="889238" y="342900"/>
                </a:lnTo>
                <a:lnTo>
                  <a:pt x="868558" y="342900"/>
                </a:lnTo>
                <a:lnTo>
                  <a:pt x="847878" y="342900"/>
                </a:lnTo>
                <a:lnTo>
                  <a:pt x="827198" y="342900"/>
                </a:lnTo>
                <a:lnTo>
                  <a:pt x="806518" y="342900"/>
                </a:lnTo>
                <a:lnTo>
                  <a:pt x="785838" y="342900"/>
                </a:lnTo>
                <a:lnTo>
                  <a:pt x="765158" y="342900"/>
                </a:lnTo>
                <a:lnTo>
                  <a:pt x="744478" y="342900"/>
                </a:lnTo>
                <a:lnTo>
                  <a:pt x="723798" y="342900"/>
                </a:lnTo>
                <a:lnTo>
                  <a:pt x="703118" y="342900"/>
                </a:lnTo>
                <a:lnTo>
                  <a:pt x="682438" y="342900"/>
                </a:lnTo>
                <a:lnTo>
                  <a:pt x="661758" y="342900"/>
                </a:lnTo>
                <a:lnTo>
                  <a:pt x="641078" y="342900"/>
                </a:lnTo>
                <a:lnTo>
                  <a:pt x="620398" y="342900"/>
                </a:lnTo>
                <a:lnTo>
                  <a:pt x="599718" y="342900"/>
                </a:lnTo>
                <a:lnTo>
                  <a:pt x="579039" y="342900"/>
                </a:lnTo>
                <a:lnTo>
                  <a:pt x="558359" y="342900"/>
                </a:lnTo>
                <a:lnTo>
                  <a:pt x="537679" y="342900"/>
                </a:lnTo>
                <a:lnTo>
                  <a:pt x="516999" y="342900"/>
                </a:lnTo>
                <a:lnTo>
                  <a:pt x="496319" y="342900"/>
                </a:lnTo>
                <a:lnTo>
                  <a:pt x="475639" y="342900"/>
                </a:lnTo>
                <a:lnTo>
                  <a:pt x="454959" y="342900"/>
                </a:lnTo>
                <a:lnTo>
                  <a:pt x="434279" y="342900"/>
                </a:lnTo>
                <a:lnTo>
                  <a:pt x="413599" y="342900"/>
                </a:lnTo>
                <a:lnTo>
                  <a:pt x="392919" y="342900"/>
                </a:lnTo>
                <a:lnTo>
                  <a:pt x="372239" y="342900"/>
                </a:lnTo>
                <a:lnTo>
                  <a:pt x="351559" y="342900"/>
                </a:lnTo>
                <a:lnTo>
                  <a:pt x="330879" y="342900"/>
                </a:lnTo>
                <a:lnTo>
                  <a:pt x="310199" y="342900"/>
                </a:lnTo>
                <a:lnTo>
                  <a:pt x="289519" y="342900"/>
                </a:lnTo>
                <a:lnTo>
                  <a:pt x="268839" y="342900"/>
                </a:lnTo>
                <a:lnTo>
                  <a:pt x="248159" y="342900"/>
                </a:lnTo>
                <a:lnTo>
                  <a:pt x="227479" y="342900"/>
                </a:lnTo>
                <a:lnTo>
                  <a:pt x="206799" y="342900"/>
                </a:lnTo>
                <a:lnTo>
                  <a:pt x="186120" y="342900"/>
                </a:lnTo>
                <a:lnTo>
                  <a:pt x="165440" y="342900"/>
                </a:lnTo>
                <a:lnTo>
                  <a:pt x="144760" y="342900"/>
                </a:lnTo>
                <a:lnTo>
                  <a:pt x="124080" y="342900"/>
                </a:lnTo>
                <a:lnTo>
                  <a:pt x="103400" y="342900"/>
                </a:lnTo>
                <a:lnTo>
                  <a:pt x="82720" y="342900"/>
                </a:lnTo>
                <a:lnTo>
                  <a:pt x="62040" y="342900"/>
                </a:lnTo>
                <a:lnTo>
                  <a:pt x="41360" y="342900"/>
                </a:lnTo>
                <a:lnTo>
                  <a:pt x="20680" y="342900"/>
                </a:lnTo>
                <a:lnTo>
                  <a:pt x="0" y="342900"/>
                </a:lnTo>
                <a:close/>
              </a:path>
            </a:pathLst>
          </a:custGeom>
          <a:solidFill>
            <a:srgbClr val="CCE5F0"/>
          </a:solidFill>
          <a:ln w="10478">
            <a:solidFill>
              <a:srgbClr val="147AA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raincloud.estimate-1-0">
            <a:extLst>
              <a:ext uri="{FF2B5EF4-FFF2-40B4-BE49-F238E27FC236}">
                <a16:creationId xmlns:a16="http://schemas.microsoft.com/office/drawing/2014/main" id="{6C54701B-D2A8-40C6-B535-F1225FED3D5B}"/>
              </a:ext>
            </a:extLst>
          </p:cNvPr>
          <p:cNvSpPr>
            <a:spLocks noGrp="1"/>
          </p:cNvSpPr>
          <p:nvPr/>
        </p:nvSpPr>
        <p:spPr>
          <a:xfrm>
            <a:off x="4225409" y="2914650"/>
            <a:ext cx="57150" cy="571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raincloud.estimate-1-1">
            <a:extLst>
              <a:ext uri="{FF2B5EF4-FFF2-40B4-BE49-F238E27FC236}">
                <a16:creationId xmlns:a16="http://schemas.microsoft.com/office/drawing/2014/main" id="{3702354C-0503-4CAE-B499-07DA09A77CEA}"/>
              </a:ext>
            </a:extLst>
          </p:cNvPr>
          <p:cNvSpPr>
            <a:spLocks noGrp="1"/>
          </p:cNvSpPr>
          <p:nvPr/>
        </p:nvSpPr>
        <p:spPr>
          <a:xfrm>
            <a:off x="4455591" y="2914650"/>
            <a:ext cx="57150" cy="571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raincloud.estimate-1-2">
            <a:extLst>
              <a:ext uri="{FF2B5EF4-FFF2-40B4-BE49-F238E27FC236}">
                <a16:creationId xmlns:a16="http://schemas.microsoft.com/office/drawing/2014/main" id="{5C2CCD2D-5E11-4B1B-96D5-CCA8C6B2AB99}"/>
              </a:ext>
            </a:extLst>
          </p:cNvPr>
          <p:cNvSpPr>
            <a:spLocks noGrp="1"/>
          </p:cNvSpPr>
          <p:nvPr/>
        </p:nvSpPr>
        <p:spPr>
          <a:xfrm>
            <a:off x="5044371" y="2914650"/>
            <a:ext cx="57150" cy="571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raincloud.estimate-1-3">
            <a:extLst>
              <a:ext uri="{FF2B5EF4-FFF2-40B4-BE49-F238E27FC236}">
                <a16:creationId xmlns:a16="http://schemas.microsoft.com/office/drawing/2014/main" id="{B6A8DC4F-4C30-460A-ABB1-C075C8824181}"/>
              </a:ext>
            </a:extLst>
          </p:cNvPr>
          <p:cNvSpPr>
            <a:spLocks noGrp="1"/>
          </p:cNvSpPr>
          <p:nvPr/>
        </p:nvSpPr>
        <p:spPr>
          <a:xfrm>
            <a:off x="5056029" y="2971800"/>
            <a:ext cx="57150" cy="571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raincloud.estimate-1-4">
            <a:extLst>
              <a:ext uri="{FF2B5EF4-FFF2-40B4-BE49-F238E27FC236}">
                <a16:creationId xmlns:a16="http://schemas.microsoft.com/office/drawing/2014/main" id="{B76F6495-4E33-478A-B3B8-7E2A706BE45F}"/>
              </a:ext>
            </a:extLst>
          </p:cNvPr>
          <p:cNvSpPr>
            <a:spLocks noGrp="1"/>
          </p:cNvSpPr>
          <p:nvPr/>
        </p:nvSpPr>
        <p:spPr>
          <a:xfrm>
            <a:off x="5275585" y="2914650"/>
            <a:ext cx="57150" cy="571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raincloud.estimate-1-5">
            <a:extLst>
              <a:ext uri="{FF2B5EF4-FFF2-40B4-BE49-F238E27FC236}">
                <a16:creationId xmlns:a16="http://schemas.microsoft.com/office/drawing/2014/main" id="{73F84CBE-D7B9-40DF-A65C-A1D3F1734F1C}"/>
              </a:ext>
            </a:extLst>
          </p:cNvPr>
          <p:cNvSpPr>
            <a:spLocks noGrp="1"/>
          </p:cNvSpPr>
          <p:nvPr/>
        </p:nvSpPr>
        <p:spPr>
          <a:xfrm>
            <a:off x="5659629" y="2914650"/>
            <a:ext cx="57150" cy="571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raincloud.estimate-1-6">
            <a:extLst>
              <a:ext uri="{FF2B5EF4-FFF2-40B4-BE49-F238E27FC236}">
                <a16:creationId xmlns:a16="http://schemas.microsoft.com/office/drawing/2014/main" id="{DEF0CF39-8363-46A7-80AC-259669CF38B1}"/>
              </a:ext>
            </a:extLst>
          </p:cNvPr>
          <p:cNvSpPr>
            <a:spLocks noGrp="1"/>
          </p:cNvSpPr>
          <p:nvPr/>
        </p:nvSpPr>
        <p:spPr>
          <a:xfrm>
            <a:off x="5994747" y="2914650"/>
            <a:ext cx="57150" cy="571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raincloud.estimate-1-7">
            <a:extLst>
              <a:ext uri="{FF2B5EF4-FFF2-40B4-BE49-F238E27FC236}">
                <a16:creationId xmlns:a16="http://schemas.microsoft.com/office/drawing/2014/main" id="{710515CC-4506-43D8-ABD5-DD730AE76235}"/>
              </a:ext>
            </a:extLst>
          </p:cNvPr>
          <p:cNvSpPr>
            <a:spLocks noGrp="1"/>
          </p:cNvSpPr>
          <p:nvPr/>
        </p:nvSpPr>
        <p:spPr>
          <a:xfrm>
            <a:off x="5999957" y="2971800"/>
            <a:ext cx="57150" cy="571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raincloud.estimate-1-8">
            <a:extLst>
              <a:ext uri="{FF2B5EF4-FFF2-40B4-BE49-F238E27FC236}">
                <a16:creationId xmlns:a16="http://schemas.microsoft.com/office/drawing/2014/main" id="{88E63A52-B29E-45DD-96ED-6C02230D7B42}"/>
              </a:ext>
            </a:extLst>
          </p:cNvPr>
          <p:cNvSpPr>
            <a:spLocks noGrp="1"/>
          </p:cNvSpPr>
          <p:nvPr/>
        </p:nvSpPr>
        <p:spPr>
          <a:xfrm>
            <a:off x="6180020" y="2914650"/>
            <a:ext cx="57150" cy="571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raincloud.estimate-1-9">
            <a:extLst>
              <a:ext uri="{FF2B5EF4-FFF2-40B4-BE49-F238E27FC236}">
                <a16:creationId xmlns:a16="http://schemas.microsoft.com/office/drawing/2014/main" id="{443DD36E-08C3-473D-90BA-2DD5A8402B25}"/>
              </a:ext>
            </a:extLst>
          </p:cNvPr>
          <p:cNvSpPr>
            <a:spLocks noGrp="1"/>
          </p:cNvSpPr>
          <p:nvPr/>
        </p:nvSpPr>
        <p:spPr>
          <a:xfrm>
            <a:off x="6259342" y="2914650"/>
            <a:ext cx="57150" cy="571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raincloud.estimate-1-10">
            <a:extLst>
              <a:ext uri="{FF2B5EF4-FFF2-40B4-BE49-F238E27FC236}">
                <a16:creationId xmlns:a16="http://schemas.microsoft.com/office/drawing/2014/main" id="{D68A1612-DF38-488D-9DB4-35C082596EFF}"/>
              </a:ext>
            </a:extLst>
          </p:cNvPr>
          <p:cNvSpPr>
            <a:spLocks noGrp="1"/>
          </p:cNvSpPr>
          <p:nvPr/>
        </p:nvSpPr>
        <p:spPr>
          <a:xfrm>
            <a:off x="6266048" y="2971800"/>
            <a:ext cx="57150" cy="571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raincloud.estimate-1-11">
            <a:extLst>
              <a:ext uri="{FF2B5EF4-FFF2-40B4-BE49-F238E27FC236}">
                <a16:creationId xmlns:a16="http://schemas.microsoft.com/office/drawing/2014/main" id="{0E98BC35-F3EF-494F-8BB5-B71C0A02723C}"/>
              </a:ext>
            </a:extLst>
          </p:cNvPr>
          <p:cNvSpPr>
            <a:spLocks noGrp="1"/>
          </p:cNvSpPr>
          <p:nvPr/>
        </p:nvSpPr>
        <p:spPr>
          <a:xfrm>
            <a:off x="6715383" y="2914650"/>
            <a:ext cx="57150" cy="571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raincloud.estimate-1-12">
            <a:extLst>
              <a:ext uri="{FF2B5EF4-FFF2-40B4-BE49-F238E27FC236}">
                <a16:creationId xmlns:a16="http://schemas.microsoft.com/office/drawing/2014/main" id="{D4CCC629-5A06-443C-ACCE-DEF78AFD90D6}"/>
              </a:ext>
            </a:extLst>
          </p:cNvPr>
          <p:cNvSpPr>
            <a:spLocks noGrp="1"/>
          </p:cNvSpPr>
          <p:nvPr/>
        </p:nvSpPr>
        <p:spPr>
          <a:xfrm>
            <a:off x="6715605" y="2971800"/>
            <a:ext cx="57150" cy="571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raincloud.estimate-1-13">
            <a:extLst>
              <a:ext uri="{FF2B5EF4-FFF2-40B4-BE49-F238E27FC236}">
                <a16:creationId xmlns:a16="http://schemas.microsoft.com/office/drawing/2014/main" id="{121EAB04-8B43-4959-98AA-9995959C4048}"/>
              </a:ext>
            </a:extLst>
          </p:cNvPr>
          <p:cNvSpPr>
            <a:spLocks noGrp="1"/>
          </p:cNvSpPr>
          <p:nvPr/>
        </p:nvSpPr>
        <p:spPr>
          <a:xfrm>
            <a:off x="6795724" y="2914650"/>
            <a:ext cx="57150" cy="571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raincloud.estimate-1-14">
            <a:extLst>
              <a:ext uri="{FF2B5EF4-FFF2-40B4-BE49-F238E27FC236}">
                <a16:creationId xmlns:a16="http://schemas.microsoft.com/office/drawing/2014/main" id="{7B49F5D6-658B-49B8-8E2D-C49D80C20541}"/>
              </a:ext>
            </a:extLst>
          </p:cNvPr>
          <p:cNvSpPr>
            <a:spLocks noGrp="1"/>
          </p:cNvSpPr>
          <p:nvPr/>
        </p:nvSpPr>
        <p:spPr>
          <a:xfrm>
            <a:off x="6797802" y="2971800"/>
            <a:ext cx="57150" cy="571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raincloud.estimate-1-15">
            <a:extLst>
              <a:ext uri="{FF2B5EF4-FFF2-40B4-BE49-F238E27FC236}">
                <a16:creationId xmlns:a16="http://schemas.microsoft.com/office/drawing/2014/main" id="{085D87A8-4591-4158-8DF2-7AC702EE4CFC}"/>
              </a:ext>
            </a:extLst>
          </p:cNvPr>
          <p:cNvSpPr>
            <a:spLocks noGrp="1"/>
          </p:cNvSpPr>
          <p:nvPr/>
        </p:nvSpPr>
        <p:spPr>
          <a:xfrm>
            <a:off x="6848254" y="2857500"/>
            <a:ext cx="57150" cy="571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raincloud.estimate-1-16">
            <a:extLst>
              <a:ext uri="{FF2B5EF4-FFF2-40B4-BE49-F238E27FC236}">
                <a16:creationId xmlns:a16="http://schemas.microsoft.com/office/drawing/2014/main" id="{3CF79520-0503-4232-8FC8-AB638D70AD85}"/>
              </a:ext>
            </a:extLst>
          </p:cNvPr>
          <p:cNvSpPr>
            <a:spLocks noGrp="1"/>
          </p:cNvSpPr>
          <p:nvPr/>
        </p:nvSpPr>
        <p:spPr>
          <a:xfrm>
            <a:off x="6863291" y="2914650"/>
            <a:ext cx="57150" cy="571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raincloud.estimate-1-17">
            <a:extLst>
              <a:ext uri="{FF2B5EF4-FFF2-40B4-BE49-F238E27FC236}">
                <a16:creationId xmlns:a16="http://schemas.microsoft.com/office/drawing/2014/main" id="{FF8CD94B-5383-4830-A305-F09244D48F76}"/>
              </a:ext>
            </a:extLst>
          </p:cNvPr>
          <p:cNvSpPr>
            <a:spLocks noGrp="1"/>
          </p:cNvSpPr>
          <p:nvPr/>
        </p:nvSpPr>
        <p:spPr>
          <a:xfrm>
            <a:off x="6913685" y="2971800"/>
            <a:ext cx="57150" cy="571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raincloud.estimate-1-18">
            <a:extLst>
              <a:ext uri="{FF2B5EF4-FFF2-40B4-BE49-F238E27FC236}">
                <a16:creationId xmlns:a16="http://schemas.microsoft.com/office/drawing/2014/main" id="{CCA3A410-EFA1-4D74-88DA-F2839DF9DDEB}"/>
              </a:ext>
            </a:extLst>
          </p:cNvPr>
          <p:cNvSpPr>
            <a:spLocks noGrp="1"/>
          </p:cNvSpPr>
          <p:nvPr/>
        </p:nvSpPr>
        <p:spPr>
          <a:xfrm>
            <a:off x="7322800" y="2914650"/>
            <a:ext cx="57150" cy="571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raincloud.estimate-1-19">
            <a:extLst>
              <a:ext uri="{FF2B5EF4-FFF2-40B4-BE49-F238E27FC236}">
                <a16:creationId xmlns:a16="http://schemas.microsoft.com/office/drawing/2014/main" id="{524153BD-1C6C-421F-B2FB-4CD39B480556}"/>
              </a:ext>
            </a:extLst>
          </p:cNvPr>
          <p:cNvSpPr>
            <a:spLocks noGrp="1"/>
          </p:cNvSpPr>
          <p:nvPr/>
        </p:nvSpPr>
        <p:spPr>
          <a:xfrm>
            <a:off x="7442007" y="2914650"/>
            <a:ext cx="57150" cy="571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raincloud.estimate-1-20">
            <a:extLst>
              <a:ext uri="{FF2B5EF4-FFF2-40B4-BE49-F238E27FC236}">
                <a16:creationId xmlns:a16="http://schemas.microsoft.com/office/drawing/2014/main" id="{DE699D4E-35F5-411A-95B8-13E1CDC76493}"/>
              </a:ext>
            </a:extLst>
          </p:cNvPr>
          <p:cNvSpPr>
            <a:spLocks noGrp="1"/>
          </p:cNvSpPr>
          <p:nvPr/>
        </p:nvSpPr>
        <p:spPr>
          <a:xfrm>
            <a:off x="7469188" y="2971800"/>
            <a:ext cx="57150" cy="571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raincloud.estimate-1-21">
            <a:extLst>
              <a:ext uri="{FF2B5EF4-FFF2-40B4-BE49-F238E27FC236}">
                <a16:creationId xmlns:a16="http://schemas.microsoft.com/office/drawing/2014/main" id="{5E0CC1C4-A54E-44CC-9C83-D98A91248C60}"/>
              </a:ext>
            </a:extLst>
          </p:cNvPr>
          <p:cNvSpPr>
            <a:spLocks noGrp="1"/>
          </p:cNvSpPr>
          <p:nvPr/>
        </p:nvSpPr>
        <p:spPr>
          <a:xfrm>
            <a:off x="7477095" y="2857500"/>
            <a:ext cx="57150" cy="571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raincloud.estimate-1-22">
            <a:extLst>
              <a:ext uri="{FF2B5EF4-FFF2-40B4-BE49-F238E27FC236}">
                <a16:creationId xmlns:a16="http://schemas.microsoft.com/office/drawing/2014/main" id="{2E35FFAE-513B-4735-B5B7-1967BAFBB238}"/>
              </a:ext>
            </a:extLst>
          </p:cNvPr>
          <p:cNvSpPr>
            <a:spLocks noGrp="1"/>
          </p:cNvSpPr>
          <p:nvPr/>
        </p:nvSpPr>
        <p:spPr>
          <a:xfrm>
            <a:off x="7491092" y="3028950"/>
            <a:ext cx="57150" cy="571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raincloud.estimate-1-23">
            <a:extLst>
              <a:ext uri="{FF2B5EF4-FFF2-40B4-BE49-F238E27FC236}">
                <a16:creationId xmlns:a16="http://schemas.microsoft.com/office/drawing/2014/main" id="{2FA52EC2-2E93-44CE-BD0D-1C248A543A38}"/>
              </a:ext>
            </a:extLst>
          </p:cNvPr>
          <p:cNvSpPr>
            <a:spLocks noGrp="1"/>
          </p:cNvSpPr>
          <p:nvPr/>
        </p:nvSpPr>
        <p:spPr>
          <a:xfrm>
            <a:off x="7675349" y="2914650"/>
            <a:ext cx="57150" cy="571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raincloud.estimate-1-24">
            <a:extLst>
              <a:ext uri="{FF2B5EF4-FFF2-40B4-BE49-F238E27FC236}">
                <a16:creationId xmlns:a16="http://schemas.microsoft.com/office/drawing/2014/main" id="{C0095847-68DC-476D-A4FE-272B14281ACD}"/>
              </a:ext>
            </a:extLst>
          </p:cNvPr>
          <p:cNvSpPr>
            <a:spLocks noGrp="1"/>
          </p:cNvSpPr>
          <p:nvPr/>
        </p:nvSpPr>
        <p:spPr>
          <a:xfrm>
            <a:off x="7968502" y="2914650"/>
            <a:ext cx="57150" cy="571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raincloud.estimate-1-25">
            <a:extLst>
              <a:ext uri="{FF2B5EF4-FFF2-40B4-BE49-F238E27FC236}">
                <a16:creationId xmlns:a16="http://schemas.microsoft.com/office/drawing/2014/main" id="{5782BE5B-D58D-436D-AD0B-DA1F9F002D8F}"/>
              </a:ext>
            </a:extLst>
          </p:cNvPr>
          <p:cNvSpPr>
            <a:spLocks noGrp="1"/>
          </p:cNvSpPr>
          <p:nvPr/>
        </p:nvSpPr>
        <p:spPr>
          <a:xfrm>
            <a:off x="8527609" y="2914650"/>
            <a:ext cx="57150" cy="571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raincloud.estimate-1-26">
            <a:extLst>
              <a:ext uri="{FF2B5EF4-FFF2-40B4-BE49-F238E27FC236}">
                <a16:creationId xmlns:a16="http://schemas.microsoft.com/office/drawing/2014/main" id="{1EC792D1-7A24-4558-8021-AD62B7D7ADFD}"/>
              </a:ext>
            </a:extLst>
          </p:cNvPr>
          <p:cNvSpPr>
            <a:spLocks noGrp="1"/>
          </p:cNvSpPr>
          <p:nvPr/>
        </p:nvSpPr>
        <p:spPr>
          <a:xfrm>
            <a:off x="8528012" y="2971800"/>
            <a:ext cx="57150" cy="571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raincloud.estimate-1-27">
            <a:extLst>
              <a:ext uri="{FF2B5EF4-FFF2-40B4-BE49-F238E27FC236}">
                <a16:creationId xmlns:a16="http://schemas.microsoft.com/office/drawing/2014/main" id="{DE06C701-7C0A-4CD9-937A-E8164A366B2B}"/>
              </a:ext>
            </a:extLst>
          </p:cNvPr>
          <p:cNvSpPr>
            <a:spLocks noGrp="1"/>
          </p:cNvSpPr>
          <p:nvPr/>
        </p:nvSpPr>
        <p:spPr>
          <a:xfrm>
            <a:off x="8579800" y="2857500"/>
            <a:ext cx="57150" cy="571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raincloud.estimate-1-28">
            <a:extLst>
              <a:ext uri="{FF2B5EF4-FFF2-40B4-BE49-F238E27FC236}">
                <a16:creationId xmlns:a16="http://schemas.microsoft.com/office/drawing/2014/main" id="{E9658B59-0326-47B7-AD8C-25F24484BB0B}"/>
              </a:ext>
            </a:extLst>
          </p:cNvPr>
          <p:cNvSpPr>
            <a:spLocks noGrp="1"/>
          </p:cNvSpPr>
          <p:nvPr/>
        </p:nvSpPr>
        <p:spPr>
          <a:xfrm>
            <a:off x="8600159" y="2914650"/>
            <a:ext cx="57150" cy="571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raincloud.estimate-1-29">
            <a:extLst>
              <a:ext uri="{FF2B5EF4-FFF2-40B4-BE49-F238E27FC236}">
                <a16:creationId xmlns:a16="http://schemas.microsoft.com/office/drawing/2014/main" id="{02350CB2-1529-416E-A5FD-1DF976202A7B}"/>
              </a:ext>
            </a:extLst>
          </p:cNvPr>
          <p:cNvSpPr>
            <a:spLocks noGrp="1"/>
          </p:cNvSpPr>
          <p:nvPr/>
        </p:nvSpPr>
        <p:spPr>
          <a:xfrm>
            <a:off x="8822344" y="2914650"/>
            <a:ext cx="57150" cy="571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box.range-1">
            <a:extLst>
              <a:ext uri="{FF2B5EF4-FFF2-40B4-BE49-F238E27FC236}">
                <a16:creationId xmlns:a16="http://schemas.microsoft.com/office/drawing/2014/main" id="{26283616-3871-4002-80B4-3371A0EC2B23}"/>
              </a:ext>
            </a:extLst>
          </p:cNvPr>
          <p:cNvSpPr>
            <a:spLocks noGrp="1"/>
          </p:cNvSpPr>
          <p:nvPr/>
        </p:nvSpPr>
        <p:spPr>
          <a:xfrm>
            <a:off x="4253984" y="2733675"/>
            <a:ext cx="4596935" cy="953"/>
          </a:xfrm>
          <a:custGeom>
            <a:avLst/>
            <a:gdLst/>
            <a:ahLst/>
            <a:cxnLst/>
            <a:rect l="0" t="0" r="0" b="0"/>
            <a:pathLst>
              <a:path w="4596935" h="953">
                <a:moveTo>
                  <a:pt x="0" y="0"/>
                </a:moveTo>
                <a:lnTo>
                  <a:pt x="4596935" y="0"/>
                </a:lnTo>
              </a:path>
            </a:pathLst>
          </a:custGeom>
          <a:noFill/>
          <a:ln w="9525">
            <a:solidFill>
              <a:srgbClr val="147AA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box.iqr-1">
            <a:extLst>
              <a:ext uri="{FF2B5EF4-FFF2-40B4-BE49-F238E27FC236}">
                <a16:creationId xmlns:a16="http://schemas.microsoft.com/office/drawing/2014/main" id="{EEB22346-2591-4FC4-AB79-B2C116558A32}"/>
              </a:ext>
            </a:extLst>
          </p:cNvPr>
          <p:cNvSpPr>
            <a:spLocks noGrp="1"/>
          </p:cNvSpPr>
          <p:nvPr/>
        </p:nvSpPr>
        <p:spPr>
          <a:xfrm>
            <a:off x="6073548" y="2733675"/>
            <a:ext cx="1442620" cy="953"/>
          </a:xfrm>
          <a:custGeom>
            <a:avLst/>
            <a:gdLst/>
            <a:ahLst/>
            <a:cxnLst/>
            <a:rect l="0" t="0" r="0" b="0"/>
            <a:pathLst>
              <a:path w="1442620" h="953">
                <a:moveTo>
                  <a:pt x="0" y="0"/>
                </a:moveTo>
                <a:lnTo>
                  <a:pt x="1442620" y="0"/>
                </a:lnTo>
              </a:path>
            </a:pathLst>
          </a:custGeom>
          <a:noFill/>
          <a:ln w="57150">
            <a:solidFill>
              <a:srgbClr val="147AA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box.median-1">
            <a:extLst>
              <a:ext uri="{FF2B5EF4-FFF2-40B4-BE49-F238E27FC236}">
                <a16:creationId xmlns:a16="http://schemas.microsoft.com/office/drawing/2014/main" id="{C62141CF-1ABD-47B0-B02B-0E4A2CF604D7}"/>
              </a:ext>
            </a:extLst>
          </p:cNvPr>
          <p:cNvSpPr>
            <a:spLocks noGrp="1"/>
          </p:cNvSpPr>
          <p:nvPr/>
        </p:nvSpPr>
        <p:spPr>
          <a:xfrm>
            <a:off x="6851603" y="2676525"/>
            <a:ext cx="953" cy="114300"/>
          </a:xfrm>
          <a:custGeom>
            <a:avLst/>
            <a:gdLst/>
            <a:ahLst/>
            <a:cxnLst/>
            <a:rect l="0" t="0" r="0" b="0"/>
            <a:pathLst>
              <a:path w="953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20955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comparison.boundary">
            <a:extLst>
              <a:ext uri="{FF2B5EF4-FFF2-40B4-BE49-F238E27FC236}">
                <a16:creationId xmlns:a16="http://schemas.microsoft.com/office/drawing/2014/main" id="{B34BA32C-F051-2926-D8F0-24EEA279FB89}"/>
              </a:ext>
            </a:extLst>
          </p:cNvPr>
          <p:cNvSpPr>
            <a:spLocks noGrp="1"/>
          </p:cNvSpPr>
          <p:nvPr/>
        </p:nvSpPr>
        <p:spPr>
          <a:xfrm>
            <a:off x="285750" y="285750"/>
            <a:ext cx="10096500" cy="4953000"/>
          </a:xfrm>
          <a:prstGeom prst="rect">
            <a:avLst/>
          </a:prstGeom>
          <a:noFill/>
          <a:ln w="12383">
            <a:solidFill>
              <a:srgbClr val="9FBAA5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comparison.header">
            <a:extLst>
              <a:ext uri="{FF2B5EF4-FFF2-40B4-BE49-F238E27FC236}">
                <a16:creationId xmlns:a16="http://schemas.microsoft.com/office/drawing/2014/main" id="{0FAE965E-ACF0-8993-0247-E060B3108164}"/>
              </a:ext>
            </a:extLst>
          </p:cNvPr>
          <p:cNvSpPr>
            <a:spLocks noGrp="1"/>
          </p:cNvSpPr>
          <p:nvPr/>
        </p:nvSpPr>
        <p:spPr>
          <a:xfrm>
            <a:off x="285750" y="285750"/>
            <a:ext cx="10096500" cy="400050"/>
          </a:xfrm>
          <a:prstGeom prst="rect">
            <a:avLst/>
          </a:prstGeom>
          <a:solidFill>
            <a:srgbClr val="EAF1D8"/>
          </a:solidFill>
          <a:ln w="9525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comparison.title">
            <a:extLst>
              <a:ext uri="{FF2B5EF4-FFF2-40B4-BE49-F238E27FC236}">
                <a16:creationId xmlns:a16="http://schemas.microsoft.com/office/drawing/2014/main" id="{9A884373-A7EF-3155-3109-C02A814C64A0}"/>
              </a:ext>
            </a:extLst>
          </p:cNvPr>
          <p:cNvSpPr>
            <a:spLocks noGrp="1"/>
          </p:cNvSpPr>
          <p:nvPr/>
        </p:nvSpPr>
        <p:spPr>
          <a:xfrm>
            <a:off x="381000" y="304800"/>
            <a:ext cx="9906000" cy="3619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② 云雨图：分布轮廓、箱线与全部估计点</a:t>
            </a:r>
            <a:endParaRPr sz="1800" b="1">
              <a:solidFill>
                <a:srgbClr val="26323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3" name="comparison.truth">
            <a:extLst>
              <a:ext uri="{FF2B5EF4-FFF2-40B4-BE49-F238E27FC236}">
                <a16:creationId xmlns:a16="http://schemas.microsoft.com/office/drawing/2014/main" id="{94EF8C91-5AF5-F065-488A-432FBE44F414}"/>
              </a:ext>
            </a:extLst>
          </p:cNvPr>
          <p:cNvSpPr>
            <a:spLocks noGrp="1"/>
          </p:cNvSpPr>
          <p:nvPr/>
        </p:nvSpPr>
        <p:spPr>
          <a:xfrm>
            <a:off x="6249419" y="1285875"/>
            <a:ext cx="953" cy="1962150"/>
          </a:xfrm>
          <a:custGeom>
            <a:avLst/>
            <a:gdLst/>
            <a:ahLst/>
            <a:cxnLst/>
            <a:rect l="0" t="0" r="0" b="0"/>
            <a:pathLst>
              <a:path w="953" h="1962150">
                <a:moveTo>
                  <a:pt x="0" y="0"/>
                </a:moveTo>
                <a:lnTo>
                  <a:pt x="0" y="1962150"/>
                </a:lnTo>
              </a:path>
            </a:pathLst>
          </a:custGeom>
          <a:noFill/>
          <a:ln w="17145">
            <a:solidFill>
              <a:srgbClr val="C5803D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comparison.truth-word">
            <a:extLst>
              <a:ext uri="{FF2B5EF4-FFF2-40B4-BE49-F238E27FC236}">
                <a16:creationId xmlns:a16="http://schemas.microsoft.com/office/drawing/2014/main" id="{94A536F6-CC01-3AC1-BE45-F3D4F0BFA37F}"/>
              </a:ext>
            </a:extLst>
          </p:cNvPr>
          <p:cNvSpPr>
            <a:spLocks noGrp="1"/>
          </p:cNvSpPr>
          <p:nvPr/>
        </p:nvSpPr>
        <p:spPr>
          <a:xfrm>
            <a:off x="4868294" y="885825"/>
            <a:ext cx="571500" cy="285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A46A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46A2E"/>
                </a:solidFill>
                <a:latin typeface="Microsoft YaHei"/>
                <a:ea typeface="Microsoft YaHei"/>
                <a:cs typeface="Microsoft YaHei"/>
              </a:rPr>
              <a:t>真值</a:t>
            </a:r>
          </a:p>
        </p:txBody>
      </p:sp>
      <p:sp>
        <p:nvSpPr>
          <p:cNvPr id="75" name="comparison.axis">
            <a:extLst>
              <a:ext uri="{FF2B5EF4-FFF2-40B4-BE49-F238E27FC236}">
                <a16:creationId xmlns:a16="http://schemas.microsoft.com/office/drawing/2014/main" id="{25E46509-8706-3624-7BD5-615A8718145D}"/>
              </a:ext>
            </a:extLst>
          </p:cNvPr>
          <p:cNvSpPr>
            <a:spLocks noGrp="1"/>
          </p:cNvSpPr>
          <p:nvPr/>
        </p:nvSpPr>
        <p:spPr>
          <a:xfrm>
            <a:off x="2113429" y="3248025"/>
            <a:ext cx="7237981" cy="953"/>
          </a:xfrm>
          <a:custGeom>
            <a:avLst/>
            <a:gdLst/>
            <a:ahLst/>
            <a:cxnLst/>
            <a:rect l="0" t="0" r="0" b="0"/>
            <a:pathLst>
              <a:path w="7237981" h="953">
                <a:moveTo>
                  <a:pt x="0" y="0"/>
                </a:moveTo>
                <a:lnTo>
                  <a:pt x="7237981" y="0"/>
                </a:lnTo>
              </a:path>
            </a:pathLst>
          </a:custGeom>
          <a:noFill/>
          <a:ln w="12383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" name="comparison.tick0">
            <a:extLst>
              <a:ext uri="{FF2B5EF4-FFF2-40B4-BE49-F238E27FC236}">
                <a16:creationId xmlns:a16="http://schemas.microsoft.com/office/drawing/2014/main" id="{309E7B46-0AA1-8B0E-03A9-5AF109977238}"/>
              </a:ext>
            </a:extLst>
          </p:cNvPr>
          <p:cNvSpPr>
            <a:spLocks noGrp="1"/>
          </p:cNvSpPr>
          <p:nvPr/>
        </p:nvSpPr>
        <p:spPr>
          <a:xfrm>
            <a:off x="2113429" y="324802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comparison.tick-label0">
            <a:extLst>
              <a:ext uri="{FF2B5EF4-FFF2-40B4-BE49-F238E27FC236}">
                <a16:creationId xmlns:a16="http://schemas.microsoft.com/office/drawing/2014/main" id="{3413F368-CCE0-FB7F-8C89-22B1494DA037}"/>
              </a:ext>
            </a:extLst>
          </p:cNvPr>
          <p:cNvSpPr>
            <a:spLocks noGrp="1"/>
          </p:cNvSpPr>
          <p:nvPr/>
        </p:nvSpPr>
        <p:spPr>
          <a:xfrm>
            <a:off x="1770529" y="3333750"/>
            <a:ext cx="6858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78" name="comparison.tick500">
            <a:extLst>
              <a:ext uri="{FF2B5EF4-FFF2-40B4-BE49-F238E27FC236}">
                <a16:creationId xmlns:a16="http://schemas.microsoft.com/office/drawing/2014/main" id="{373B9878-2014-D99C-BB04-B67E70F21F37}"/>
              </a:ext>
            </a:extLst>
          </p:cNvPr>
          <p:cNvSpPr>
            <a:spLocks noGrp="1"/>
          </p:cNvSpPr>
          <p:nvPr/>
        </p:nvSpPr>
        <p:spPr>
          <a:xfrm>
            <a:off x="4181424" y="324802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comparison.tick-label500">
            <a:extLst>
              <a:ext uri="{FF2B5EF4-FFF2-40B4-BE49-F238E27FC236}">
                <a16:creationId xmlns:a16="http://schemas.microsoft.com/office/drawing/2014/main" id="{3A107CE1-2805-959A-7942-14E6B2286E37}"/>
              </a:ext>
            </a:extLst>
          </p:cNvPr>
          <p:cNvSpPr>
            <a:spLocks noGrp="1"/>
          </p:cNvSpPr>
          <p:nvPr/>
        </p:nvSpPr>
        <p:spPr>
          <a:xfrm>
            <a:off x="3838524" y="3333750"/>
            <a:ext cx="6858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500</a:t>
            </a:r>
          </a:p>
        </p:txBody>
      </p:sp>
      <p:sp>
        <p:nvSpPr>
          <p:cNvPr id="80" name="comparison.tick1000">
            <a:extLst>
              <a:ext uri="{FF2B5EF4-FFF2-40B4-BE49-F238E27FC236}">
                <a16:creationId xmlns:a16="http://schemas.microsoft.com/office/drawing/2014/main" id="{D252675B-4E4A-EF3C-0C4F-F4E785A148F8}"/>
              </a:ext>
            </a:extLst>
          </p:cNvPr>
          <p:cNvSpPr>
            <a:spLocks noGrp="1"/>
          </p:cNvSpPr>
          <p:nvPr/>
        </p:nvSpPr>
        <p:spPr>
          <a:xfrm>
            <a:off x="6249419" y="324802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comparison.tick-label1000">
            <a:extLst>
              <a:ext uri="{FF2B5EF4-FFF2-40B4-BE49-F238E27FC236}">
                <a16:creationId xmlns:a16="http://schemas.microsoft.com/office/drawing/2014/main" id="{052A825B-6BED-194E-1890-F15AD80E9228}"/>
              </a:ext>
            </a:extLst>
          </p:cNvPr>
          <p:cNvSpPr>
            <a:spLocks noGrp="1"/>
          </p:cNvSpPr>
          <p:nvPr/>
        </p:nvSpPr>
        <p:spPr>
          <a:xfrm>
            <a:off x="5906519" y="3333750"/>
            <a:ext cx="6858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1000</a:t>
            </a:r>
          </a:p>
        </p:txBody>
      </p:sp>
      <p:sp>
        <p:nvSpPr>
          <p:cNvPr id="82" name="comparison.tick1500">
            <a:extLst>
              <a:ext uri="{FF2B5EF4-FFF2-40B4-BE49-F238E27FC236}">
                <a16:creationId xmlns:a16="http://schemas.microsoft.com/office/drawing/2014/main" id="{40C227F4-FE66-7AE8-4C1A-0A9107CB6690}"/>
              </a:ext>
            </a:extLst>
          </p:cNvPr>
          <p:cNvSpPr>
            <a:spLocks noGrp="1"/>
          </p:cNvSpPr>
          <p:nvPr/>
        </p:nvSpPr>
        <p:spPr>
          <a:xfrm>
            <a:off x="8317413" y="324802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comparison.tick-label1500">
            <a:extLst>
              <a:ext uri="{FF2B5EF4-FFF2-40B4-BE49-F238E27FC236}">
                <a16:creationId xmlns:a16="http://schemas.microsoft.com/office/drawing/2014/main" id="{CAC53A91-1DB3-E32F-6362-76CD9596B76C}"/>
              </a:ext>
            </a:extLst>
          </p:cNvPr>
          <p:cNvSpPr>
            <a:spLocks noGrp="1"/>
          </p:cNvSpPr>
          <p:nvPr/>
        </p:nvSpPr>
        <p:spPr>
          <a:xfrm>
            <a:off x="7974513" y="3333750"/>
            <a:ext cx="6858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1500</a:t>
            </a:r>
          </a:p>
        </p:txBody>
      </p:sp>
      <p:sp>
        <p:nvSpPr>
          <p:cNvPr id="84" name="comparison.axislabel">
            <a:extLst>
              <a:ext uri="{FF2B5EF4-FFF2-40B4-BE49-F238E27FC236}">
                <a16:creationId xmlns:a16="http://schemas.microsoft.com/office/drawing/2014/main" id="{A180014A-7369-CB3E-7BD8-D00DB7EC8CF4}"/>
              </a:ext>
            </a:extLst>
          </p:cNvPr>
          <p:cNvSpPr>
            <a:spLocks noGrp="1"/>
          </p:cNvSpPr>
          <p:nvPr/>
        </p:nvSpPr>
        <p:spPr>
          <a:xfrm>
            <a:off x="5619750" y="3629025"/>
            <a:ext cx="3810000" cy="2762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位置参数估计 γ̂</a:t>
            </a:r>
          </a:p>
        </p:txBody>
      </p:sp>
      <p:sp>
        <p:nvSpPr>
          <p:cNvPr id="85" name="comparison.table-header0">
            <a:extLst>
              <a:ext uri="{FF2B5EF4-FFF2-40B4-BE49-F238E27FC236}">
                <a16:creationId xmlns:a16="http://schemas.microsoft.com/office/drawing/2014/main" id="{18F42F7D-E117-C645-1198-EA2EAAD51533}"/>
              </a:ext>
            </a:extLst>
          </p:cNvPr>
          <p:cNvSpPr>
            <a:spLocks noGrp="1"/>
          </p:cNvSpPr>
          <p:nvPr/>
        </p:nvSpPr>
        <p:spPr>
          <a:xfrm>
            <a:off x="476250" y="3981450"/>
            <a:ext cx="1333500" cy="2762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判据</a:t>
            </a:r>
          </a:p>
        </p:txBody>
      </p:sp>
      <p:sp>
        <p:nvSpPr>
          <p:cNvPr id="86" name="comparison.table-header1">
            <a:extLst>
              <a:ext uri="{FF2B5EF4-FFF2-40B4-BE49-F238E27FC236}">
                <a16:creationId xmlns:a16="http://schemas.microsoft.com/office/drawing/2014/main" id="{D9EABBBC-E6A3-4AA4-397D-B454C0615189}"/>
              </a:ext>
            </a:extLst>
          </p:cNvPr>
          <p:cNvSpPr>
            <a:spLocks noGrp="1"/>
          </p:cNvSpPr>
          <p:nvPr/>
        </p:nvSpPr>
        <p:spPr>
          <a:xfrm>
            <a:off x="2095500" y="3981450"/>
            <a:ext cx="2476500" cy="2762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离散程度</a:t>
            </a:r>
            <a:r>
              <a:rPr sz="1650" b="1" dirty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 SD</a:t>
            </a:r>
          </a:p>
        </p:txBody>
      </p:sp>
      <p:sp>
        <p:nvSpPr>
          <p:cNvPr id="87" name="comparison.table-header2">
            <a:extLst>
              <a:ext uri="{FF2B5EF4-FFF2-40B4-BE49-F238E27FC236}">
                <a16:creationId xmlns:a16="http://schemas.microsoft.com/office/drawing/2014/main" id="{4D4DF71F-4B82-C703-A949-E330E838F06E}"/>
              </a:ext>
            </a:extLst>
          </p:cNvPr>
          <p:cNvSpPr>
            <a:spLocks noGrp="1"/>
          </p:cNvSpPr>
          <p:nvPr/>
        </p:nvSpPr>
        <p:spPr>
          <a:xfrm>
            <a:off x="4905375" y="3981450"/>
            <a:ext cx="2476500" cy="2762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平均偏差 Bias</a:t>
            </a:r>
          </a:p>
        </p:txBody>
      </p:sp>
      <p:sp>
        <p:nvSpPr>
          <p:cNvPr id="88" name="comparison.table-header3">
            <a:extLst>
              <a:ext uri="{FF2B5EF4-FFF2-40B4-BE49-F238E27FC236}">
                <a16:creationId xmlns:a16="http://schemas.microsoft.com/office/drawing/2014/main" id="{473F8340-418D-2B75-F487-6832CBEAD21F}"/>
              </a:ext>
            </a:extLst>
          </p:cNvPr>
          <p:cNvSpPr>
            <a:spLocks noGrp="1"/>
          </p:cNvSpPr>
          <p:nvPr/>
        </p:nvSpPr>
        <p:spPr>
          <a:xfrm>
            <a:off x="7715250" y="3981450"/>
            <a:ext cx="2476500" cy="2762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总体误差 RMSE</a:t>
            </a:r>
          </a:p>
        </p:txBody>
      </p:sp>
      <p:sp>
        <p:nvSpPr>
          <p:cNvPr id="89" name="comparison.table-0-0">
            <a:extLst>
              <a:ext uri="{FF2B5EF4-FFF2-40B4-BE49-F238E27FC236}">
                <a16:creationId xmlns:a16="http://schemas.microsoft.com/office/drawing/2014/main" id="{5DB17429-6481-69DE-0AF7-66A5B4C8F165}"/>
              </a:ext>
            </a:extLst>
          </p:cNvPr>
          <p:cNvSpPr>
            <a:spLocks noGrp="1"/>
          </p:cNvSpPr>
          <p:nvPr/>
        </p:nvSpPr>
        <p:spPr>
          <a:xfrm>
            <a:off x="476250" y="4381500"/>
            <a:ext cx="13335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dirty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δ = 0</a:t>
            </a:r>
          </a:p>
        </p:txBody>
      </p:sp>
      <p:sp>
        <p:nvSpPr>
          <p:cNvPr id="90" name="comparison.table-0-1">
            <a:extLst>
              <a:ext uri="{FF2B5EF4-FFF2-40B4-BE49-F238E27FC236}">
                <a16:creationId xmlns:a16="http://schemas.microsoft.com/office/drawing/2014/main" id="{54132A41-BBAE-42DC-A03D-13CE362ABE24}"/>
              </a:ext>
            </a:extLst>
          </p:cNvPr>
          <p:cNvSpPr>
            <a:spLocks noGrp="1"/>
          </p:cNvSpPr>
          <p:nvPr/>
        </p:nvSpPr>
        <p:spPr>
          <a:xfrm>
            <a:off x="2095500" y="4381500"/>
            <a:ext cx="24765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dirty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595.5</a:t>
            </a:r>
          </a:p>
        </p:txBody>
      </p:sp>
      <p:sp>
        <p:nvSpPr>
          <p:cNvPr id="91" name="comparison.table-0-2">
            <a:extLst>
              <a:ext uri="{FF2B5EF4-FFF2-40B4-BE49-F238E27FC236}">
                <a16:creationId xmlns:a16="http://schemas.microsoft.com/office/drawing/2014/main" id="{BFEBE47F-E3A9-54CD-7E7D-9B532E22612F}"/>
              </a:ext>
            </a:extLst>
          </p:cNvPr>
          <p:cNvSpPr>
            <a:spLocks noGrp="1"/>
          </p:cNvSpPr>
          <p:nvPr/>
        </p:nvSpPr>
        <p:spPr>
          <a:xfrm>
            <a:off x="4905375" y="4381500"/>
            <a:ext cx="24765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−253.6</a:t>
            </a:r>
          </a:p>
        </p:txBody>
      </p:sp>
      <p:sp>
        <p:nvSpPr>
          <p:cNvPr id="92" name="comparison.table-0-3">
            <a:extLst>
              <a:ext uri="{FF2B5EF4-FFF2-40B4-BE49-F238E27FC236}">
                <a16:creationId xmlns:a16="http://schemas.microsoft.com/office/drawing/2014/main" id="{10BDA9B1-4A55-A7B7-2A00-1BEFAEF69FE4}"/>
              </a:ext>
            </a:extLst>
          </p:cNvPr>
          <p:cNvSpPr>
            <a:spLocks noGrp="1"/>
          </p:cNvSpPr>
          <p:nvPr/>
        </p:nvSpPr>
        <p:spPr>
          <a:xfrm>
            <a:off x="7715250" y="4381500"/>
            <a:ext cx="24765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638.1</a:t>
            </a:r>
          </a:p>
        </p:txBody>
      </p:sp>
      <p:sp>
        <p:nvSpPr>
          <p:cNvPr id="93" name="comparison.table-1-0">
            <a:extLst>
              <a:ext uri="{FF2B5EF4-FFF2-40B4-BE49-F238E27FC236}">
                <a16:creationId xmlns:a16="http://schemas.microsoft.com/office/drawing/2014/main" id="{614399B6-9649-3DF5-5276-483BA3397769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13335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rPr>
              <a:t>δ = 0.1</a:t>
            </a:r>
          </a:p>
        </p:txBody>
      </p:sp>
      <p:sp>
        <p:nvSpPr>
          <p:cNvPr id="94" name="comparison.table-1-1">
            <a:extLst>
              <a:ext uri="{FF2B5EF4-FFF2-40B4-BE49-F238E27FC236}">
                <a16:creationId xmlns:a16="http://schemas.microsoft.com/office/drawing/2014/main" id="{1586B5BB-F42B-F7B7-F074-9AB22448C082}"/>
              </a:ext>
            </a:extLst>
          </p:cNvPr>
          <p:cNvSpPr>
            <a:spLocks noGrp="1"/>
          </p:cNvSpPr>
          <p:nvPr/>
        </p:nvSpPr>
        <p:spPr>
          <a:xfrm>
            <a:off x="2095500" y="4762500"/>
            <a:ext cx="24765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rPr>
              <a:t>300.6</a:t>
            </a:r>
          </a:p>
        </p:txBody>
      </p:sp>
      <p:sp>
        <p:nvSpPr>
          <p:cNvPr id="95" name="comparison.table-1-2">
            <a:extLst>
              <a:ext uri="{FF2B5EF4-FFF2-40B4-BE49-F238E27FC236}">
                <a16:creationId xmlns:a16="http://schemas.microsoft.com/office/drawing/2014/main" id="{F062274E-FA7A-E923-02A0-330E589E0582}"/>
              </a:ext>
            </a:extLst>
          </p:cNvPr>
          <p:cNvSpPr>
            <a:spLocks noGrp="1"/>
          </p:cNvSpPr>
          <p:nvPr/>
        </p:nvSpPr>
        <p:spPr>
          <a:xfrm>
            <a:off x="4905375" y="4762500"/>
            <a:ext cx="24765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rPr>
              <a:t>+139.8</a:t>
            </a:r>
          </a:p>
        </p:txBody>
      </p:sp>
      <p:sp>
        <p:nvSpPr>
          <p:cNvPr id="96" name="comparison.table-1-3">
            <a:extLst>
              <a:ext uri="{FF2B5EF4-FFF2-40B4-BE49-F238E27FC236}">
                <a16:creationId xmlns:a16="http://schemas.microsoft.com/office/drawing/2014/main" id="{39158927-EB90-5E38-3A91-41A823029400}"/>
              </a:ext>
            </a:extLst>
          </p:cNvPr>
          <p:cNvSpPr>
            <a:spLocks noGrp="1"/>
          </p:cNvSpPr>
          <p:nvPr/>
        </p:nvSpPr>
        <p:spPr>
          <a:xfrm>
            <a:off x="7715250" y="4762500"/>
            <a:ext cx="24765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rPr>
              <a:t>326.9</a:t>
            </a:r>
          </a:p>
        </p:txBody>
      </p:sp>
      <p:sp>
        <p:nvSpPr>
          <p:cNvPr id="97" name="comparison.note">
            <a:extLst>
              <a:ext uri="{FF2B5EF4-FFF2-40B4-BE49-F238E27FC236}">
                <a16:creationId xmlns:a16="http://schemas.microsoft.com/office/drawing/2014/main" id="{DB47E8D6-971B-1F1C-E658-B4560CA87BAA}"/>
              </a:ext>
            </a:extLst>
          </p:cNvPr>
          <p:cNvSpPr>
            <a:spLocks noGrp="1"/>
          </p:cNvSpPr>
          <p:nvPr/>
        </p:nvSpPr>
        <p:spPr>
          <a:xfrm>
            <a:off x="285750" y="5381625"/>
            <a:ext cx="100965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每组</a:t>
            </a:r>
            <a:r>
              <a:rPr lang="en-US" altLang="zh-CN" sz="14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30</a:t>
            </a:r>
            <a:r>
              <a:rPr lang="zh-CN" altLang="en-US" sz="14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个解；平滑轮廓描述非零解，</a:t>
            </a:r>
            <a:r>
              <a:rPr lang="en-US" altLang="zh-CN" sz="14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lang="zh-CN" altLang="en-US" sz="14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处</a:t>
            </a:r>
            <a:r>
              <a:rPr lang="en-US" altLang="zh-CN" sz="14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10</a:t>
            </a:r>
            <a:r>
              <a:rPr lang="zh-CN" altLang="en-US" sz="14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个下界解单独保留。</a:t>
            </a:r>
            <a:endParaRPr sz="1425" b="0">
              <a:solidFill>
                <a:srgbClr val="82878C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98" name="MathType.comparison0">
            <a:extLst>
              <a:ext uri="{FF2B5EF4-FFF2-40B4-BE49-F238E27FC236}">
                <a16:creationId xmlns:a16="http://schemas.microsoft.com/office/drawing/2014/main" id="{5B639B94-1D01-5CFA-8FE8-DAC904F8E9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8382219"/>
              </p:ext>
            </p:extLst>
          </p:nvPr>
        </p:nvGraphicFramePr>
        <p:xfrm>
          <a:off x="715963" y="1454150"/>
          <a:ext cx="64452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68280" imgH="177480" progId="Equation.DSMT4">
                  <p:embed/>
                </p:oleObj>
              </mc:Choice>
              <mc:Fallback>
                <p:oleObj name="Equation" r:id="rId3" imgW="368280" imgH="177480" progId="Equation.DSMT4">
                  <p:embed/>
                  <p:pic>
                    <p:nvPicPr>
                      <p:cNvPr id="391" name="MathType.comparison0">
                        <a:extLst>
                          <a:ext uri="{FF2B5EF4-FFF2-40B4-BE49-F238E27FC236}">
                            <a16:creationId xmlns:a16="http://schemas.microsoft.com/office/drawing/2014/main" id="{5FF8A4B7-710A-00C6-DBB2-76D9ECAA71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5963" y="1454150"/>
                        <a:ext cx="644525" cy="311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" name="MathType.comparison01">
            <a:extLst>
              <a:ext uri="{FF2B5EF4-FFF2-40B4-BE49-F238E27FC236}">
                <a16:creationId xmlns:a16="http://schemas.microsoft.com/office/drawing/2014/main" id="{8FC1E940-5523-6CAF-CA4F-77921B0BD3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3209116"/>
              </p:ext>
            </p:extLst>
          </p:nvPr>
        </p:nvGraphicFramePr>
        <p:xfrm>
          <a:off x="627063" y="2501900"/>
          <a:ext cx="82232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69800" imgH="177480" progId="Equation.DSMT4">
                  <p:embed/>
                </p:oleObj>
              </mc:Choice>
              <mc:Fallback>
                <p:oleObj name="Equation" r:id="rId5" imgW="469800" imgH="177480" progId="Equation.DSMT4">
                  <p:embed/>
                  <p:pic>
                    <p:nvPicPr>
                      <p:cNvPr id="392" name="MathType.comparison01">
                        <a:extLst>
                          <a:ext uri="{FF2B5EF4-FFF2-40B4-BE49-F238E27FC236}">
                            <a16:creationId xmlns:a16="http://schemas.microsoft.com/office/drawing/2014/main" id="{6F55F42C-8ECF-D394-CC40-7821661724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7063" y="2501900"/>
                        <a:ext cx="822325" cy="311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" name="MathType.gammaTruth">
            <a:extLst>
              <a:ext uri="{FF2B5EF4-FFF2-40B4-BE49-F238E27FC236}">
                <a16:creationId xmlns:a16="http://schemas.microsoft.com/office/drawing/2014/main" id="{FB770251-A755-0FBF-60FE-8921E11502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6707994"/>
              </p:ext>
            </p:extLst>
          </p:nvPr>
        </p:nvGraphicFramePr>
        <p:xfrm>
          <a:off x="5847584" y="885825"/>
          <a:ext cx="803668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71320" imgH="203040" progId="Equation.DSMT4">
                  <p:embed/>
                </p:oleObj>
              </mc:Choice>
              <mc:Fallback>
                <p:oleObj name="Equation" r:id="rId7" imgW="571320" imgH="203040" progId="Equation.DSMT4">
                  <p:embed/>
                  <p:pic>
                    <p:nvPicPr>
                      <p:cNvPr id="393" name="MathType.gammaTruth">
                        <a:extLst>
                          <a:ext uri="{FF2B5EF4-FFF2-40B4-BE49-F238E27FC236}">
                            <a16:creationId xmlns:a16="http://schemas.microsoft.com/office/drawing/2014/main" id="{847CBB5F-377A-D997-5E3D-11C7371835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847584" y="885825"/>
                        <a:ext cx="803668" cy="285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89735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beeswarm.estimate-0-0">
            <a:extLst>
              <a:ext uri="{FF2B5EF4-FFF2-40B4-BE49-F238E27FC236}">
                <a16:creationId xmlns:a16="http://schemas.microsoft.com/office/drawing/2014/main" id="{43AE99B3-9179-4999-B563-20F242FFF285}"/>
              </a:ext>
            </a:extLst>
          </p:cNvPr>
          <p:cNvSpPr>
            <a:spLocks noGrp="1"/>
          </p:cNvSpPr>
          <p:nvPr/>
        </p:nvSpPr>
        <p:spPr>
          <a:xfrm>
            <a:off x="2065804" y="1571625"/>
            <a:ext cx="95250" cy="952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beeswarm.estimate-0-1">
            <a:extLst>
              <a:ext uri="{FF2B5EF4-FFF2-40B4-BE49-F238E27FC236}">
                <a16:creationId xmlns:a16="http://schemas.microsoft.com/office/drawing/2014/main" id="{272E941A-B6F3-4BFE-B036-C9AD4F43E184}"/>
              </a:ext>
            </a:extLst>
          </p:cNvPr>
          <p:cNvSpPr>
            <a:spLocks noGrp="1"/>
          </p:cNvSpPr>
          <p:nvPr/>
        </p:nvSpPr>
        <p:spPr>
          <a:xfrm>
            <a:off x="2065804" y="1666875"/>
            <a:ext cx="95250" cy="952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beeswarm.estimate-0-2">
            <a:extLst>
              <a:ext uri="{FF2B5EF4-FFF2-40B4-BE49-F238E27FC236}">
                <a16:creationId xmlns:a16="http://schemas.microsoft.com/office/drawing/2014/main" id="{B9B7620D-8B74-43FC-B383-D80549156E3C}"/>
              </a:ext>
            </a:extLst>
          </p:cNvPr>
          <p:cNvSpPr>
            <a:spLocks noGrp="1"/>
          </p:cNvSpPr>
          <p:nvPr/>
        </p:nvSpPr>
        <p:spPr>
          <a:xfrm>
            <a:off x="2065804" y="1476375"/>
            <a:ext cx="95250" cy="952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beeswarm.estimate-0-3">
            <a:extLst>
              <a:ext uri="{FF2B5EF4-FFF2-40B4-BE49-F238E27FC236}">
                <a16:creationId xmlns:a16="http://schemas.microsoft.com/office/drawing/2014/main" id="{143D9A20-6A99-49CD-A653-C1D1EEC9E1AF}"/>
              </a:ext>
            </a:extLst>
          </p:cNvPr>
          <p:cNvSpPr>
            <a:spLocks noGrp="1"/>
          </p:cNvSpPr>
          <p:nvPr/>
        </p:nvSpPr>
        <p:spPr>
          <a:xfrm>
            <a:off x="2065804" y="1762125"/>
            <a:ext cx="95250" cy="952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beeswarm.estimate-0-4">
            <a:extLst>
              <a:ext uri="{FF2B5EF4-FFF2-40B4-BE49-F238E27FC236}">
                <a16:creationId xmlns:a16="http://schemas.microsoft.com/office/drawing/2014/main" id="{AE05DC35-84EB-407B-BC8B-2042B11CFCC1}"/>
              </a:ext>
            </a:extLst>
          </p:cNvPr>
          <p:cNvSpPr>
            <a:spLocks noGrp="1"/>
          </p:cNvSpPr>
          <p:nvPr/>
        </p:nvSpPr>
        <p:spPr>
          <a:xfrm>
            <a:off x="2065804" y="1381125"/>
            <a:ext cx="95250" cy="952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beeswarm.estimate-0-5">
            <a:extLst>
              <a:ext uri="{FF2B5EF4-FFF2-40B4-BE49-F238E27FC236}">
                <a16:creationId xmlns:a16="http://schemas.microsoft.com/office/drawing/2014/main" id="{9D865EA9-4F1B-4E54-8332-45534FE45BAB}"/>
              </a:ext>
            </a:extLst>
          </p:cNvPr>
          <p:cNvSpPr>
            <a:spLocks noGrp="1"/>
          </p:cNvSpPr>
          <p:nvPr/>
        </p:nvSpPr>
        <p:spPr>
          <a:xfrm>
            <a:off x="2065804" y="1857375"/>
            <a:ext cx="95250" cy="952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beeswarm.estimate-0-6">
            <a:extLst>
              <a:ext uri="{FF2B5EF4-FFF2-40B4-BE49-F238E27FC236}">
                <a16:creationId xmlns:a16="http://schemas.microsoft.com/office/drawing/2014/main" id="{8128B6BC-8848-4419-A20D-F63FBC8101E1}"/>
              </a:ext>
            </a:extLst>
          </p:cNvPr>
          <p:cNvSpPr>
            <a:spLocks noGrp="1"/>
          </p:cNvSpPr>
          <p:nvPr/>
        </p:nvSpPr>
        <p:spPr>
          <a:xfrm>
            <a:off x="2065804" y="1285875"/>
            <a:ext cx="95250" cy="952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beeswarm.estimate-0-7">
            <a:extLst>
              <a:ext uri="{FF2B5EF4-FFF2-40B4-BE49-F238E27FC236}">
                <a16:creationId xmlns:a16="http://schemas.microsoft.com/office/drawing/2014/main" id="{0DDFD06A-EA44-4DC4-AB7C-2E31811E1E5D}"/>
              </a:ext>
            </a:extLst>
          </p:cNvPr>
          <p:cNvSpPr>
            <a:spLocks noGrp="1"/>
          </p:cNvSpPr>
          <p:nvPr/>
        </p:nvSpPr>
        <p:spPr>
          <a:xfrm>
            <a:off x="2065804" y="1952625"/>
            <a:ext cx="95250" cy="952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beeswarm.estimate-0-8">
            <a:extLst>
              <a:ext uri="{FF2B5EF4-FFF2-40B4-BE49-F238E27FC236}">
                <a16:creationId xmlns:a16="http://schemas.microsoft.com/office/drawing/2014/main" id="{BF07FFD6-C1CE-47C2-BF84-A92F03824C90}"/>
              </a:ext>
            </a:extLst>
          </p:cNvPr>
          <p:cNvSpPr>
            <a:spLocks noGrp="1"/>
          </p:cNvSpPr>
          <p:nvPr/>
        </p:nvSpPr>
        <p:spPr>
          <a:xfrm>
            <a:off x="2065804" y="1190625"/>
            <a:ext cx="95250" cy="952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beeswarm.estimate-0-9">
            <a:extLst>
              <a:ext uri="{FF2B5EF4-FFF2-40B4-BE49-F238E27FC236}">
                <a16:creationId xmlns:a16="http://schemas.microsoft.com/office/drawing/2014/main" id="{18F13D8F-E6E7-4666-9E15-9A68F6A69793}"/>
              </a:ext>
            </a:extLst>
          </p:cNvPr>
          <p:cNvSpPr>
            <a:spLocks noGrp="1"/>
          </p:cNvSpPr>
          <p:nvPr/>
        </p:nvSpPr>
        <p:spPr>
          <a:xfrm>
            <a:off x="2065804" y="2047875"/>
            <a:ext cx="95250" cy="952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beeswarm.estimate-0-10">
            <a:extLst>
              <a:ext uri="{FF2B5EF4-FFF2-40B4-BE49-F238E27FC236}">
                <a16:creationId xmlns:a16="http://schemas.microsoft.com/office/drawing/2014/main" id="{798EA9CA-8F32-44CC-B3FF-9231B7126CA8}"/>
              </a:ext>
            </a:extLst>
          </p:cNvPr>
          <p:cNvSpPr>
            <a:spLocks noGrp="1"/>
          </p:cNvSpPr>
          <p:nvPr/>
        </p:nvSpPr>
        <p:spPr>
          <a:xfrm>
            <a:off x="3666622" y="1571625"/>
            <a:ext cx="95250" cy="952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beeswarm.estimate-0-11">
            <a:extLst>
              <a:ext uri="{FF2B5EF4-FFF2-40B4-BE49-F238E27FC236}">
                <a16:creationId xmlns:a16="http://schemas.microsoft.com/office/drawing/2014/main" id="{7348E831-9D98-4FB4-A5A5-AC2150D8BC42}"/>
              </a:ext>
            </a:extLst>
          </p:cNvPr>
          <p:cNvSpPr>
            <a:spLocks noGrp="1"/>
          </p:cNvSpPr>
          <p:nvPr/>
        </p:nvSpPr>
        <p:spPr>
          <a:xfrm>
            <a:off x="4482639" y="1571625"/>
            <a:ext cx="95250" cy="952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beeswarm.estimate-0-12">
            <a:extLst>
              <a:ext uri="{FF2B5EF4-FFF2-40B4-BE49-F238E27FC236}">
                <a16:creationId xmlns:a16="http://schemas.microsoft.com/office/drawing/2014/main" id="{9E611AD0-533A-450E-9714-CAF2F102D104}"/>
              </a:ext>
            </a:extLst>
          </p:cNvPr>
          <p:cNvSpPr>
            <a:spLocks noGrp="1"/>
          </p:cNvSpPr>
          <p:nvPr/>
        </p:nvSpPr>
        <p:spPr>
          <a:xfrm>
            <a:off x="4998619" y="1571625"/>
            <a:ext cx="95250" cy="952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beeswarm.estimate-0-13">
            <a:extLst>
              <a:ext uri="{FF2B5EF4-FFF2-40B4-BE49-F238E27FC236}">
                <a16:creationId xmlns:a16="http://schemas.microsoft.com/office/drawing/2014/main" id="{EE797E0E-5349-4355-A1F5-F28B4938BD30}"/>
              </a:ext>
            </a:extLst>
          </p:cNvPr>
          <p:cNvSpPr>
            <a:spLocks noGrp="1"/>
          </p:cNvSpPr>
          <p:nvPr/>
        </p:nvSpPr>
        <p:spPr>
          <a:xfrm>
            <a:off x="5365979" y="1571625"/>
            <a:ext cx="95250" cy="952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beeswarm.estimate-0-14">
            <a:extLst>
              <a:ext uri="{FF2B5EF4-FFF2-40B4-BE49-F238E27FC236}">
                <a16:creationId xmlns:a16="http://schemas.microsoft.com/office/drawing/2014/main" id="{59E8113C-8129-4E20-9D85-A80DBE3B951E}"/>
              </a:ext>
            </a:extLst>
          </p:cNvPr>
          <p:cNvSpPr>
            <a:spLocks noGrp="1"/>
          </p:cNvSpPr>
          <p:nvPr/>
        </p:nvSpPr>
        <p:spPr>
          <a:xfrm>
            <a:off x="6095895" y="1571625"/>
            <a:ext cx="95250" cy="952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beeswarm.estimate-0-15">
            <a:extLst>
              <a:ext uri="{FF2B5EF4-FFF2-40B4-BE49-F238E27FC236}">
                <a16:creationId xmlns:a16="http://schemas.microsoft.com/office/drawing/2014/main" id="{7207470F-4087-442B-AD24-44ACD94C923F}"/>
              </a:ext>
            </a:extLst>
          </p:cNvPr>
          <p:cNvSpPr>
            <a:spLocks noGrp="1"/>
          </p:cNvSpPr>
          <p:nvPr/>
        </p:nvSpPr>
        <p:spPr>
          <a:xfrm>
            <a:off x="6175054" y="1666875"/>
            <a:ext cx="95250" cy="952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beeswarm.estimate-0-16">
            <a:extLst>
              <a:ext uri="{FF2B5EF4-FFF2-40B4-BE49-F238E27FC236}">
                <a16:creationId xmlns:a16="http://schemas.microsoft.com/office/drawing/2014/main" id="{738237E8-FA7C-4DB4-AE11-AA9B67759E23}"/>
              </a:ext>
            </a:extLst>
          </p:cNvPr>
          <p:cNvSpPr>
            <a:spLocks noGrp="1"/>
          </p:cNvSpPr>
          <p:nvPr/>
        </p:nvSpPr>
        <p:spPr>
          <a:xfrm>
            <a:off x="6361862" y="1571625"/>
            <a:ext cx="95250" cy="952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beeswarm.estimate-0-17">
            <a:extLst>
              <a:ext uri="{FF2B5EF4-FFF2-40B4-BE49-F238E27FC236}">
                <a16:creationId xmlns:a16="http://schemas.microsoft.com/office/drawing/2014/main" id="{E00280A8-9132-4AD4-8205-F53CFDEE2F94}"/>
              </a:ext>
            </a:extLst>
          </p:cNvPr>
          <p:cNvSpPr>
            <a:spLocks noGrp="1"/>
          </p:cNvSpPr>
          <p:nvPr/>
        </p:nvSpPr>
        <p:spPr>
          <a:xfrm>
            <a:off x="6596469" y="1571625"/>
            <a:ext cx="95250" cy="952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beeswarm.estimate-0-18">
            <a:extLst>
              <a:ext uri="{FF2B5EF4-FFF2-40B4-BE49-F238E27FC236}">
                <a16:creationId xmlns:a16="http://schemas.microsoft.com/office/drawing/2014/main" id="{A72BC3A6-8779-4C56-B0B7-6D0BEBC0B3C1}"/>
              </a:ext>
            </a:extLst>
          </p:cNvPr>
          <p:cNvSpPr>
            <a:spLocks noGrp="1"/>
          </p:cNvSpPr>
          <p:nvPr/>
        </p:nvSpPr>
        <p:spPr>
          <a:xfrm>
            <a:off x="6642602" y="1666875"/>
            <a:ext cx="95250" cy="952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beeswarm.estimate-0-19">
            <a:extLst>
              <a:ext uri="{FF2B5EF4-FFF2-40B4-BE49-F238E27FC236}">
                <a16:creationId xmlns:a16="http://schemas.microsoft.com/office/drawing/2014/main" id="{23DBCBA1-06C5-4341-A2E2-A66F4897952C}"/>
              </a:ext>
            </a:extLst>
          </p:cNvPr>
          <p:cNvSpPr>
            <a:spLocks noGrp="1"/>
          </p:cNvSpPr>
          <p:nvPr/>
        </p:nvSpPr>
        <p:spPr>
          <a:xfrm>
            <a:off x="6755658" y="1571625"/>
            <a:ext cx="95250" cy="952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beeswarm.estimate-0-20">
            <a:extLst>
              <a:ext uri="{FF2B5EF4-FFF2-40B4-BE49-F238E27FC236}">
                <a16:creationId xmlns:a16="http://schemas.microsoft.com/office/drawing/2014/main" id="{310A2097-1205-4C1C-BD29-4C66A85A8463}"/>
              </a:ext>
            </a:extLst>
          </p:cNvPr>
          <p:cNvSpPr>
            <a:spLocks noGrp="1"/>
          </p:cNvSpPr>
          <p:nvPr/>
        </p:nvSpPr>
        <p:spPr>
          <a:xfrm>
            <a:off x="6768429" y="1666875"/>
            <a:ext cx="95250" cy="952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beeswarm.estimate-0-21">
            <a:extLst>
              <a:ext uri="{FF2B5EF4-FFF2-40B4-BE49-F238E27FC236}">
                <a16:creationId xmlns:a16="http://schemas.microsoft.com/office/drawing/2014/main" id="{1B66F227-BC83-42C2-89B0-8FFA55E78959}"/>
              </a:ext>
            </a:extLst>
          </p:cNvPr>
          <p:cNvSpPr>
            <a:spLocks noGrp="1"/>
          </p:cNvSpPr>
          <p:nvPr/>
        </p:nvSpPr>
        <p:spPr>
          <a:xfrm>
            <a:off x="6981085" y="1571625"/>
            <a:ext cx="95250" cy="952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beeswarm.estimate-0-22">
            <a:extLst>
              <a:ext uri="{FF2B5EF4-FFF2-40B4-BE49-F238E27FC236}">
                <a16:creationId xmlns:a16="http://schemas.microsoft.com/office/drawing/2014/main" id="{4A59205C-B313-4DA5-A4CA-0ED7E8747B01}"/>
              </a:ext>
            </a:extLst>
          </p:cNvPr>
          <p:cNvSpPr>
            <a:spLocks noGrp="1"/>
          </p:cNvSpPr>
          <p:nvPr/>
        </p:nvSpPr>
        <p:spPr>
          <a:xfrm>
            <a:off x="7338934" y="1571625"/>
            <a:ext cx="95250" cy="952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beeswarm.estimate-0-23">
            <a:extLst>
              <a:ext uri="{FF2B5EF4-FFF2-40B4-BE49-F238E27FC236}">
                <a16:creationId xmlns:a16="http://schemas.microsoft.com/office/drawing/2014/main" id="{DF0776DC-0C2F-4AC2-A88F-3B06925B32B1}"/>
              </a:ext>
            </a:extLst>
          </p:cNvPr>
          <p:cNvSpPr>
            <a:spLocks noGrp="1"/>
          </p:cNvSpPr>
          <p:nvPr/>
        </p:nvSpPr>
        <p:spPr>
          <a:xfrm>
            <a:off x="7351311" y="1666875"/>
            <a:ext cx="95250" cy="952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beeswarm.estimate-0-24">
            <a:extLst>
              <a:ext uri="{FF2B5EF4-FFF2-40B4-BE49-F238E27FC236}">
                <a16:creationId xmlns:a16="http://schemas.microsoft.com/office/drawing/2014/main" id="{20BC52EA-6EAF-4D5F-920C-683807A69759}"/>
              </a:ext>
            </a:extLst>
          </p:cNvPr>
          <p:cNvSpPr>
            <a:spLocks noGrp="1"/>
          </p:cNvSpPr>
          <p:nvPr/>
        </p:nvSpPr>
        <p:spPr>
          <a:xfrm>
            <a:off x="7399378" y="1476375"/>
            <a:ext cx="95250" cy="952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beeswarm.estimate-0-25">
            <a:extLst>
              <a:ext uri="{FF2B5EF4-FFF2-40B4-BE49-F238E27FC236}">
                <a16:creationId xmlns:a16="http://schemas.microsoft.com/office/drawing/2014/main" id="{5069B1DC-D2BE-4053-8F09-A00649B2D14C}"/>
              </a:ext>
            </a:extLst>
          </p:cNvPr>
          <p:cNvSpPr>
            <a:spLocks noGrp="1"/>
          </p:cNvSpPr>
          <p:nvPr/>
        </p:nvSpPr>
        <p:spPr>
          <a:xfrm>
            <a:off x="7446854" y="1571625"/>
            <a:ext cx="95250" cy="952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beeswarm.estimate-0-26">
            <a:extLst>
              <a:ext uri="{FF2B5EF4-FFF2-40B4-BE49-F238E27FC236}">
                <a16:creationId xmlns:a16="http://schemas.microsoft.com/office/drawing/2014/main" id="{4FF458AA-F2C3-4BCF-84BF-5F7C476A11D1}"/>
              </a:ext>
            </a:extLst>
          </p:cNvPr>
          <p:cNvSpPr>
            <a:spLocks noGrp="1"/>
          </p:cNvSpPr>
          <p:nvPr/>
        </p:nvSpPr>
        <p:spPr>
          <a:xfrm>
            <a:off x="7948880" y="1571625"/>
            <a:ext cx="95250" cy="952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beeswarm.estimate-0-27">
            <a:extLst>
              <a:ext uri="{FF2B5EF4-FFF2-40B4-BE49-F238E27FC236}">
                <a16:creationId xmlns:a16="http://schemas.microsoft.com/office/drawing/2014/main" id="{0D1BB852-F77C-44F5-A57F-5B82487BD5FD}"/>
              </a:ext>
            </a:extLst>
          </p:cNvPr>
          <p:cNvSpPr>
            <a:spLocks noGrp="1"/>
          </p:cNvSpPr>
          <p:nvPr/>
        </p:nvSpPr>
        <p:spPr>
          <a:xfrm>
            <a:off x="8506699" y="1571625"/>
            <a:ext cx="95250" cy="952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beeswarm.estimate-0-28">
            <a:extLst>
              <a:ext uri="{FF2B5EF4-FFF2-40B4-BE49-F238E27FC236}">
                <a16:creationId xmlns:a16="http://schemas.microsoft.com/office/drawing/2014/main" id="{1AB92352-9EBA-43DD-B0FF-C79F1CE89C86}"/>
              </a:ext>
            </a:extLst>
          </p:cNvPr>
          <p:cNvSpPr>
            <a:spLocks noGrp="1"/>
          </p:cNvSpPr>
          <p:nvPr/>
        </p:nvSpPr>
        <p:spPr>
          <a:xfrm>
            <a:off x="8520427" y="1666875"/>
            <a:ext cx="95250" cy="952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beeswarm.estimate-0-29">
            <a:extLst>
              <a:ext uri="{FF2B5EF4-FFF2-40B4-BE49-F238E27FC236}">
                <a16:creationId xmlns:a16="http://schemas.microsoft.com/office/drawing/2014/main" id="{1BF03716-6AF3-47A7-928C-FB30A28D6720}"/>
              </a:ext>
            </a:extLst>
          </p:cNvPr>
          <p:cNvSpPr>
            <a:spLocks noGrp="1"/>
          </p:cNvSpPr>
          <p:nvPr/>
        </p:nvSpPr>
        <p:spPr>
          <a:xfrm>
            <a:off x="8523664" y="1476375"/>
            <a:ext cx="95250" cy="95250"/>
          </a:xfrm>
          <a:prstGeom prst="ellipse">
            <a:avLst/>
          </a:prstGeom>
          <a:solidFill>
            <a:srgbClr val="7E8A94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beeswarm.estimate-1-0">
            <a:extLst>
              <a:ext uri="{FF2B5EF4-FFF2-40B4-BE49-F238E27FC236}">
                <a16:creationId xmlns:a16="http://schemas.microsoft.com/office/drawing/2014/main" id="{63234BCA-08C1-4B95-9032-49F86FBC35EB}"/>
              </a:ext>
            </a:extLst>
          </p:cNvPr>
          <p:cNvSpPr>
            <a:spLocks noGrp="1"/>
          </p:cNvSpPr>
          <p:nvPr/>
        </p:nvSpPr>
        <p:spPr>
          <a:xfrm>
            <a:off x="4206359" y="2619375"/>
            <a:ext cx="95250" cy="952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beeswarm.estimate-1-1">
            <a:extLst>
              <a:ext uri="{FF2B5EF4-FFF2-40B4-BE49-F238E27FC236}">
                <a16:creationId xmlns:a16="http://schemas.microsoft.com/office/drawing/2014/main" id="{1A8201D6-E13B-47AA-8169-3B4B49F9D8D0}"/>
              </a:ext>
            </a:extLst>
          </p:cNvPr>
          <p:cNvSpPr>
            <a:spLocks noGrp="1"/>
          </p:cNvSpPr>
          <p:nvPr/>
        </p:nvSpPr>
        <p:spPr>
          <a:xfrm>
            <a:off x="4436541" y="2619375"/>
            <a:ext cx="95250" cy="952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beeswarm.estimate-1-2">
            <a:extLst>
              <a:ext uri="{FF2B5EF4-FFF2-40B4-BE49-F238E27FC236}">
                <a16:creationId xmlns:a16="http://schemas.microsoft.com/office/drawing/2014/main" id="{D7E2DBB3-5F98-4208-BBD9-D1E3CE4EA130}"/>
              </a:ext>
            </a:extLst>
          </p:cNvPr>
          <p:cNvSpPr>
            <a:spLocks noGrp="1"/>
          </p:cNvSpPr>
          <p:nvPr/>
        </p:nvSpPr>
        <p:spPr>
          <a:xfrm>
            <a:off x="5025321" y="2619375"/>
            <a:ext cx="95250" cy="952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beeswarm.estimate-1-3">
            <a:extLst>
              <a:ext uri="{FF2B5EF4-FFF2-40B4-BE49-F238E27FC236}">
                <a16:creationId xmlns:a16="http://schemas.microsoft.com/office/drawing/2014/main" id="{5431BAA3-242D-42B2-BCAF-84394DAD8F5A}"/>
              </a:ext>
            </a:extLst>
          </p:cNvPr>
          <p:cNvSpPr>
            <a:spLocks noGrp="1"/>
          </p:cNvSpPr>
          <p:nvPr/>
        </p:nvSpPr>
        <p:spPr>
          <a:xfrm>
            <a:off x="5036979" y="2714625"/>
            <a:ext cx="95250" cy="952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beeswarm.estimate-1-4">
            <a:extLst>
              <a:ext uri="{FF2B5EF4-FFF2-40B4-BE49-F238E27FC236}">
                <a16:creationId xmlns:a16="http://schemas.microsoft.com/office/drawing/2014/main" id="{A204BA9C-A481-4BE4-BC7E-CAE9B586C9F8}"/>
              </a:ext>
            </a:extLst>
          </p:cNvPr>
          <p:cNvSpPr>
            <a:spLocks noGrp="1"/>
          </p:cNvSpPr>
          <p:nvPr/>
        </p:nvSpPr>
        <p:spPr>
          <a:xfrm>
            <a:off x="5256535" y="2619375"/>
            <a:ext cx="95250" cy="952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beeswarm.estimate-1-5">
            <a:extLst>
              <a:ext uri="{FF2B5EF4-FFF2-40B4-BE49-F238E27FC236}">
                <a16:creationId xmlns:a16="http://schemas.microsoft.com/office/drawing/2014/main" id="{1C81E42A-6E4D-4685-B3D5-78C42F0DD34F}"/>
              </a:ext>
            </a:extLst>
          </p:cNvPr>
          <p:cNvSpPr>
            <a:spLocks noGrp="1"/>
          </p:cNvSpPr>
          <p:nvPr/>
        </p:nvSpPr>
        <p:spPr>
          <a:xfrm>
            <a:off x="5640579" y="2619375"/>
            <a:ext cx="95250" cy="952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beeswarm.estimate-1-6">
            <a:extLst>
              <a:ext uri="{FF2B5EF4-FFF2-40B4-BE49-F238E27FC236}">
                <a16:creationId xmlns:a16="http://schemas.microsoft.com/office/drawing/2014/main" id="{35729765-F262-4A62-9DA4-B0D0F73FCE2A}"/>
              </a:ext>
            </a:extLst>
          </p:cNvPr>
          <p:cNvSpPr>
            <a:spLocks noGrp="1"/>
          </p:cNvSpPr>
          <p:nvPr/>
        </p:nvSpPr>
        <p:spPr>
          <a:xfrm>
            <a:off x="5975697" y="2619375"/>
            <a:ext cx="95250" cy="952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beeswarm.estimate-1-7">
            <a:extLst>
              <a:ext uri="{FF2B5EF4-FFF2-40B4-BE49-F238E27FC236}">
                <a16:creationId xmlns:a16="http://schemas.microsoft.com/office/drawing/2014/main" id="{2F249389-2AC3-4077-B910-4CC691F0E88F}"/>
              </a:ext>
            </a:extLst>
          </p:cNvPr>
          <p:cNvSpPr>
            <a:spLocks noGrp="1"/>
          </p:cNvSpPr>
          <p:nvPr/>
        </p:nvSpPr>
        <p:spPr>
          <a:xfrm>
            <a:off x="5980907" y="2714625"/>
            <a:ext cx="95250" cy="952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beeswarm.estimate-1-8">
            <a:extLst>
              <a:ext uri="{FF2B5EF4-FFF2-40B4-BE49-F238E27FC236}">
                <a16:creationId xmlns:a16="http://schemas.microsoft.com/office/drawing/2014/main" id="{D0815CFA-4055-467D-8AFB-22623B75674F}"/>
              </a:ext>
            </a:extLst>
          </p:cNvPr>
          <p:cNvSpPr>
            <a:spLocks noGrp="1"/>
          </p:cNvSpPr>
          <p:nvPr/>
        </p:nvSpPr>
        <p:spPr>
          <a:xfrm>
            <a:off x="6160970" y="2619375"/>
            <a:ext cx="95250" cy="952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beeswarm.estimate-1-9">
            <a:extLst>
              <a:ext uri="{FF2B5EF4-FFF2-40B4-BE49-F238E27FC236}">
                <a16:creationId xmlns:a16="http://schemas.microsoft.com/office/drawing/2014/main" id="{96DE6110-F7A0-4CC8-B6C9-D6CB7DEE4044}"/>
              </a:ext>
            </a:extLst>
          </p:cNvPr>
          <p:cNvSpPr>
            <a:spLocks noGrp="1"/>
          </p:cNvSpPr>
          <p:nvPr/>
        </p:nvSpPr>
        <p:spPr>
          <a:xfrm>
            <a:off x="6240292" y="2714625"/>
            <a:ext cx="95250" cy="952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beeswarm.estimate-1-10">
            <a:extLst>
              <a:ext uri="{FF2B5EF4-FFF2-40B4-BE49-F238E27FC236}">
                <a16:creationId xmlns:a16="http://schemas.microsoft.com/office/drawing/2014/main" id="{D952FE1F-A41F-45A4-A8E4-1419445A33F3}"/>
              </a:ext>
            </a:extLst>
          </p:cNvPr>
          <p:cNvSpPr>
            <a:spLocks noGrp="1"/>
          </p:cNvSpPr>
          <p:nvPr/>
        </p:nvSpPr>
        <p:spPr>
          <a:xfrm>
            <a:off x="6246998" y="2524125"/>
            <a:ext cx="95250" cy="952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beeswarm.estimate-1-11">
            <a:extLst>
              <a:ext uri="{FF2B5EF4-FFF2-40B4-BE49-F238E27FC236}">
                <a16:creationId xmlns:a16="http://schemas.microsoft.com/office/drawing/2014/main" id="{CD165202-7802-43C5-920B-FD26ED9225C3}"/>
              </a:ext>
            </a:extLst>
          </p:cNvPr>
          <p:cNvSpPr>
            <a:spLocks noGrp="1"/>
          </p:cNvSpPr>
          <p:nvPr/>
        </p:nvSpPr>
        <p:spPr>
          <a:xfrm>
            <a:off x="6696333" y="2619375"/>
            <a:ext cx="95250" cy="952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beeswarm.estimate-1-12">
            <a:extLst>
              <a:ext uri="{FF2B5EF4-FFF2-40B4-BE49-F238E27FC236}">
                <a16:creationId xmlns:a16="http://schemas.microsoft.com/office/drawing/2014/main" id="{9B9F9C4A-6881-4AA9-8E02-B13770BE81E4}"/>
              </a:ext>
            </a:extLst>
          </p:cNvPr>
          <p:cNvSpPr>
            <a:spLocks noGrp="1"/>
          </p:cNvSpPr>
          <p:nvPr/>
        </p:nvSpPr>
        <p:spPr>
          <a:xfrm>
            <a:off x="6696555" y="2714625"/>
            <a:ext cx="95250" cy="952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beeswarm.estimate-1-13">
            <a:extLst>
              <a:ext uri="{FF2B5EF4-FFF2-40B4-BE49-F238E27FC236}">
                <a16:creationId xmlns:a16="http://schemas.microsoft.com/office/drawing/2014/main" id="{E7DCC0C5-6FB9-4A1E-8A63-7FADE958B3D5}"/>
              </a:ext>
            </a:extLst>
          </p:cNvPr>
          <p:cNvSpPr>
            <a:spLocks noGrp="1"/>
          </p:cNvSpPr>
          <p:nvPr/>
        </p:nvSpPr>
        <p:spPr>
          <a:xfrm>
            <a:off x="6776674" y="2524125"/>
            <a:ext cx="95250" cy="952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beeswarm.estimate-1-14">
            <a:extLst>
              <a:ext uri="{FF2B5EF4-FFF2-40B4-BE49-F238E27FC236}">
                <a16:creationId xmlns:a16="http://schemas.microsoft.com/office/drawing/2014/main" id="{4270E742-94C9-4687-8D3C-B5B9978AE116}"/>
              </a:ext>
            </a:extLst>
          </p:cNvPr>
          <p:cNvSpPr>
            <a:spLocks noGrp="1"/>
          </p:cNvSpPr>
          <p:nvPr/>
        </p:nvSpPr>
        <p:spPr>
          <a:xfrm>
            <a:off x="6778752" y="2809875"/>
            <a:ext cx="95250" cy="952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beeswarm.estimate-1-15">
            <a:extLst>
              <a:ext uri="{FF2B5EF4-FFF2-40B4-BE49-F238E27FC236}">
                <a16:creationId xmlns:a16="http://schemas.microsoft.com/office/drawing/2014/main" id="{E685AABA-5070-4896-9474-DCBA35FF3D77}"/>
              </a:ext>
            </a:extLst>
          </p:cNvPr>
          <p:cNvSpPr>
            <a:spLocks noGrp="1"/>
          </p:cNvSpPr>
          <p:nvPr/>
        </p:nvSpPr>
        <p:spPr>
          <a:xfrm>
            <a:off x="6829204" y="2619375"/>
            <a:ext cx="95250" cy="952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beeswarm.estimate-1-16">
            <a:extLst>
              <a:ext uri="{FF2B5EF4-FFF2-40B4-BE49-F238E27FC236}">
                <a16:creationId xmlns:a16="http://schemas.microsoft.com/office/drawing/2014/main" id="{8B893D59-2C97-4E28-ABA5-829DD3D39687}"/>
              </a:ext>
            </a:extLst>
          </p:cNvPr>
          <p:cNvSpPr>
            <a:spLocks noGrp="1"/>
          </p:cNvSpPr>
          <p:nvPr/>
        </p:nvSpPr>
        <p:spPr>
          <a:xfrm>
            <a:off x="6844241" y="2714625"/>
            <a:ext cx="95250" cy="952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beeswarm.estimate-1-17">
            <a:extLst>
              <a:ext uri="{FF2B5EF4-FFF2-40B4-BE49-F238E27FC236}">
                <a16:creationId xmlns:a16="http://schemas.microsoft.com/office/drawing/2014/main" id="{3D8C71DA-02B2-450B-9908-FC6BA90FEE9F}"/>
              </a:ext>
            </a:extLst>
          </p:cNvPr>
          <p:cNvSpPr>
            <a:spLocks noGrp="1"/>
          </p:cNvSpPr>
          <p:nvPr/>
        </p:nvSpPr>
        <p:spPr>
          <a:xfrm>
            <a:off x="6894635" y="2524125"/>
            <a:ext cx="95250" cy="952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beeswarm.estimate-1-18">
            <a:extLst>
              <a:ext uri="{FF2B5EF4-FFF2-40B4-BE49-F238E27FC236}">
                <a16:creationId xmlns:a16="http://schemas.microsoft.com/office/drawing/2014/main" id="{4048CB48-4E0E-42FC-8DAA-ED94787ABD1C}"/>
              </a:ext>
            </a:extLst>
          </p:cNvPr>
          <p:cNvSpPr>
            <a:spLocks noGrp="1"/>
          </p:cNvSpPr>
          <p:nvPr/>
        </p:nvSpPr>
        <p:spPr>
          <a:xfrm>
            <a:off x="7303750" y="2619375"/>
            <a:ext cx="95250" cy="952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beeswarm.estimate-1-19">
            <a:extLst>
              <a:ext uri="{FF2B5EF4-FFF2-40B4-BE49-F238E27FC236}">
                <a16:creationId xmlns:a16="http://schemas.microsoft.com/office/drawing/2014/main" id="{D0196429-7CFD-4D0B-8575-8D6CAAF22C09}"/>
              </a:ext>
            </a:extLst>
          </p:cNvPr>
          <p:cNvSpPr>
            <a:spLocks noGrp="1"/>
          </p:cNvSpPr>
          <p:nvPr/>
        </p:nvSpPr>
        <p:spPr>
          <a:xfrm>
            <a:off x="7422957" y="2619375"/>
            <a:ext cx="95250" cy="952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beeswarm.estimate-1-20">
            <a:extLst>
              <a:ext uri="{FF2B5EF4-FFF2-40B4-BE49-F238E27FC236}">
                <a16:creationId xmlns:a16="http://schemas.microsoft.com/office/drawing/2014/main" id="{EC043E4E-10B3-4928-BF7A-8E212BE64CAF}"/>
              </a:ext>
            </a:extLst>
          </p:cNvPr>
          <p:cNvSpPr>
            <a:spLocks noGrp="1"/>
          </p:cNvSpPr>
          <p:nvPr/>
        </p:nvSpPr>
        <p:spPr>
          <a:xfrm>
            <a:off x="7450138" y="2714625"/>
            <a:ext cx="95250" cy="952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beeswarm.estimate-1-21">
            <a:extLst>
              <a:ext uri="{FF2B5EF4-FFF2-40B4-BE49-F238E27FC236}">
                <a16:creationId xmlns:a16="http://schemas.microsoft.com/office/drawing/2014/main" id="{3A5F5642-DAE7-40E6-A9F1-AEFB5C5C666E}"/>
              </a:ext>
            </a:extLst>
          </p:cNvPr>
          <p:cNvSpPr>
            <a:spLocks noGrp="1"/>
          </p:cNvSpPr>
          <p:nvPr/>
        </p:nvSpPr>
        <p:spPr>
          <a:xfrm>
            <a:off x="7458045" y="2524125"/>
            <a:ext cx="95250" cy="952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beeswarm.estimate-1-22">
            <a:extLst>
              <a:ext uri="{FF2B5EF4-FFF2-40B4-BE49-F238E27FC236}">
                <a16:creationId xmlns:a16="http://schemas.microsoft.com/office/drawing/2014/main" id="{EE9BF5A4-EE37-4B59-AEFB-92E9B6A83F83}"/>
              </a:ext>
            </a:extLst>
          </p:cNvPr>
          <p:cNvSpPr>
            <a:spLocks noGrp="1"/>
          </p:cNvSpPr>
          <p:nvPr/>
        </p:nvSpPr>
        <p:spPr>
          <a:xfrm>
            <a:off x="7472042" y="2809875"/>
            <a:ext cx="95250" cy="952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beeswarm.estimate-1-23">
            <a:extLst>
              <a:ext uri="{FF2B5EF4-FFF2-40B4-BE49-F238E27FC236}">
                <a16:creationId xmlns:a16="http://schemas.microsoft.com/office/drawing/2014/main" id="{B1D07219-5424-4034-896E-07E8480E2A48}"/>
              </a:ext>
            </a:extLst>
          </p:cNvPr>
          <p:cNvSpPr>
            <a:spLocks noGrp="1"/>
          </p:cNvSpPr>
          <p:nvPr/>
        </p:nvSpPr>
        <p:spPr>
          <a:xfrm>
            <a:off x="7656299" y="2619375"/>
            <a:ext cx="95250" cy="952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beeswarm.estimate-1-24">
            <a:extLst>
              <a:ext uri="{FF2B5EF4-FFF2-40B4-BE49-F238E27FC236}">
                <a16:creationId xmlns:a16="http://schemas.microsoft.com/office/drawing/2014/main" id="{450A6CD6-9843-4274-AF0A-4A7FB2B3B104}"/>
              </a:ext>
            </a:extLst>
          </p:cNvPr>
          <p:cNvSpPr>
            <a:spLocks noGrp="1"/>
          </p:cNvSpPr>
          <p:nvPr/>
        </p:nvSpPr>
        <p:spPr>
          <a:xfrm>
            <a:off x="7949452" y="2619375"/>
            <a:ext cx="95250" cy="952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beeswarm.estimate-1-25">
            <a:extLst>
              <a:ext uri="{FF2B5EF4-FFF2-40B4-BE49-F238E27FC236}">
                <a16:creationId xmlns:a16="http://schemas.microsoft.com/office/drawing/2014/main" id="{2332C4C3-6636-46F2-9F27-7DCE53F6650A}"/>
              </a:ext>
            </a:extLst>
          </p:cNvPr>
          <p:cNvSpPr>
            <a:spLocks noGrp="1"/>
          </p:cNvSpPr>
          <p:nvPr/>
        </p:nvSpPr>
        <p:spPr>
          <a:xfrm>
            <a:off x="8508559" y="2619375"/>
            <a:ext cx="95250" cy="952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beeswarm.estimate-1-26">
            <a:extLst>
              <a:ext uri="{FF2B5EF4-FFF2-40B4-BE49-F238E27FC236}">
                <a16:creationId xmlns:a16="http://schemas.microsoft.com/office/drawing/2014/main" id="{F6A03FA6-D8AD-4639-A245-FE09B5FFCE2C}"/>
              </a:ext>
            </a:extLst>
          </p:cNvPr>
          <p:cNvSpPr>
            <a:spLocks noGrp="1"/>
          </p:cNvSpPr>
          <p:nvPr/>
        </p:nvSpPr>
        <p:spPr>
          <a:xfrm>
            <a:off x="8508962" y="2714625"/>
            <a:ext cx="95250" cy="952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beeswarm.estimate-1-27">
            <a:extLst>
              <a:ext uri="{FF2B5EF4-FFF2-40B4-BE49-F238E27FC236}">
                <a16:creationId xmlns:a16="http://schemas.microsoft.com/office/drawing/2014/main" id="{F5580C7F-526B-4AB3-80A7-FF239B91C5D8}"/>
              </a:ext>
            </a:extLst>
          </p:cNvPr>
          <p:cNvSpPr>
            <a:spLocks noGrp="1"/>
          </p:cNvSpPr>
          <p:nvPr/>
        </p:nvSpPr>
        <p:spPr>
          <a:xfrm>
            <a:off x="8560750" y="2524125"/>
            <a:ext cx="95250" cy="952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beeswarm.estimate-1-28">
            <a:extLst>
              <a:ext uri="{FF2B5EF4-FFF2-40B4-BE49-F238E27FC236}">
                <a16:creationId xmlns:a16="http://schemas.microsoft.com/office/drawing/2014/main" id="{F961179A-3FEB-4C57-9CB9-36A357020927}"/>
              </a:ext>
            </a:extLst>
          </p:cNvPr>
          <p:cNvSpPr>
            <a:spLocks noGrp="1"/>
          </p:cNvSpPr>
          <p:nvPr/>
        </p:nvSpPr>
        <p:spPr>
          <a:xfrm>
            <a:off x="8581109" y="2809875"/>
            <a:ext cx="95250" cy="952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beeswarm.estimate-1-29">
            <a:extLst>
              <a:ext uri="{FF2B5EF4-FFF2-40B4-BE49-F238E27FC236}">
                <a16:creationId xmlns:a16="http://schemas.microsoft.com/office/drawing/2014/main" id="{D9FE81CF-6D9A-44BE-A88A-A46E188834CD}"/>
              </a:ext>
            </a:extLst>
          </p:cNvPr>
          <p:cNvSpPr>
            <a:spLocks noGrp="1"/>
          </p:cNvSpPr>
          <p:nvPr/>
        </p:nvSpPr>
        <p:spPr>
          <a:xfrm>
            <a:off x="8803294" y="2619375"/>
            <a:ext cx="95250" cy="95250"/>
          </a:xfrm>
          <a:prstGeom prst="ellipse">
            <a:avLst/>
          </a:prstGeom>
          <a:solidFill>
            <a:srgbClr val="147AAA"/>
          </a:solidFill>
          <a:ln w="6668">
            <a:solidFill>
              <a:srgbClr val="FFFF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comparison.boundary">
            <a:extLst>
              <a:ext uri="{FF2B5EF4-FFF2-40B4-BE49-F238E27FC236}">
                <a16:creationId xmlns:a16="http://schemas.microsoft.com/office/drawing/2014/main" id="{49C87D98-9979-358C-6685-67C141BC7AEB}"/>
              </a:ext>
            </a:extLst>
          </p:cNvPr>
          <p:cNvSpPr>
            <a:spLocks noGrp="1"/>
          </p:cNvSpPr>
          <p:nvPr/>
        </p:nvSpPr>
        <p:spPr>
          <a:xfrm>
            <a:off x="285750" y="285750"/>
            <a:ext cx="10096500" cy="4953000"/>
          </a:xfrm>
          <a:prstGeom prst="rect">
            <a:avLst/>
          </a:prstGeom>
          <a:noFill/>
          <a:ln w="12383">
            <a:solidFill>
              <a:srgbClr val="9FBAA5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comparison.header">
            <a:extLst>
              <a:ext uri="{FF2B5EF4-FFF2-40B4-BE49-F238E27FC236}">
                <a16:creationId xmlns:a16="http://schemas.microsoft.com/office/drawing/2014/main" id="{96480107-15F8-4E72-3466-037AECC002AA}"/>
              </a:ext>
            </a:extLst>
          </p:cNvPr>
          <p:cNvSpPr>
            <a:spLocks noGrp="1"/>
          </p:cNvSpPr>
          <p:nvPr/>
        </p:nvSpPr>
        <p:spPr>
          <a:xfrm>
            <a:off x="285750" y="285750"/>
            <a:ext cx="10096500" cy="400050"/>
          </a:xfrm>
          <a:prstGeom prst="rect">
            <a:avLst/>
          </a:prstGeom>
          <a:solidFill>
            <a:srgbClr val="EAF1D8"/>
          </a:solidFill>
          <a:ln w="9525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comparison.title">
            <a:extLst>
              <a:ext uri="{FF2B5EF4-FFF2-40B4-BE49-F238E27FC236}">
                <a16:creationId xmlns:a16="http://schemas.microsoft.com/office/drawing/2014/main" id="{6428D569-91D3-4884-96CC-F3D59994139B}"/>
              </a:ext>
            </a:extLst>
          </p:cNvPr>
          <p:cNvSpPr>
            <a:spLocks noGrp="1"/>
          </p:cNvSpPr>
          <p:nvPr/>
        </p:nvSpPr>
        <p:spPr>
          <a:xfrm>
            <a:off x="381000" y="304800"/>
            <a:ext cx="9906000" cy="3619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③ 蜂群散点图：直接呈现全部估计值</a:t>
            </a:r>
            <a:endParaRPr sz="1800" b="1">
              <a:solidFill>
                <a:srgbClr val="26323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5" name="comparison.truth">
            <a:extLst>
              <a:ext uri="{FF2B5EF4-FFF2-40B4-BE49-F238E27FC236}">
                <a16:creationId xmlns:a16="http://schemas.microsoft.com/office/drawing/2014/main" id="{115DDBC8-9FC0-CF65-2333-0D6DB669988B}"/>
              </a:ext>
            </a:extLst>
          </p:cNvPr>
          <p:cNvSpPr>
            <a:spLocks noGrp="1"/>
          </p:cNvSpPr>
          <p:nvPr/>
        </p:nvSpPr>
        <p:spPr>
          <a:xfrm>
            <a:off x="6249419" y="1285875"/>
            <a:ext cx="953" cy="1962150"/>
          </a:xfrm>
          <a:custGeom>
            <a:avLst/>
            <a:gdLst/>
            <a:ahLst/>
            <a:cxnLst/>
            <a:rect l="0" t="0" r="0" b="0"/>
            <a:pathLst>
              <a:path w="953" h="1962150">
                <a:moveTo>
                  <a:pt x="0" y="0"/>
                </a:moveTo>
                <a:lnTo>
                  <a:pt x="0" y="1962150"/>
                </a:lnTo>
              </a:path>
            </a:pathLst>
          </a:custGeom>
          <a:noFill/>
          <a:ln w="17145">
            <a:solidFill>
              <a:srgbClr val="C5803D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comparison.truth-word">
            <a:extLst>
              <a:ext uri="{FF2B5EF4-FFF2-40B4-BE49-F238E27FC236}">
                <a16:creationId xmlns:a16="http://schemas.microsoft.com/office/drawing/2014/main" id="{88CC749B-679C-993B-ECE0-425F381C29DC}"/>
              </a:ext>
            </a:extLst>
          </p:cNvPr>
          <p:cNvSpPr>
            <a:spLocks noGrp="1"/>
          </p:cNvSpPr>
          <p:nvPr/>
        </p:nvSpPr>
        <p:spPr>
          <a:xfrm>
            <a:off x="4868294" y="885825"/>
            <a:ext cx="571500" cy="285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A46A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A46A2E"/>
                </a:solidFill>
                <a:latin typeface="Microsoft YaHei"/>
                <a:ea typeface="Microsoft YaHei"/>
                <a:cs typeface="Microsoft YaHei"/>
              </a:rPr>
              <a:t>真值</a:t>
            </a:r>
          </a:p>
        </p:txBody>
      </p:sp>
      <p:sp>
        <p:nvSpPr>
          <p:cNvPr id="67" name="comparison.axis">
            <a:extLst>
              <a:ext uri="{FF2B5EF4-FFF2-40B4-BE49-F238E27FC236}">
                <a16:creationId xmlns:a16="http://schemas.microsoft.com/office/drawing/2014/main" id="{A4E0DA91-093D-3986-D671-BC299126EDCA}"/>
              </a:ext>
            </a:extLst>
          </p:cNvPr>
          <p:cNvSpPr>
            <a:spLocks noGrp="1"/>
          </p:cNvSpPr>
          <p:nvPr/>
        </p:nvSpPr>
        <p:spPr>
          <a:xfrm>
            <a:off x="2113429" y="3248025"/>
            <a:ext cx="7237981" cy="953"/>
          </a:xfrm>
          <a:custGeom>
            <a:avLst/>
            <a:gdLst/>
            <a:ahLst/>
            <a:cxnLst/>
            <a:rect l="0" t="0" r="0" b="0"/>
            <a:pathLst>
              <a:path w="7237981" h="953">
                <a:moveTo>
                  <a:pt x="0" y="0"/>
                </a:moveTo>
                <a:lnTo>
                  <a:pt x="7237981" y="0"/>
                </a:lnTo>
              </a:path>
            </a:pathLst>
          </a:custGeom>
          <a:noFill/>
          <a:ln w="12383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comparison.tick0">
            <a:extLst>
              <a:ext uri="{FF2B5EF4-FFF2-40B4-BE49-F238E27FC236}">
                <a16:creationId xmlns:a16="http://schemas.microsoft.com/office/drawing/2014/main" id="{D6C34160-14B9-2027-5951-8AF5F301232A}"/>
              </a:ext>
            </a:extLst>
          </p:cNvPr>
          <p:cNvSpPr>
            <a:spLocks noGrp="1"/>
          </p:cNvSpPr>
          <p:nvPr/>
        </p:nvSpPr>
        <p:spPr>
          <a:xfrm>
            <a:off x="2113429" y="324802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comparison.tick-label0">
            <a:extLst>
              <a:ext uri="{FF2B5EF4-FFF2-40B4-BE49-F238E27FC236}">
                <a16:creationId xmlns:a16="http://schemas.microsoft.com/office/drawing/2014/main" id="{27A2FB44-EB06-D2D5-FED5-945C944DDD94}"/>
              </a:ext>
            </a:extLst>
          </p:cNvPr>
          <p:cNvSpPr>
            <a:spLocks noGrp="1"/>
          </p:cNvSpPr>
          <p:nvPr/>
        </p:nvSpPr>
        <p:spPr>
          <a:xfrm>
            <a:off x="1770529" y="3333750"/>
            <a:ext cx="6858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70" name="comparison.tick500">
            <a:extLst>
              <a:ext uri="{FF2B5EF4-FFF2-40B4-BE49-F238E27FC236}">
                <a16:creationId xmlns:a16="http://schemas.microsoft.com/office/drawing/2014/main" id="{52B07923-0131-67A2-3C77-C372CCDE8C18}"/>
              </a:ext>
            </a:extLst>
          </p:cNvPr>
          <p:cNvSpPr>
            <a:spLocks noGrp="1"/>
          </p:cNvSpPr>
          <p:nvPr/>
        </p:nvSpPr>
        <p:spPr>
          <a:xfrm>
            <a:off x="4181424" y="324802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comparison.tick-label500">
            <a:extLst>
              <a:ext uri="{FF2B5EF4-FFF2-40B4-BE49-F238E27FC236}">
                <a16:creationId xmlns:a16="http://schemas.microsoft.com/office/drawing/2014/main" id="{B2B0786E-3D2C-689C-AE63-A9D1FDBBC184}"/>
              </a:ext>
            </a:extLst>
          </p:cNvPr>
          <p:cNvSpPr>
            <a:spLocks noGrp="1"/>
          </p:cNvSpPr>
          <p:nvPr/>
        </p:nvSpPr>
        <p:spPr>
          <a:xfrm>
            <a:off x="3838524" y="3333750"/>
            <a:ext cx="6858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500</a:t>
            </a:r>
          </a:p>
        </p:txBody>
      </p:sp>
      <p:sp>
        <p:nvSpPr>
          <p:cNvPr id="72" name="comparison.tick1000">
            <a:extLst>
              <a:ext uri="{FF2B5EF4-FFF2-40B4-BE49-F238E27FC236}">
                <a16:creationId xmlns:a16="http://schemas.microsoft.com/office/drawing/2014/main" id="{A302BE6D-809E-B5CD-4BCD-B709CA0C6781}"/>
              </a:ext>
            </a:extLst>
          </p:cNvPr>
          <p:cNvSpPr>
            <a:spLocks noGrp="1"/>
          </p:cNvSpPr>
          <p:nvPr/>
        </p:nvSpPr>
        <p:spPr>
          <a:xfrm>
            <a:off x="6249419" y="324802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comparison.tick-label1000">
            <a:extLst>
              <a:ext uri="{FF2B5EF4-FFF2-40B4-BE49-F238E27FC236}">
                <a16:creationId xmlns:a16="http://schemas.microsoft.com/office/drawing/2014/main" id="{48AC38D1-CD87-7AE2-9ECE-7EEAAFF990AE}"/>
              </a:ext>
            </a:extLst>
          </p:cNvPr>
          <p:cNvSpPr>
            <a:spLocks noGrp="1"/>
          </p:cNvSpPr>
          <p:nvPr/>
        </p:nvSpPr>
        <p:spPr>
          <a:xfrm>
            <a:off x="5906519" y="3333750"/>
            <a:ext cx="6858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1000</a:t>
            </a:r>
          </a:p>
        </p:txBody>
      </p:sp>
      <p:sp>
        <p:nvSpPr>
          <p:cNvPr id="74" name="comparison.tick1500">
            <a:extLst>
              <a:ext uri="{FF2B5EF4-FFF2-40B4-BE49-F238E27FC236}">
                <a16:creationId xmlns:a16="http://schemas.microsoft.com/office/drawing/2014/main" id="{C7C5D8F2-CD6F-BBE4-1536-790EDC638AFF}"/>
              </a:ext>
            </a:extLst>
          </p:cNvPr>
          <p:cNvSpPr>
            <a:spLocks noGrp="1"/>
          </p:cNvSpPr>
          <p:nvPr/>
        </p:nvSpPr>
        <p:spPr>
          <a:xfrm>
            <a:off x="8317413" y="3248025"/>
            <a:ext cx="953" cy="57150"/>
          </a:xfrm>
          <a:custGeom>
            <a:avLst/>
            <a:gdLst/>
            <a:ahLst/>
            <a:cxnLst/>
            <a:rect l="0" t="0" r="0" b="0"/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9525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comparison.tick-label1500">
            <a:extLst>
              <a:ext uri="{FF2B5EF4-FFF2-40B4-BE49-F238E27FC236}">
                <a16:creationId xmlns:a16="http://schemas.microsoft.com/office/drawing/2014/main" id="{35AA50E4-F459-E519-0EE7-5715B9B1ABE0}"/>
              </a:ext>
            </a:extLst>
          </p:cNvPr>
          <p:cNvSpPr>
            <a:spLocks noGrp="1"/>
          </p:cNvSpPr>
          <p:nvPr/>
        </p:nvSpPr>
        <p:spPr>
          <a:xfrm>
            <a:off x="7974513" y="3333750"/>
            <a:ext cx="6858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1500</a:t>
            </a:r>
          </a:p>
        </p:txBody>
      </p:sp>
      <p:sp>
        <p:nvSpPr>
          <p:cNvPr id="76" name="comparison.axislabel">
            <a:extLst>
              <a:ext uri="{FF2B5EF4-FFF2-40B4-BE49-F238E27FC236}">
                <a16:creationId xmlns:a16="http://schemas.microsoft.com/office/drawing/2014/main" id="{8AB413BE-39D2-9E9D-4429-7F67E1A282C5}"/>
              </a:ext>
            </a:extLst>
          </p:cNvPr>
          <p:cNvSpPr>
            <a:spLocks noGrp="1"/>
          </p:cNvSpPr>
          <p:nvPr/>
        </p:nvSpPr>
        <p:spPr>
          <a:xfrm>
            <a:off x="5619750" y="3629025"/>
            <a:ext cx="3810000" cy="2762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位置参数估计 γ̂</a:t>
            </a:r>
          </a:p>
        </p:txBody>
      </p:sp>
      <p:sp>
        <p:nvSpPr>
          <p:cNvPr id="77" name="comparison.table-header0">
            <a:extLst>
              <a:ext uri="{FF2B5EF4-FFF2-40B4-BE49-F238E27FC236}">
                <a16:creationId xmlns:a16="http://schemas.microsoft.com/office/drawing/2014/main" id="{C7CE4C31-91DB-CF14-6F36-3E26E73B4350}"/>
              </a:ext>
            </a:extLst>
          </p:cNvPr>
          <p:cNvSpPr>
            <a:spLocks noGrp="1"/>
          </p:cNvSpPr>
          <p:nvPr/>
        </p:nvSpPr>
        <p:spPr>
          <a:xfrm>
            <a:off x="476250" y="3981450"/>
            <a:ext cx="1333500" cy="2762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判据</a:t>
            </a:r>
          </a:p>
        </p:txBody>
      </p:sp>
      <p:sp>
        <p:nvSpPr>
          <p:cNvPr id="78" name="comparison.table-header1">
            <a:extLst>
              <a:ext uri="{FF2B5EF4-FFF2-40B4-BE49-F238E27FC236}">
                <a16:creationId xmlns:a16="http://schemas.microsoft.com/office/drawing/2014/main" id="{811617B0-C747-F882-AFD4-DBDEC90BACC0}"/>
              </a:ext>
            </a:extLst>
          </p:cNvPr>
          <p:cNvSpPr>
            <a:spLocks noGrp="1"/>
          </p:cNvSpPr>
          <p:nvPr/>
        </p:nvSpPr>
        <p:spPr>
          <a:xfrm>
            <a:off x="2095500" y="3981450"/>
            <a:ext cx="2476500" cy="2762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离散程度 SD</a:t>
            </a:r>
          </a:p>
        </p:txBody>
      </p:sp>
      <p:sp>
        <p:nvSpPr>
          <p:cNvPr id="79" name="comparison.table-header2">
            <a:extLst>
              <a:ext uri="{FF2B5EF4-FFF2-40B4-BE49-F238E27FC236}">
                <a16:creationId xmlns:a16="http://schemas.microsoft.com/office/drawing/2014/main" id="{039EB92F-BCB8-2884-5E1E-7913C3D4F191}"/>
              </a:ext>
            </a:extLst>
          </p:cNvPr>
          <p:cNvSpPr>
            <a:spLocks noGrp="1"/>
          </p:cNvSpPr>
          <p:nvPr/>
        </p:nvSpPr>
        <p:spPr>
          <a:xfrm>
            <a:off x="4905375" y="3981450"/>
            <a:ext cx="2476500" cy="2762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平均偏差 Bias</a:t>
            </a:r>
          </a:p>
        </p:txBody>
      </p:sp>
      <p:sp>
        <p:nvSpPr>
          <p:cNvPr id="80" name="comparison.table-header3">
            <a:extLst>
              <a:ext uri="{FF2B5EF4-FFF2-40B4-BE49-F238E27FC236}">
                <a16:creationId xmlns:a16="http://schemas.microsoft.com/office/drawing/2014/main" id="{2DE10BBE-3C59-A859-3302-C21308157617}"/>
              </a:ext>
            </a:extLst>
          </p:cNvPr>
          <p:cNvSpPr>
            <a:spLocks noGrp="1"/>
          </p:cNvSpPr>
          <p:nvPr/>
        </p:nvSpPr>
        <p:spPr>
          <a:xfrm>
            <a:off x="7715250" y="3981450"/>
            <a:ext cx="2476500" cy="2762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总体误差 RMSE</a:t>
            </a:r>
          </a:p>
        </p:txBody>
      </p:sp>
      <p:sp>
        <p:nvSpPr>
          <p:cNvPr id="81" name="comparison.table-0-0">
            <a:extLst>
              <a:ext uri="{FF2B5EF4-FFF2-40B4-BE49-F238E27FC236}">
                <a16:creationId xmlns:a16="http://schemas.microsoft.com/office/drawing/2014/main" id="{31E043E4-DF74-4ADA-DDB9-61E49916B51A}"/>
              </a:ext>
            </a:extLst>
          </p:cNvPr>
          <p:cNvSpPr>
            <a:spLocks noGrp="1"/>
          </p:cNvSpPr>
          <p:nvPr/>
        </p:nvSpPr>
        <p:spPr>
          <a:xfrm>
            <a:off x="476250" y="4381500"/>
            <a:ext cx="13335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δ = 0</a:t>
            </a:r>
          </a:p>
        </p:txBody>
      </p:sp>
      <p:sp>
        <p:nvSpPr>
          <p:cNvPr id="82" name="comparison.table-0-1">
            <a:extLst>
              <a:ext uri="{FF2B5EF4-FFF2-40B4-BE49-F238E27FC236}">
                <a16:creationId xmlns:a16="http://schemas.microsoft.com/office/drawing/2014/main" id="{0BA8D3FC-B998-4FA4-D675-19593E537B33}"/>
              </a:ext>
            </a:extLst>
          </p:cNvPr>
          <p:cNvSpPr>
            <a:spLocks noGrp="1"/>
          </p:cNvSpPr>
          <p:nvPr/>
        </p:nvSpPr>
        <p:spPr>
          <a:xfrm>
            <a:off x="2095500" y="4381500"/>
            <a:ext cx="24765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595.5</a:t>
            </a:r>
          </a:p>
        </p:txBody>
      </p:sp>
      <p:sp>
        <p:nvSpPr>
          <p:cNvPr id="83" name="comparison.table-0-2">
            <a:extLst>
              <a:ext uri="{FF2B5EF4-FFF2-40B4-BE49-F238E27FC236}">
                <a16:creationId xmlns:a16="http://schemas.microsoft.com/office/drawing/2014/main" id="{82E0F5A7-3F63-430D-D76F-68E6AF6D032D}"/>
              </a:ext>
            </a:extLst>
          </p:cNvPr>
          <p:cNvSpPr>
            <a:spLocks noGrp="1"/>
          </p:cNvSpPr>
          <p:nvPr/>
        </p:nvSpPr>
        <p:spPr>
          <a:xfrm>
            <a:off x="4905375" y="4381500"/>
            <a:ext cx="24765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−253.6</a:t>
            </a:r>
          </a:p>
        </p:txBody>
      </p:sp>
      <p:sp>
        <p:nvSpPr>
          <p:cNvPr id="84" name="comparison.table-0-3">
            <a:extLst>
              <a:ext uri="{FF2B5EF4-FFF2-40B4-BE49-F238E27FC236}">
                <a16:creationId xmlns:a16="http://schemas.microsoft.com/office/drawing/2014/main" id="{6874E2AC-AD8B-B5F3-22AD-E821648D9D88}"/>
              </a:ext>
            </a:extLst>
          </p:cNvPr>
          <p:cNvSpPr>
            <a:spLocks noGrp="1"/>
          </p:cNvSpPr>
          <p:nvPr/>
        </p:nvSpPr>
        <p:spPr>
          <a:xfrm>
            <a:off x="7715250" y="4381500"/>
            <a:ext cx="24765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638.1</a:t>
            </a:r>
          </a:p>
        </p:txBody>
      </p:sp>
      <p:sp>
        <p:nvSpPr>
          <p:cNvPr id="85" name="comparison.table-1-0">
            <a:extLst>
              <a:ext uri="{FF2B5EF4-FFF2-40B4-BE49-F238E27FC236}">
                <a16:creationId xmlns:a16="http://schemas.microsoft.com/office/drawing/2014/main" id="{58DB4AB6-0209-8117-47D7-38C6C6AB7DE8}"/>
              </a:ext>
            </a:extLst>
          </p:cNvPr>
          <p:cNvSpPr>
            <a:spLocks noGrp="1"/>
          </p:cNvSpPr>
          <p:nvPr/>
        </p:nvSpPr>
        <p:spPr>
          <a:xfrm>
            <a:off x="476250" y="4762500"/>
            <a:ext cx="13335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rPr>
              <a:t>δ = 0.1</a:t>
            </a:r>
          </a:p>
        </p:txBody>
      </p:sp>
      <p:sp>
        <p:nvSpPr>
          <p:cNvPr id="86" name="comparison.table-1-1">
            <a:extLst>
              <a:ext uri="{FF2B5EF4-FFF2-40B4-BE49-F238E27FC236}">
                <a16:creationId xmlns:a16="http://schemas.microsoft.com/office/drawing/2014/main" id="{180EDF07-899C-F819-4695-5BDF72BFC085}"/>
              </a:ext>
            </a:extLst>
          </p:cNvPr>
          <p:cNvSpPr>
            <a:spLocks noGrp="1"/>
          </p:cNvSpPr>
          <p:nvPr/>
        </p:nvSpPr>
        <p:spPr>
          <a:xfrm>
            <a:off x="2095500" y="4762500"/>
            <a:ext cx="24765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rPr>
              <a:t>300.6</a:t>
            </a:r>
          </a:p>
        </p:txBody>
      </p:sp>
      <p:sp>
        <p:nvSpPr>
          <p:cNvPr id="87" name="comparison.table-1-2">
            <a:extLst>
              <a:ext uri="{FF2B5EF4-FFF2-40B4-BE49-F238E27FC236}">
                <a16:creationId xmlns:a16="http://schemas.microsoft.com/office/drawing/2014/main" id="{1F547997-3BBA-8ED9-E2FC-4E224F088D14}"/>
              </a:ext>
            </a:extLst>
          </p:cNvPr>
          <p:cNvSpPr>
            <a:spLocks noGrp="1"/>
          </p:cNvSpPr>
          <p:nvPr/>
        </p:nvSpPr>
        <p:spPr>
          <a:xfrm>
            <a:off x="4905375" y="4762500"/>
            <a:ext cx="24765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rPr>
              <a:t>+139.8</a:t>
            </a:r>
          </a:p>
        </p:txBody>
      </p:sp>
      <p:sp>
        <p:nvSpPr>
          <p:cNvPr id="88" name="comparison.table-1-3">
            <a:extLst>
              <a:ext uri="{FF2B5EF4-FFF2-40B4-BE49-F238E27FC236}">
                <a16:creationId xmlns:a16="http://schemas.microsoft.com/office/drawing/2014/main" id="{E9417757-222A-AEFB-E78B-4B2C606D2BF6}"/>
              </a:ext>
            </a:extLst>
          </p:cNvPr>
          <p:cNvSpPr>
            <a:spLocks noGrp="1"/>
          </p:cNvSpPr>
          <p:nvPr/>
        </p:nvSpPr>
        <p:spPr>
          <a:xfrm>
            <a:off x="7715250" y="4762500"/>
            <a:ext cx="24765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rPr>
              <a:t>326.9</a:t>
            </a:r>
          </a:p>
        </p:txBody>
      </p:sp>
      <p:sp>
        <p:nvSpPr>
          <p:cNvPr id="89" name="comparison.note">
            <a:extLst>
              <a:ext uri="{FF2B5EF4-FFF2-40B4-BE49-F238E27FC236}">
                <a16:creationId xmlns:a16="http://schemas.microsoft.com/office/drawing/2014/main" id="{13BD44C1-0CC3-3A57-63B8-1DBF777A939A}"/>
              </a:ext>
            </a:extLst>
          </p:cNvPr>
          <p:cNvSpPr>
            <a:spLocks noGrp="1"/>
          </p:cNvSpPr>
          <p:nvPr/>
        </p:nvSpPr>
        <p:spPr>
          <a:xfrm>
            <a:off x="285750" y="5381625"/>
            <a:ext cx="10096500" cy="257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每组</a:t>
            </a:r>
            <a:r>
              <a:rPr lang="en-US" altLang="zh-CN" sz="14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30</a:t>
            </a:r>
            <a:r>
              <a:rPr lang="zh-CN" altLang="en-US" sz="14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个解，</a:t>
            </a:r>
            <a:r>
              <a:rPr lang="en-US" altLang="zh-CN" sz="14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0</a:t>
            </a:r>
            <a:r>
              <a:rPr lang="zh-CN" altLang="en-US" sz="14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处</a:t>
            </a:r>
            <a:r>
              <a:rPr lang="en-US" altLang="zh-CN" sz="14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10</a:t>
            </a:r>
            <a:r>
              <a:rPr lang="zh-CN" altLang="en-US" sz="14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个下界解全部保留；横坐标不变，竖向堆叠仅为避免遮盖。</a:t>
            </a:r>
            <a:endParaRPr sz="1425" b="0">
              <a:solidFill>
                <a:srgbClr val="82878C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90" name="MathType.comparison0">
            <a:extLst>
              <a:ext uri="{FF2B5EF4-FFF2-40B4-BE49-F238E27FC236}">
                <a16:creationId xmlns:a16="http://schemas.microsoft.com/office/drawing/2014/main" id="{451FEF41-D4E1-4700-BF10-ABAC71CA2F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6426051"/>
              </p:ext>
            </p:extLst>
          </p:nvPr>
        </p:nvGraphicFramePr>
        <p:xfrm>
          <a:off x="715963" y="1454150"/>
          <a:ext cx="64452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68280" imgH="177480" progId="Equation.DSMT4">
                  <p:embed/>
                </p:oleObj>
              </mc:Choice>
              <mc:Fallback>
                <p:oleObj name="Equation" r:id="rId3" imgW="368280" imgH="177480" progId="Equation.DSMT4">
                  <p:embed/>
                  <p:pic>
                    <p:nvPicPr>
                      <p:cNvPr id="391" name="MathType.comparison0">
                        <a:extLst>
                          <a:ext uri="{FF2B5EF4-FFF2-40B4-BE49-F238E27FC236}">
                            <a16:creationId xmlns:a16="http://schemas.microsoft.com/office/drawing/2014/main" id="{5FF8A4B7-710A-00C6-DBB2-76D9ECAA71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5963" y="1454150"/>
                        <a:ext cx="644525" cy="311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" name="MathType.comparison01">
            <a:extLst>
              <a:ext uri="{FF2B5EF4-FFF2-40B4-BE49-F238E27FC236}">
                <a16:creationId xmlns:a16="http://schemas.microsoft.com/office/drawing/2014/main" id="{44225475-A519-10D0-02D6-7982980AD3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4180370"/>
              </p:ext>
            </p:extLst>
          </p:nvPr>
        </p:nvGraphicFramePr>
        <p:xfrm>
          <a:off x="627063" y="2501900"/>
          <a:ext cx="82232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69800" imgH="177480" progId="Equation.DSMT4">
                  <p:embed/>
                </p:oleObj>
              </mc:Choice>
              <mc:Fallback>
                <p:oleObj name="Equation" r:id="rId5" imgW="469800" imgH="177480" progId="Equation.DSMT4">
                  <p:embed/>
                  <p:pic>
                    <p:nvPicPr>
                      <p:cNvPr id="392" name="MathType.comparison01">
                        <a:extLst>
                          <a:ext uri="{FF2B5EF4-FFF2-40B4-BE49-F238E27FC236}">
                            <a16:creationId xmlns:a16="http://schemas.microsoft.com/office/drawing/2014/main" id="{6F55F42C-8ECF-D394-CC40-7821661724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27063" y="2501900"/>
                        <a:ext cx="822325" cy="311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MathType.gammaTruth">
            <a:extLst>
              <a:ext uri="{FF2B5EF4-FFF2-40B4-BE49-F238E27FC236}">
                <a16:creationId xmlns:a16="http://schemas.microsoft.com/office/drawing/2014/main" id="{FCCA52A0-6C85-2DC6-080E-7803847037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0518597"/>
              </p:ext>
            </p:extLst>
          </p:nvPr>
        </p:nvGraphicFramePr>
        <p:xfrm>
          <a:off x="5847584" y="885825"/>
          <a:ext cx="803668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71320" imgH="203040" progId="Equation.DSMT4">
                  <p:embed/>
                </p:oleObj>
              </mc:Choice>
              <mc:Fallback>
                <p:oleObj name="Equation" r:id="rId7" imgW="571320" imgH="203040" progId="Equation.DSMT4">
                  <p:embed/>
                  <p:pic>
                    <p:nvPicPr>
                      <p:cNvPr id="393" name="MathType.gammaTruth">
                        <a:extLst>
                          <a:ext uri="{FF2B5EF4-FFF2-40B4-BE49-F238E27FC236}">
                            <a16:creationId xmlns:a16="http://schemas.microsoft.com/office/drawing/2014/main" id="{847CBB5F-377A-D997-5E3D-11C7371835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847584" y="885825"/>
                        <a:ext cx="803668" cy="285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0905391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274</Words>
  <Application>Microsoft Office PowerPoint</Application>
  <DocSecurity>0</DocSecurity>
  <PresentationFormat>自定义</PresentationFormat>
  <Paragraphs>48</Paragraphs>
  <Slides>3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Microsoft YaHei</vt:lpstr>
      <vt:lpstr>Calibri</vt:lpstr>
      <vt:lpstr>ChatGPT</vt:lpstr>
      <vt:lpstr>Equation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H60655@365mak.com</cp:lastModifiedBy>
  <cp:revision>2</cp:revision>
  <dcterms:created xsi:type="dcterms:W3CDTF">2026-09-23T02:41:10Z</dcterms:created>
  <dcterms:modified xsi:type="dcterms:W3CDTF">2026-09-23T02:50:02Z</dcterms:modified>
</cp:coreProperties>
</file>