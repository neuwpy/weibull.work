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5715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2</a:t>
            </a:r>
            <a:r>
              <a:rPr lang="zh-CN" altLang="en-US"/>
              <a:t>用于</a:t>
            </a:r>
            <a:r>
              <a:rPr lang="en-US" altLang="zh-CN"/>
              <a:t>2.5</a:t>
            </a:r>
            <a:r>
              <a:rPr lang="zh-CN" altLang="en-US"/>
              <a:t>定义</a:t>
            </a:r>
            <a:r>
              <a:rPr lang="en-US" altLang="zh-CN"/>
              <a:t>AMDM</a:t>
            </a:r>
            <a:r>
              <a:rPr lang="zh-CN" altLang="en-US"/>
              <a:t>估计器。沿用</a:t>
            </a:r>
            <a:r>
              <a:rPr lang="en-US" altLang="zh-CN"/>
              <a:t>v2</a:t>
            </a:r>
            <a:r>
              <a:rPr lang="zh-CN" altLang="en-US"/>
              <a:t>下半部的观测样本、网络示意、偏移选择、</a:t>
            </a:r>
            <a:r>
              <a:rPr lang="en-US" altLang="zh-CN"/>
              <a:t>MDM</a:t>
            </a:r>
            <a:r>
              <a:rPr lang="zh-CN" altLang="en-US"/>
              <a:t>回代与输出组件，删除离线训练细节并合并候选预测和偏移选择。网络只代表已训练的候选损失评价模型，节点数量不代表实际结构。散点复用</a:t>
            </a:r>
            <a:r>
              <a:rPr lang="en-US" altLang="zh-CN"/>
              <a:t>F01 Sample-1-3</a:t>
            </a:r>
            <a:r>
              <a:rPr lang="zh-CN" altLang="en-US"/>
              <a:t>，不是新增实验。输入表征及损失反变换等细节见</a:t>
            </a:r>
            <a:r>
              <a:rPr lang="en-US" altLang="zh-CN"/>
              <a:t>2.4</a:t>
            </a:r>
            <a:r>
              <a:rPr lang="zh-CN" altLang="en-US"/>
              <a:t>。原始样本与所选偏移共同进入</a:t>
            </a:r>
            <a:r>
              <a:rPr lang="en-US" altLang="zh-CN"/>
              <a:t>MDM</a:t>
            </a:r>
            <a:r>
              <a:rPr lang="zh-CN" altLang="en-US"/>
              <a:t>；三参数估计结果位于</a:t>
            </a:r>
            <a:r>
              <a:rPr lang="en-US" altLang="zh-CN"/>
              <a:t>MDM</a:t>
            </a:r>
            <a:r>
              <a:rPr lang="zh-CN" altLang="en-US"/>
              <a:t>完整求解流程内部，不存在独立输出模块。</a:t>
            </a:r>
            <a:r>
              <a:rPr lang="en-US" altLang="zh-CN"/>
              <a:t>MathType</a:t>
            </a:r>
            <a:r>
              <a:rPr lang="zh-CN" altLang="en-US"/>
              <a:t>仅保留输入、所选偏移和输出符号。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ample.boundary">
            <a:extLst>
              <a:ext uri="{FF2B5EF4-FFF2-40B4-BE49-F238E27FC236}">
                <a16:creationId xmlns:a16="http://schemas.microsoft.com/office/drawing/2014/main" id="{5E633A4F-B2B5-4320-AD76-1D8857D8A8E4}"/>
              </a:ext>
            </a:extLst>
          </p:cNvPr>
          <p:cNvSpPr>
            <a:spLocks noGrp="1"/>
          </p:cNvSpPr>
          <p:nvPr/>
        </p:nvSpPr>
        <p:spPr>
          <a:xfrm>
            <a:off x="381000" y="361950"/>
            <a:ext cx="3714750" cy="39814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2" name="sample.header">
            <a:extLst>
              <a:ext uri="{FF2B5EF4-FFF2-40B4-BE49-F238E27FC236}">
                <a16:creationId xmlns:a16="http://schemas.microsoft.com/office/drawing/2014/main" id="{88A28978-21DB-48CA-A2D1-D987267C50EB}"/>
              </a:ext>
            </a:extLst>
          </p:cNvPr>
          <p:cNvSpPr>
            <a:spLocks noGrp="1"/>
          </p:cNvSpPr>
          <p:nvPr/>
        </p:nvSpPr>
        <p:spPr>
          <a:xfrm>
            <a:off x="381000" y="361950"/>
            <a:ext cx="371475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3" name="sample.title">
            <a:extLst>
              <a:ext uri="{FF2B5EF4-FFF2-40B4-BE49-F238E27FC236}">
                <a16:creationId xmlns:a16="http://schemas.microsoft.com/office/drawing/2014/main" id="{CCD56D97-1D7A-426B-B8C8-A690A9BEC3BA}"/>
              </a:ext>
            </a:extLst>
          </p:cNvPr>
          <p:cNvSpPr>
            <a:spLocks noGrp="1"/>
          </p:cNvSpPr>
          <p:nvPr/>
        </p:nvSpPr>
        <p:spPr>
          <a:xfrm>
            <a:off x="476250" y="381000"/>
            <a:ext cx="3524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观测样本</a:t>
            </a:r>
          </a:p>
        </p:txBody>
      </p:sp>
      <p:sp>
        <p:nvSpPr>
          <p:cNvPr id="4" name="sample.axis">
            <a:extLst>
              <a:ext uri="{FF2B5EF4-FFF2-40B4-BE49-F238E27FC236}">
                <a16:creationId xmlns:a16="http://schemas.microsoft.com/office/drawing/2014/main" id="{6E87E094-24CE-4F27-9EA9-4E6F22FB6727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2724150" cy="953"/>
          </a:xfrm>
          <a:custGeom>
            <a:avLst/>
            <a:gdLst/>
            <a:ahLst/>
            <a:cxnLst/>
            <a:rect l="0" t="0" r="0" b="0"/>
            <a:pathLst>
              <a:path w="2724150" h="953">
                <a:moveTo>
                  <a:pt x="0" y="0"/>
                </a:moveTo>
                <a:lnTo>
                  <a:pt x="2724150" y="0"/>
                </a:lnTo>
              </a:path>
            </a:pathLst>
          </a:custGeom>
          <a:noFill/>
          <a:ln w="9525">
            <a:solidFill>
              <a:srgbClr val="B5BEC5"/>
            </a:solidFill>
            <a:prstDash val="solid"/>
          </a:ln>
        </p:spPr>
      </p:sp>
      <p:sp>
        <p:nvSpPr>
          <p:cNvPr id="5" name="sample.stem0">
            <a:extLst>
              <a:ext uri="{FF2B5EF4-FFF2-40B4-BE49-F238E27FC236}">
                <a16:creationId xmlns:a16="http://schemas.microsoft.com/office/drawing/2014/main" id="{AA9D711D-364E-44AD-9DF6-FD83AC9881E9}"/>
              </a:ext>
            </a:extLst>
          </p:cNvPr>
          <p:cNvSpPr>
            <a:spLocks noGrp="1"/>
          </p:cNvSpPr>
          <p:nvPr/>
        </p:nvSpPr>
        <p:spPr>
          <a:xfrm>
            <a:off x="1019175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6" name="sample.dot0">
            <a:extLst>
              <a:ext uri="{FF2B5EF4-FFF2-40B4-BE49-F238E27FC236}">
                <a16:creationId xmlns:a16="http://schemas.microsoft.com/office/drawing/2014/main" id="{0114522A-E1BF-45E3-8A60-4410CE7AFF63}"/>
              </a:ext>
            </a:extLst>
          </p:cNvPr>
          <p:cNvSpPr>
            <a:spLocks noGrp="1"/>
          </p:cNvSpPr>
          <p:nvPr/>
        </p:nvSpPr>
        <p:spPr>
          <a:xfrm>
            <a:off x="976313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" name="sample.stem1">
            <a:extLst>
              <a:ext uri="{FF2B5EF4-FFF2-40B4-BE49-F238E27FC236}">
                <a16:creationId xmlns:a16="http://schemas.microsoft.com/office/drawing/2014/main" id="{54CA66A0-5391-481E-B33E-0F0D1831DFEC}"/>
              </a:ext>
            </a:extLst>
          </p:cNvPr>
          <p:cNvSpPr>
            <a:spLocks noGrp="1"/>
          </p:cNvSpPr>
          <p:nvPr/>
        </p:nvSpPr>
        <p:spPr>
          <a:xfrm>
            <a:off x="1077879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8" name="sample.dot1">
            <a:extLst>
              <a:ext uri="{FF2B5EF4-FFF2-40B4-BE49-F238E27FC236}">
                <a16:creationId xmlns:a16="http://schemas.microsoft.com/office/drawing/2014/main" id="{0D53ADA1-772D-4201-B579-1C81247FFE4D}"/>
              </a:ext>
            </a:extLst>
          </p:cNvPr>
          <p:cNvSpPr>
            <a:spLocks noGrp="1"/>
          </p:cNvSpPr>
          <p:nvPr/>
        </p:nvSpPr>
        <p:spPr>
          <a:xfrm>
            <a:off x="1035017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9" name="sample.stem2">
            <a:extLst>
              <a:ext uri="{FF2B5EF4-FFF2-40B4-BE49-F238E27FC236}">
                <a16:creationId xmlns:a16="http://schemas.microsoft.com/office/drawing/2014/main" id="{1CDB7C96-16FE-4397-94B0-69EA05E6EAEC}"/>
              </a:ext>
            </a:extLst>
          </p:cNvPr>
          <p:cNvSpPr>
            <a:spLocks noGrp="1"/>
          </p:cNvSpPr>
          <p:nvPr/>
        </p:nvSpPr>
        <p:spPr>
          <a:xfrm>
            <a:off x="1773610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0" name="sample.dot2">
            <a:extLst>
              <a:ext uri="{FF2B5EF4-FFF2-40B4-BE49-F238E27FC236}">
                <a16:creationId xmlns:a16="http://schemas.microsoft.com/office/drawing/2014/main" id="{A7941399-2884-4179-BDC3-E3ABA5854DEE}"/>
              </a:ext>
            </a:extLst>
          </p:cNvPr>
          <p:cNvSpPr>
            <a:spLocks noGrp="1"/>
          </p:cNvSpPr>
          <p:nvPr/>
        </p:nvSpPr>
        <p:spPr>
          <a:xfrm>
            <a:off x="1730748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1" name="sample.stem3">
            <a:extLst>
              <a:ext uri="{FF2B5EF4-FFF2-40B4-BE49-F238E27FC236}">
                <a16:creationId xmlns:a16="http://schemas.microsoft.com/office/drawing/2014/main" id="{396D0840-0B81-4773-9192-7FFD1A68C34F}"/>
              </a:ext>
            </a:extLst>
          </p:cNvPr>
          <p:cNvSpPr>
            <a:spLocks noGrp="1"/>
          </p:cNvSpPr>
          <p:nvPr/>
        </p:nvSpPr>
        <p:spPr>
          <a:xfrm>
            <a:off x="1996659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2" name="sample.dot3">
            <a:extLst>
              <a:ext uri="{FF2B5EF4-FFF2-40B4-BE49-F238E27FC236}">
                <a16:creationId xmlns:a16="http://schemas.microsoft.com/office/drawing/2014/main" id="{5DA526CA-CE3B-42A4-8108-A37CEA18BB21}"/>
              </a:ext>
            </a:extLst>
          </p:cNvPr>
          <p:cNvSpPr>
            <a:spLocks noGrp="1"/>
          </p:cNvSpPr>
          <p:nvPr/>
        </p:nvSpPr>
        <p:spPr>
          <a:xfrm>
            <a:off x="1953796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3" name="sample.stem4">
            <a:extLst>
              <a:ext uri="{FF2B5EF4-FFF2-40B4-BE49-F238E27FC236}">
                <a16:creationId xmlns:a16="http://schemas.microsoft.com/office/drawing/2014/main" id="{93099AD3-0D05-4616-A526-8B5AAF2830A5}"/>
              </a:ext>
            </a:extLst>
          </p:cNvPr>
          <p:cNvSpPr>
            <a:spLocks noGrp="1"/>
          </p:cNvSpPr>
          <p:nvPr/>
        </p:nvSpPr>
        <p:spPr>
          <a:xfrm>
            <a:off x="2090350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4" name="sample.dot4">
            <a:extLst>
              <a:ext uri="{FF2B5EF4-FFF2-40B4-BE49-F238E27FC236}">
                <a16:creationId xmlns:a16="http://schemas.microsoft.com/office/drawing/2014/main" id="{0BCE2F92-7960-4661-A881-F8EDD16BBCE6}"/>
              </a:ext>
            </a:extLst>
          </p:cNvPr>
          <p:cNvSpPr>
            <a:spLocks noGrp="1"/>
          </p:cNvSpPr>
          <p:nvPr/>
        </p:nvSpPr>
        <p:spPr>
          <a:xfrm>
            <a:off x="2047488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5" name="sample.stem5">
            <a:extLst>
              <a:ext uri="{FF2B5EF4-FFF2-40B4-BE49-F238E27FC236}">
                <a16:creationId xmlns:a16="http://schemas.microsoft.com/office/drawing/2014/main" id="{3DD16209-12F0-4B6C-BA6E-6D8778E47B22}"/>
              </a:ext>
            </a:extLst>
          </p:cNvPr>
          <p:cNvSpPr>
            <a:spLocks noGrp="1"/>
          </p:cNvSpPr>
          <p:nvPr/>
        </p:nvSpPr>
        <p:spPr>
          <a:xfrm>
            <a:off x="2565712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6" name="sample.dot5">
            <a:extLst>
              <a:ext uri="{FF2B5EF4-FFF2-40B4-BE49-F238E27FC236}">
                <a16:creationId xmlns:a16="http://schemas.microsoft.com/office/drawing/2014/main" id="{8AE5EADE-449C-46EF-8A51-FE6082C45D51}"/>
              </a:ext>
            </a:extLst>
          </p:cNvPr>
          <p:cNvSpPr>
            <a:spLocks noGrp="1"/>
          </p:cNvSpPr>
          <p:nvPr/>
        </p:nvSpPr>
        <p:spPr>
          <a:xfrm>
            <a:off x="2522850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7" name="sample.stem6">
            <a:extLst>
              <a:ext uri="{FF2B5EF4-FFF2-40B4-BE49-F238E27FC236}">
                <a16:creationId xmlns:a16="http://schemas.microsoft.com/office/drawing/2014/main" id="{7FDA5DC3-557B-4868-B264-B0421B3657DB}"/>
              </a:ext>
            </a:extLst>
          </p:cNvPr>
          <p:cNvSpPr>
            <a:spLocks noGrp="1"/>
          </p:cNvSpPr>
          <p:nvPr/>
        </p:nvSpPr>
        <p:spPr>
          <a:xfrm>
            <a:off x="3457575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8" name="sample.dot6">
            <a:extLst>
              <a:ext uri="{FF2B5EF4-FFF2-40B4-BE49-F238E27FC236}">
                <a16:creationId xmlns:a16="http://schemas.microsoft.com/office/drawing/2014/main" id="{77258665-2ADD-4BA9-83DF-5DCCFFD844C6}"/>
              </a:ext>
            </a:extLst>
          </p:cNvPr>
          <p:cNvSpPr>
            <a:spLocks noGrp="1"/>
          </p:cNvSpPr>
          <p:nvPr/>
        </p:nvSpPr>
        <p:spPr>
          <a:xfrm>
            <a:off x="3414713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9" name="sample.label">
            <a:extLst>
              <a:ext uri="{FF2B5EF4-FFF2-40B4-BE49-F238E27FC236}">
                <a16:creationId xmlns:a16="http://schemas.microsoft.com/office/drawing/2014/main" id="{F48A0637-0168-49AC-8929-D88DC94A2281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3219450" cy="3810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当前寿命观测</a:t>
            </a:r>
          </a:p>
        </p:txBody>
      </p:sp>
      <p:sp>
        <p:nvSpPr>
          <p:cNvPr id="20" name="flow.sample-to-select">
            <a:extLst>
              <a:ext uri="{FF2B5EF4-FFF2-40B4-BE49-F238E27FC236}">
                <a16:creationId xmlns:a16="http://schemas.microsoft.com/office/drawing/2014/main" id="{201FB79C-3DA6-4865-A911-80680702736E}"/>
              </a:ext>
            </a:extLst>
          </p:cNvPr>
          <p:cNvSpPr>
            <a:spLocks noGrp="1"/>
          </p:cNvSpPr>
          <p:nvPr/>
        </p:nvSpPr>
        <p:spPr>
          <a:xfrm>
            <a:off x="4276725" y="2247900"/>
            <a:ext cx="4953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1" name="flow.sample-label">
            <a:extLst>
              <a:ext uri="{FF2B5EF4-FFF2-40B4-BE49-F238E27FC236}">
                <a16:creationId xmlns:a16="http://schemas.microsoft.com/office/drawing/2014/main" id="{18C507B8-F026-4983-891C-9E7E4C0D487E}"/>
              </a:ext>
            </a:extLst>
          </p:cNvPr>
          <p:cNvSpPr>
            <a:spLocks noGrp="1"/>
          </p:cNvSpPr>
          <p:nvPr/>
        </p:nvSpPr>
        <p:spPr>
          <a:xfrm>
            <a:off x="4124325" y="1857375"/>
            <a:ext cx="809625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样本信息</a:t>
            </a:r>
          </a:p>
        </p:txBody>
      </p:sp>
      <p:sp>
        <p:nvSpPr>
          <p:cNvPr id="22" name="select.boundary">
            <a:extLst>
              <a:ext uri="{FF2B5EF4-FFF2-40B4-BE49-F238E27FC236}">
                <a16:creationId xmlns:a16="http://schemas.microsoft.com/office/drawing/2014/main" id="{BA0551D4-4334-466A-9EAE-4677CE366458}"/>
              </a:ext>
            </a:extLst>
          </p:cNvPr>
          <p:cNvSpPr>
            <a:spLocks noGrp="1"/>
          </p:cNvSpPr>
          <p:nvPr/>
        </p:nvSpPr>
        <p:spPr>
          <a:xfrm>
            <a:off x="4953000" y="361950"/>
            <a:ext cx="7239000" cy="39814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23" name="select.header">
            <a:extLst>
              <a:ext uri="{FF2B5EF4-FFF2-40B4-BE49-F238E27FC236}">
                <a16:creationId xmlns:a16="http://schemas.microsoft.com/office/drawing/2014/main" id="{73DFA505-731E-4E6F-BFF2-CC82B27F0DFB}"/>
              </a:ext>
            </a:extLst>
          </p:cNvPr>
          <p:cNvSpPr>
            <a:spLocks noGrp="1"/>
          </p:cNvSpPr>
          <p:nvPr/>
        </p:nvSpPr>
        <p:spPr>
          <a:xfrm>
            <a:off x="4953000" y="361950"/>
            <a:ext cx="723900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24" name="select.title">
            <a:extLst>
              <a:ext uri="{FF2B5EF4-FFF2-40B4-BE49-F238E27FC236}">
                <a16:creationId xmlns:a16="http://schemas.microsoft.com/office/drawing/2014/main" id="{9BC63EF9-E185-4170-A2E0-4D5123B3308B}"/>
              </a:ext>
            </a:extLst>
          </p:cNvPr>
          <p:cNvSpPr>
            <a:spLocks noGrp="1"/>
          </p:cNvSpPr>
          <p:nvPr/>
        </p:nvSpPr>
        <p:spPr>
          <a:xfrm>
            <a:off x="5048250" y="381000"/>
            <a:ext cx="70485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样本自适应偏移选择</a:t>
            </a:r>
          </a:p>
        </p:txBody>
      </p:sp>
      <p:sp>
        <p:nvSpPr>
          <p:cNvPr id="25" name="select.representation">
            <a:extLst>
              <a:ext uri="{FF2B5EF4-FFF2-40B4-BE49-F238E27FC236}">
                <a16:creationId xmlns:a16="http://schemas.microsoft.com/office/drawing/2014/main" id="{D62B045C-241D-4CFA-843C-E38F2DADF8A5}"/>
              </a:ext>
            </a:extLst>
          </p:cNvPr>
          <p:cNvSpPr>
            <a:spLocks noGrp="1"/>
          </p:cNvSpPr>
          <p:nvPr/>
        </p:nvSpPr>
        <p:spPr>
          <a:xfrm>
            <a:off x="5181600" y="1819275"/>
            <a:ext cx="1676400" cy="1000125"/>
          </a:xfrm>
          <a:prstGeom prst="rect">
            <a:avLst/>
          </a:prstGeom>
          <a:solidFill>
            <a:srgbClr val="F2F5F9"/>
          </a:solidFill>
          <a:ln w="12383">
            <a:noFill/>
            <a:prstDash val="solid"/>
          </a:ln>
        </p:spPr>
      </p:sp>
      <p:sp>
        <p:nvSpPr>
          <p:cNvPr id="26" name="select.representation-title">
            <a:extLst>
              <a:ext uri="{FF2B5EF4-FFF2-40B4-BE49-F238E27FC236}">
                <a16:creationId xmlns:a16="http://schemas.microsoft.com/office/drawing/2014/main" id="{9BC58843-310B-4FBB-A5C5-C0D4D1C3C8E9}"/>
              </a:ext>
            </a:extLst>
          </p:cNvPr>
          <p:cNvSpPr>
            <a:spLocks noGrp="1"/>
          </p:cNvSpPr>
          <p:nvPr/>
        </p:nvSpPr>
        <p:spPr>
          <a:xfrm>
            <a:off x="5257800" y="1924050"/>
            <a:ext cx="1524000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样本表征</a:t>
            </a:r>
          </a:p>
        </p:txBody>
      </p:sp>
      <p:sp>
        <p:nvSpPr>
          <p:cNvPr id="27" name="select.representation-note">
            <a:extLst>
              <a:ext uri="{FF2B5EF4-FFF2-40B4-BE49-F238E27FC236}">
                <a16:creationId xmlns:a16="http://schemas.microsoft.com/office/drawing/2014/main" id="{0AD0E987-73DC-41D1-9A88-8F45EFD3F613}"/>
              </a:ext>
            </a:extLst>
          </p:cNvPr>
          <p:cNvSpPr>
            <a:spLocks noGrp="1"/>
          </p:cNvSpPr>
          <p:nvPr/>
        </p:nvSpPr>
        <p:spPr>
          <a:xfrm>
            <a:off x="5238750" y="2343150"/>
            <a:ext cx="156210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 · 归一化</a:t>
            </a:r>
          </a:p>
        </p:txBody>
      </p:sp>
      <p:sp>
        <p:nvSpPr>
          <p:cNvPr id="28" name="select.to-network">
            <a:extLst>
              <a:ext uri="{FF2B5EF4-FFF2-40B4-BE49-F238E27FC236}">
                <a16:creationId xmlns:a16="http://schemas.microsoft.com/office/drawing/2014/main" id="{AD4E0C3D-06A0-4931-B1B5-FB0581E6B2D5}"/>
              </a:ext>
            </a:extLst>
          </p:cNvPr>
          <p:cNvSpPr>
            <a:spLocks noGrp="1"/>
          </p:cNvSpPr>
          <p:nvPr/>
        </p:nvSpPr>
        <p:spPr>
          <a:xfrm>
            <a:off x="7000875" y="2247900"/>
            <a:ext cx="3048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9" name="select.network.weight0-0-0">
            <a:extLst>
              <a:ext uri="{FF2B5EF4-FFF2-40B4-BE49-F238E27FC236}">
                <a16:creationId xmlns:a16="http://schemas.microsoft.com/office/drawing/2014/main" id="{7E487F77-D009-428F-87F1-939F98CAF259}"/>
              </a:ext>
            </a:extLst>
          </p:cNvPr>
          <p:cNvSpPr>
            <a:spLocks noGrp="1"/>
          </p:cNvSpPr>
          <p:nvPr/>
        </p:nvSpPr>
        <p:spPr>
          <a:xfrm>
            <a:off x="7572375" y="1934766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4484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0" name="select.network.weight0-0-1">
            <a:extLst>
              <a:ext uri="{FF2B5EF4-FFF2-40B4-BE49-F238E27FC236}">
                <a16:creationId xmlns:a16="http://schemas.microsoft.com/office/drawing/2014/main" id="{143A026E-8942-47AA-A65C-825DEBC5C94B}"/>
              </a:ext>
            </a:extLst>
          </p:cNvPr>
          <p:cNvSpPr>
            <a:spLocks noGrp="1"/>
          </p:cNvSpPr>
          <p:nvPr/>
        </p:nvSpPr>
        <p:spPr>
          <a:xfrm>
            <a:off x="7572375" y="1979613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0"/>
                </a:moveTo>
                <a:lnTo>
                  <a:pt x="587375" y="2242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1" name="select.network.weight0-0-2">
            <a:extLst>
              <a:ext uri="{FF2B5EF4-FFF2-40B4-BE49-F238E27FC236}">
                <a16:creationId xmlns:a16="http://schemas.microsoft.com/office/drawing/2014/main" id="{EB5636FF-5A7B-4335-BF5E-A9B70EC4F534}"/>
              </a:ext>
            </a:extLst>
          </p:cNvPr>
          <p:cNvSpPr>
            <a:spLocks noGrp="1"/>
          </p:cNvSpPr>
          <p:nvPr/>
        </p:nvSpPr>
        <p:spPr>
          <a:xfrm>
            <a:off x="7572375" y="1979613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0"/>
                </a:moveTo>
                <a:lnTo>
                  <a:pt x="587375" y="49331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2" name="select.network.weight0-0-3">
            <a:extLst>
              <a:ext uri="{FF2B5EF4-FFF2-40B4-BE49-F238E27FC236}">
                <a16:creationId xmlns:a16="http://schemas.microsoft.com/office/drawing/2014/main" id="{8ABFAE4B-44B4-480B-83C3-3DBF3F5224F3}"/>
              </a:ext>
            </a:extLst>
          </p:cNvPr>
          <p:cNvSpPr>
            <a:spLocks noGrp="1"/>
          </p:cNvSpPr>
          <p:nvPr/>
        </p:nvSpPr>
        <p:spPr>
          <a:xfrm>
            <a:off x="7572375" y="1979613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0"/>
                </a:moveTo>
                <a:lnTo>
                  <a:pt x="587375" y="76239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3" name="select.network.weight0-1-0">
            <a:extLst>
              <a:ext uri="{FF2B5EF4-FFF2-40B4-BE49-F238E27FC236}">
                <a16:creationId xmlns:a16="http://schemas.microsoft.com/office/drawing/2014/main" id="{D614698F-DB70-42D5-9260-2254BFBD0F5C}"/>
              </a:ext>
            </a:extLst>
          </p:cNvPr>
          <p:cNvSpPr>
            <a:spLocks noGrp="1"/>
          </p:cNvSpPr>
          <p:nvPr/>
        </p:nvSpPr>
        <p:spPr>
          <a:xfrm>
            <a:off x="7572375" y="1934766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403622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4" name="select.network.weight0-1-1">
            <a:extLst>
              <a:ext uri="{FF2B5EF4-FFF2-40B4-BE49-F238E27FC236}">
                <a16:creationId xmlns:a16="http://schemas.microsoft.com/office/drawing/2014/main" id="{06CDCBC0-8EEE-4266-A6CA-13AEDFBCA7E2}"/>
              </a:ext>
            </a:extLst>
          </p:cNvPr>
          <p:cNvSpPr>
            <a:spLocks noGrp="1"/>
          </p:cNvSpPr>
          <p:nvPr/>
        </p:nvSpPr>
        <p:spPr>
          <a:xfrm>
            <a:off x="7572375" y="2203847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13454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5" name="select.network.weight0-1-2">
            <a:extLst>
              <a:ext uri="{FF2B5EF4-FFF2-40B4-BE49-F238E27FC236}">
                <a16:creationId xmlns:a16="http://schemas.microsoft.com/office/drawing/2014/main" id="{9A1B4A34-C125-4267-817E-6ACFDB8FF315}"/>
              </a:ext>
            </a:extLst>
          </p:cNvPr>
          <p:cNvSpPr>
            <a:spLocks noGrp="1"/>
          </p:cNvSpPr>
          <p:nvPr/>
        </p:nvSpPr>
        <p:spPr>
          <a:xfrm>
            <a:off x="7572375" y="2338388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0"/>
                </a:moveTo>
                <a:lnTo>
                  <a:pt x="587375" y="13454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6" name="select.network.weight0-1-3">
            <a:extLst>
              <a:ext uri="{FF2B5EF4-FFF2-40B4-BE49-F238E27FC236}">
                <a16:creationId xmlns:a16="http://schemas.microsoft.com/office/drawing/2014/main" id="{B099FB14-F99A-44FF-89EB-6F1A20A6036B}"/>
              </a:ext>
            </a:extLst>
          </p:cNvPr>
          <p:cNvSpPr>
            <a:spLocks noGrp="1"/>
          </p:cNvSpPr>
          <p:nvPr/>
        </p:nvSpPr>
        <p:spPr>
          <a:xfrm>
            <a:off x="7572375" y="2338388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0"/>
                </a:moveTo>
                <a:lnTo>
                  <a:pt x="587375" y="403622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7" name="select.network.weight0-2-0">
            <a:extLst>
              <a:ext uri="{FF2B5EF4-FFF2-40B4-BE49-F238E27FC236}">
                <a16:creationId xmlns:a16="http://schemas.microsoft.com/office/drawing/2014/main" id="{849D4166-4F39-42BE-B054-4C932220E91B}"/>
              </a:ext>
            </a:extLst>
          </p:cNvPr>
          <p:cNvSpPr>
            <a:spLocks noGrp="1"/>
          </p:cNvSpPr>
          <p:nvPr/>
        </p:nvSpPr>
        <p:spPr>
          <a:xfrm>
            <a:off x="7572375" y="1934766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76239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8" name="select.network.weight0-2-1">
            <a:extLst>
              <a:ext uri="{FF2B5EF4-FFF2-40B4-BE49-F238E27FC236}">
                <a16:creationId xmlns:a16="http://schemas.microsoft.com/office/drawing/2014/main" id="{9A0FA093-E070-4162-938F-6E5B6270022C}"/>
              </a:ext>
            </a:extLst>
          </p:cNvPr>
          <p:cNvSpPr>
            <a:spLocks noGrp="1"/>
          </p:cNvSpPr>
          <p:nvPr/>
        </p:nvSpPr>
        <p:spPr>
          <a:xfrm>
            <a:off x="7572375" y="2203847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493316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9" name="select.network.weight0-2-2">
            <a:extLst>
              <a:ext uri="{FF2B5EF4-FFF2-40B4-BE49-F238E27FC236}">
                <a16:creationId xmlns:a16="http://schemas.microsoft.com/office/drawing/2014/main" id="{046B3C9D-F9B2-4274-995E-DE50C57C3194}"/>
              </a:ext>
            </a:extLst>
          </p:cNvPr>
          <p:cNvSpPr>
            <a:spLocks noGrp="1"/>
          </p:cNvSpPr>
          <p:nvPr/>
        </p:nvSpPr>
        <p:spPr>
          <a:xfrm>
            <a:off x="7572375" y="2472928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224234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0" name="select.network.weight0-2-3">
            <a:extLst>
              <a:ext uri="{FF2B5EF4-FFF2-40B4-BE49-F238E27FC236}">
                <a16:creationId xmlns:a16="http://schemas.microsoft.com/office/drawing/2014/main" id="{AD5B5AB8-F4A9-413E-8F48-5E1683057252}"/>
              </a:ext>
            </a:extLst>
          </p:cNvPr>
          <p:cNvSpPr>
            <a:spLocks noGrp="1"/>
          </p:cNvSpPr>
          <p:nvPr/>
        </p:nvSpPr>
        <p:spPr>
          <a:xfrm>
            <a:off x="7572375" y="2697163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0"/>
                </a:moveTo>
                <a:lnTo>
                  <a:pt x="587375" y="4484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1" name="select.network.weight1-0-0">
            <a:extLst>
              <a:ext uri="{FF2B5EF4-FFF2-40B4-BE49-F238E27FC236}">
                <a16:creationId xmlns:a16="http://schemas.microsoft.com/office/drawing/2014/main" id="{E4376468-C123-412B-9B9C-ED153EAD74EF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2" name="select.network.weight1-0-1">
            <a:extLst>
              <a:ext uri="{FF2B5EF4-FFF2-40B4-BE49-F238E27FC236}">
                <a16:creationId xmlns:a16="http://schemas.microsoft.com/office/drawing/2014/main" id="{38AA6EF8-F0D6-4A65-B91A-378B6DCE99C2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0"/>
                </a:moveTo>
                <a:lnTo>
                  <a:pt x="587375" y="2690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3" name="select.network.weight1-0-2">
            <a:extLst>
              <a:ext uri="{FF2B5EF4-FFF2-40B4-BE49-F238E27FC236}">
                <a16:creationId xmlns:a16="http://schemas.microsoft.com/office/drawing/2014/main" id="{E2AB9451-3F4D-4E86-AD2C-C070D60588D5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0"/>
                </a:moveTo>
                <a:lnTo>
                  <a:pt x="587375" y="53816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4" name="select.network.weight1-0-3">
            <a:extLst>
              <a:ext uri="{FF2B5EF4-FFF2-40B4-BE49-F238E27FC236}">
                <a16:creationId xmlns:a16="http://schemas.microsoft.com/office/drawing/2014/main" id="{5EBAC065-3210-4B97-857F-62B0C1B3CC47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807244"/>
          </a:xfrm>
          <a:custGeom>
            <a:avLst/>
            <a:gdLst/>
            <a:ahLst/>
            <a:cxnLst/>
            <a:rect l="0" t="0" r="0" b="0"/>
            <a:pathLst>
              <a:path w="587375" h="807244">
                <a:moveTo>
                  <a:pt x="0" y="0"/>
                </a:moveTo>
                <a:lnTo>
                  <a:pt x="587375" y="80724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5" name="select.network.weight1-1-0">
            <a:extLst>
              <a:ext uri="{FF2B5EF4-FFF2-40B4-BE49-F238E27FC236}">
                <a16:creationId xmlns:a16="http://schemas.microsoft.com/office/drawing/2014/main" id="{59F48B2B-108B-48DA-8CF0-05DADFB14CC8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26908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6" name="select.network.weight1-1-1">
            <a:extLst>
              <a:ext uri="{FF2B5EF4-FFF2-40B4-BE49-F238E27FC236}">
                <a16:creationId xmlns:a16="http://schemas.microsoft.com/office/drawing/2014/main" id="{54FC3014-F8F9-4178-AEE2-401D044245DA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7" name="select.network.weight1-1-2">
            <a:extLst>
              <a:ext uri="{FF2B5EF4-FFF2-40B4-BE49-F238E27FC236}">
                <a16:creationId xmlns:a16="http://schemas.microsoft.com/office/drawing/2014/main" id="{F240AE0E-42BC-4DE2-96B8-D1194B2786F2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0"/>
                </a:moveTo>
                <a:lnTo>
                  <a:pt x="587375" y="2690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8" name="select.network.weight1-1-3">
            <a:extLst>
              <a:ext uri="{FF2B5EF4-FFF2-40B4-BE49-F238E27FC236}">
                <a16:creationId xmlns:a16="http://schemas.microsoft.com/office/drawing/2014/main" id="{6D993D48-BC33-4B3F-8DF7-FDA1C4CA418B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0"/>
                </a:moveTo>
                <a:lnTo>
                  <a:pt x="587375" y="53816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9" name="select.network.weight1-2-0">
            <a:extLst>
              <a:ext uri="{FF2B5EF4-FFF2-40B4-BE49-F238E27FC236}">
                <a16:creationId xmlns:a16="http://schemas.microsoft.com/office/drawing/2014/main" id="{81ACC102-41BC-4915-BD58-7EC429682338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538163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0" name="select.network.weight1-2-1">
            <a:extLst>
              <a:ext uri="{FF2B5EF4-FFF2-40B4-BE49-F238E27FC236}">
                <a16:creationId xmlns:a16="http://schemas.microsoft.com/office/drawing/2014/main" id="{09B45DA4-9950-4F19-BA8F-312A1FBEC5CB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26908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1" name="select.network.weight1-2-2">
            <a:extLst>
              <a:ext uri="{FF2B5EF4-FFF2-40B4-BE49-F238E27FC236}">
                <a16:creationId xmlns:a16="http://schemas.microsoft.com/office/drawing/2014/main" id="{73355FA1-171A-47E9-A8D1-6BBE1D822942}"/>
              </a:ext>
            </a:extLst>
          </p:cNvPr>
          <p:cNvSpPr>
            <a:spLocks noGrp="1"/>
          </p:cNvSpPr>
          <p:nvPr/>
        </p:nvSpPr>
        <p:spPr>
          <a:xfrm>
            <a:off x="8159750" y="2472928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2" name="select.network.weight1-2-3">
            <a:extLst>
              <a:ext uri="{FF2B5EF4-FFF2-40B4-BE49-F238E27FC236}">
                <a16:creationId xmlns:a16="http://schemas.microsoft.com/office/drawing/2014/main" id="{D1B3520E-B7DE-4304-9700-F0209271B816}"/>
              </a:ext>
            </a:extLst>
          </p:cNvPr>
          <p:cNvSpPr>
            <a:spLocks noGrp="1"/>
          </p:cNvSpPr>
          <p:nvPr/>
        </p:nvSpPr>
        <p:spPr>
          <a:xfrm>
            <a:off x="8159750" y="2472928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0"/>
                </a:moveTo>
                <a:lnTo>
                  <a:pt x="587375" y="2690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3" name="select.network.weight1-3-0">
            <a:extLst>
              <a:ext uri="{FF2B5EF4-FFF2-40B4-BE49-F238E27FC236}">
                <a16:creationId xmlns:a16="http://schemas.microsoft.com/office/drawing/2014/main" id="{3E2D43C0-F0A0-4A94-849E-FBB617E85EF6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807244"/>
          </a:xfrm>
          <a:custGeom>
            <a:avLst/>
            <a:gdLst/>
            <a:ahLst/>
            <a:cxnLst/>
            <a:rect l="0" t="0" r="0" b="0"/>
            <a:pathLst>
              <a:path w="587375" h="807244">
                <a:moveTo>
                  <a:pt x="0" y="807244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4" name="select.network.weight1-3-1">
            <a:extLst>
              <a:ext uri="{FF2B5EF4-FFF2-40B4-BE49-F238E27FC236}">
                <a16:creationId xmlns:a16="http://schemas.microsoft.com/office/drawing/2014/main" id="{96E6F957-13A6-4275-B4BF-D2214F26C9FB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538163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5" name="select.network.weight1-3-2">
            <a:extLst>
              <a:ext uri="{FF2B5EF4-FFF2-40B4-BE49-F238E27FC236}">
                <a16:creationId xmlns:a16="http://schemas.microsoft.com/office/drawing/2014/main" id="{78D7F524-A4EC-42D1-BE05-0AE5735ABACD}"/>
              </a:ext>
            </a:extLst>
          </p:cNvPr>
          <p:cNvSpPr>
            <a:spLocks noGrp="1"/>
          </p:cNvSpPr>
          <p:nvPr/>
        </p:nvSpPr>
        <p:spPr>
          <a:xfrm>
            <a:off x="8159750" y="2472928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26908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6" name="select.network.weight1-3-3">
            <a:extLst>
              <a:ext uri="{FF2B5EF4-FFF2-40B4-BE49-F238E27FC236}">
                <a16:creationId xmlns:a16="http://schemas.microsoft.com/office/drawing/2014/main" id="{60B683FC-9C69-4D37-B7CD-DCD7EBD49D48}"/>
              </a:ext>
            </a:extLst>
          </p:cNvPr>
          <p:cNvSpPr>
            <a:spLocks noGrp="1"/>
          </p:cNvSpPr>
          <p:nvPr/>
        </p:nvSpPr>
        <p:spPr>
          <a:xfrm>
            <a:off x="8159750" y="2742009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7" name="select.network.weight2-0-0">
            <a:extLst>
              <a:ext uri="{FF2B5EF4-FFF2-40B4-BE49-F238E27FC236}">
                <a16:creationId xmlns:a16="http://schemas.microsoft.com/office/drawing/2014/main" id="{D0563AAE-7643-47FB-ACCD-25185E7112AB}"/>
              </a:ext>
            </a:extLst>
          </p:cNvPr>
          <p:cNvSpPr>
            <a:spLocks noGrp="1"/>
          </p:cNvSpPr>
          <p:nvPr/>
        </p:nvSpPr>
        <p:spPr>
          <a:xfrm>
            <a:off x="8747125" y="1934766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0"/>
                </a:moveTo>
                <a:lnTo>
                  <a:pt x="587375" y="4484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8" name="select.network.weight2-0-1">
            <a:extLst>
              <a:ext uri="{FF2B5EF4-FFF2-40B4-BE49-F238E27FC236}">
                <a16:creationId xmlns:a16="http://schemas.microsoft.com/office/drawing/2014/main" id="{CB41E9D4-784B-46DE-84AB-3A3CD3B6AA08}"/>
              </a:ext>
            </a:extLst>
          </p:cNvPr>
          <p:cNvSpPr>
            <a:spLocks noGrp="1"/>
          </p:cNvSpPr>
          <p:nvPr/>
        </p:nvSpPr>
        <p:spPr>
          <a:xfrm>
            <a:off x="8747125" y="1934766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0"/>
                </a:moveTo>
                <a:lnTo>
                  <a:pt x="587375" y="403622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9" name="select.network.weight2-0-2">
            <a:extLst>
              <a:ext uri="{FF2B5EF4-FFF2-40B4-BE49-F238E27FC236}">
                <a16:creationId xmlns:a16="http://schemas.microsoft.com/office/drawing/2014/main" id="{35C15AD2-6D29-4B1B-A276-BB81952EE94E}"/>
              </a:ext>
            </a:extLst>
          </p:cNvPr>
          <p:cNvSpPr>
            <a:spLocks noGrp="1"/>
          </p:cNvSpPr>
          <p:nvPr/>
        </p:nvSpPr>
        <p:spPr>
          <a:xfrm>
            <a:off x="8747125" y="1934766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0"/>
                </a:moveTo>
                <a:lnTo>
                  <a:pt x="587375" y="76239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0" name="select.network.weight2-1-0">
            <a:extLst>
              <a:ext uri="{FF2B5EF4-FFF2-40B4-BE49-F238E27FC236}">
                <a16:creationId xmlns:a16="http://schemas.microsoft.com/office/drawing/2014/main" id="{3BAC5B4E-7648-402E-8DDF-9482611036B2}"/>
              </a:ext>
            </a:extLst>
          </p:cNvPr>
          <p:cNvSpPr>
            <a:spLocks noGrp="1"/>
          </p:cNvSpPr>
          <p:nvPr/>
        </p:nvSpPr>
        <p:spPr>
          <a:xfrm>
            <a:off x="8747125" y="1979613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224234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1" name="select.network.weight2-1-1">
            <a:extLst>
              <a:ext uri="{FF2B5EF4-FFF2-40B4-BE49-F238E27FC236}">
                <a16:creationId xmlns:a16="http://schemas.microsoft.com/office/drawing/2014/main" id="{2C6FFF2F-A9D9-4F51-A5A3-CF3B47BDF426}"/>
              </a:ext>
            </a:extLst>
          </p:cNvPr>
          <p:cNvSpPr>
            <a:spLocks noGrp="1"/>
          </p:cNvSpPr>
          <p:nvPr/>
        </p:nvSpPr>
        <p:spPr>
          <a:xfrm>
            <a:off x="8747125" y="2203847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0"/>
                </a:moveTo>
                <a:lnTo>
                  <a:pt x="587375" y="13454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2" name="select.network.weight2-1-2">
            <a:extLst>
              <a:ext uri="{FF2B5EF4-FFF2-40B4-BE49-F238E27FC236}">
                <a16:creationId xmlns:a16="http://schemas.microsoft.com/office/drawing/2014/main" id="{5704D78B-F738-4211-A24B-91BACDAC5B4C}"/>
              </a:ext>
            </a:extLst>
          </p:cNvPr>
          <p:cNvSpPr>
            <a:spLocks noGrp="1"/>
          </p:cNvSpPr>
          <p:nvPr/>
        </p:nvSpPr>
        <p:spPr>
          <a:xfrm>
            <a:off x="8747125" y="2203847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0"/>
                </a:moveTo>
                <a:lnTo>
                  <a:pt x="587375" y="49331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3" name="select.network.weight2-2-0">
            <a:extLst>
              <a:ext uri="{FF2B5EF4-FFF2-40B4-BE49-F238E27FC236}">
                <a16:creationId xmlns:a16="http://schemas.microsoft.com/office/drawing/2014/main" id="{09115227-3AA9-4C2F-892C-F30A70CE19CB}"/>
              </a:ext>
            </a:extLst>
          </p:cNvPr>
          <p:cNvSpPr>
            <a:spLocks noGrp="1"/>
          </p:cNvSpPr>
          <p:nvPr/>
        </p:nvSpPr>
        <p:spPr>
          <a:xfrm>
            <a:off x="8747125" y="1979613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493316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4" name="select.network.weight2-2-1">
            <a:extLst>
              <a:ext uri="{FF2B5EF4-FFF2-40B4-BE49-F238E27FC236}">
                <a16:creationId xmlns:a16="http://schemas.microsoft.com/office/drawing/2014/main" id="{3DC73B06-A26E-4F52-A548-3C09E3878375}"/>
              </a:ext>
            </a:extLst>
          </p:cNvPr>
          <p:cNvSpPr>
            <a:spLocks noGrp="1"/>
          </p:cNvSpPr>
          <p:nvPr/>
        </p:nvSpPr>
        <p:spPr>
          <a:xfrm>
            <a:off x="8747125" y="2338388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13454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5" name="select.network.weight2-2-2">
            <a:extLst>
              <a:ext uri="{FF2B5EF4-FFF2-40B4-BE49-F238E27FC236}">
                <a16:creationId xmlns:a16="http://schemas.microsoft.com/office/drawing/2014/main" id="{8AC62552-74D5-4F4E-9185-A8EF7BD43A44}"/>
              </a:ext>
            </a:extLst>
          </p:cNvPr>
          <p:cNvSpPr>
            <a:spLocks noGrp="1"/>
          </p:cNvSpPr>
          <p:nvPr/>
        </p:nvSpPr>
        <p:spPr>
          <a:xfrm>
            <a:off x="8747125" y="2472928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0"/>
                </a:moveTo>
                <a:lnTo>
                  <a:pt x="587375" y="2242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6" name="select.network.weight2-3-0">
            <a:extLst>
              <a:ext uri="{FF2B5EF4-FFF2-40B4-BE49-F238E27FC236}">
                <a16:creationId xmlns:a16="http://schemas.microsoft.com/office/drawing/2014/main" id="{3154C928-C4BE-4201-91E4-E9F1546F4EFF}"/>
              </a:ext>
            </a:extLst>
          </p:cNvPr>
          <p:cNvSpPr>
            <a:spLocks noGrp="1"/>
          </p:cNvSpPr>
          <p:nvPr/>
        </p:nvSpPr>
        <p:spPr>
          <a:xfrm>
            <a:off x="8747125" y="1979613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76239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7" name="select.network.weight2-3-1">
            <a:extLst>
              <a:ext uri="{FF2B5EF4-FFF2-40B4-BE49-F238E27FC236}">
                <a16:creationId xmlns:a16="http://schemas.microsoft.com/office/drawing/2014/main" id="{00BCDFB0-B7C3-4739-A048-3FCE4B55431D}"/>
              </a:ext>
            </a:extLst>
          </p:cNvPr>
          <p:cNvSpPr>
            <a:spLocks noGrp="1"/>
          </p:cNvSpPr>
          <p:nvPr/>
        </p:nvSpPr>
        <p:spPr>
          <a:xfrm>
            <a:off x="8747125" y="2338388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403622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8" name="select.network.weight2-3-2">
            <a:extLst>
              <a:ext uri="{FF2B5EF4-FFF2-40B4-BE49-F238E27FC236}">
                <a16:creationId xmlns:a16="http://schemas.microsoft.com/office/drawing/2014/main" id="{45C13F16-8AD0-46E5-A77A-A1A79AFA0CC5}"/>
              </a:ext>
            </a:extLst>
          </p:cNvPr>
          <p:cNvSpPr>
            <a:spLocks noGrp="1"/>
          </p:cNvSpPr>
          <p:nvPr/>
        </p:nvSpPr>
        <p:spPr>
          <a:xfrm>
            <a:off x="8747125" y="2697163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4484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9" name="select.network.unit0-0">
            <a:extLst>
              <a:ext uri="{FF2B5EF4-FFF2-40B4-BE49-F238E27FC236}">
                <a16:creationId xmlns:a16="http://schemas.microsoft.com/office/drawing/2014/main" id="{42A78971-892A-4E19-9CE0-26FD57CA9856}"/>
              </a:ext>
            </a:extLst>
          </p:cNvPr>
          <p:cNvSpPr>
            <a:spLocks noGrp="1"/>
          </p:cNvSpPr>
          <p:nvPr/>
        </p:nvSpPr>
        <p:spPr>
          <a:xfrm>
            <a:off x="7477125" y="1884363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0" name="select.network.unit0-1">
            <a:extLst>
              <a:ext uri="{FF2B5EF4-FFF2-40B4-BE49-F238E27FC236}">
                <a16:creationId xmlns:a16="http://schemas.microsoft.com/office/drawing/2014/main" id="{64DB542F-5117-40BC-AFAE-4A8550BF38CD}"/>
              </a:ext>
            </a:extLst>
          </p:cNvPr>
          <p:cNvSpPr>
            <a:spLocks noGrp="1"/>
          </p:cNvSpPr>
          <p:nvPr/>
        </p:nvSpPr>
        <p:spPr>
          <a:xfrm>
            <a:off x="7477125" y="2243138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1" name="select.network.unit0-2">
            <a:extLst>
              <a:ext uri="{FF2B5EF4-FFF2-40B4-BE49-F238E27FC236}">
                <a16:creationId xmlns:a16="http://schemas.microsoft.com/office/drawing/2014/main" id="{1D8D188D-3AAF-4A19-938A-C81C75342985}"/>
              </a:ext>
            </a:extLst>
          </p:cNvPr>
          <p:cNvSpPr>
            <a:spLocks noGrp="1"/>
          </p:cNvSpPr>
          <p:nvPr/>
        </p:nvSpPr>
        <p:spPr>
          <a:xfrm>
            <a:off x="7477125" y="2601913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2" name="select.network.unit1-0">
            <a:extLst>
              <a:ext uri="{FF2B5EF4-FFF2-40B4-BE49-F238E27FC236}">
                <a16:creationId xmlns:a16="http://schemas.microsoft.com/office/drawing/2014/main" id="{7F5F54C9-E1A8-405C-A94B-F93B9C969EE9}"/>
              </a:ext>
            </a:extLst>
          </p:cNvPr>
          <p:cNvSpPr>
            <a:spLocks noGrp="1"/>
          </p:cNvSpPr>
          <p:nvPr/>
        </p:nvSpPr>
        <p:spPr>
          <a:xfrm>
            <a:off x="8064500" y="1839516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3" name="select.network.unit1-1">
            <a:extLst>
              <a:ext uri="{FF2B5EF4-FFF2-40B4-BE49-F238E27FC236}">
                <a16:creationId xmlns:a16="http://schemas.microsoft.com/office/drawing/2014/main" id="{153F7DED-3D67-4CFB-9C64-674CEE9D9BA6}"/>
              </a:ext>
            </a:extLst>
          </p:cNvPr>
          <p:cNvSpPr>
            <a:spLocks noGrp="1"/>
          </p:cNvSpPr>
          <p:nvPr/>
        </p:nvSpPr>
        <p:spPr>
          <a:xfrm>
            <a:off x="8064500" y="2108597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4" name="select.network.unit1-2">
            <a:extLst>
              <a:ext uri="{FF2B5EF4-FFF2-40B4-BE49-F238E27FC236}">
                <a16:creationId xmlns:a16="http://schemas.microsoft.com/office/drawing/2014/main" id="{5A324FC6-1F99-4FF0-8044-0CD28A5E677F}"/>
              </a:ext>
            </a:extLst>
          </p:cNvPr>
          <p:cNvSpPr>
            <a:spLocks noGrp="1"/>
          </p:cNvSpPr>
          <p:nvPr/>
        </p:nvSpPr>
        <p:spPr>
          <a:xfrm>
            <a:off x="8064500" y="2377678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5" name="select.network.unit1-3">
            <a:extLst>
              <a:ext uri="{FF2B5EF4-FFF2-40B4-BE49-F238E27FC236}">
                <a16:creationId xmlns:a16="http://schemas.microsoft.com/office/drawing/2014/main" id="{22F6575B-DDC2-4E27-8ADF-9B94DEA1361F}"/>
              </a:ext>
            </a:extLst>
          </p:cNvPr>
          <p:cNvSpPr>
            <a:spLocks noGrp="1"/>
          </p:cNvSpPr>
          <p:nvPr/>
        </p:nvSpPr>
        <p:spPr>
          <a:xfrm>
            <a:off x="8064500" y="2646759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6" name="select.network.unit2-0">
            <a:extLst>
              <a:ext uri="{FF2B5EF4-FFF2-40B4-BE49-F238E27FC236}">
                <a16:creationId xmlns:a16="http://schemas.microsoft.com/office/drawing/2014/main" id="{70476637-8B07-4A69-BE01-11C1ACD8CBD5}"/>
              </a:ext>
            </a:extLst>
          </p:cNvPr>
          <p:cNvSpPr>
            <a:spLocks noGrp="1"/>
          </p:cNvSpPr>
          <p:nvPr/>
        </p:nvSpPr>
        <p:spPr>
          <a:xfrm>
            <a:off x="8651875" y="1839516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7" name="select.network.unit2-1">
            <a:extLst>
              <a:ext uri="{FF2B5EF4-FFF2-40B4-BE49-F238E27FC236}">
                <a16:creationId xmlns:a16="http://schemas.microsoft.com/office/drawing/2014/main" id="{9B97600B-99D4-493A-B163-633FD992F8DC}"/>
              </a:ext>
            </a:extLst>
          </p:cNvPr>
          <p:cNvSpPr>
            <a:spLocks noGrp="1"/>
          </p:cNvSpPr>
          <p:nvPr/>
        </p:nvSpPr>
        <p:spPr>
          <a:xfrm>
            <a:off x="8651875" y="2108597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8" name="select.network.unit2-2">
            <a:extLst>
              <a:ext uri="{FF2B5EF4-FFF2-40B4-BE49-F238E27FC236}">
                <a16:creationId xmlns:a16="http://schemas.microsoft.com/office/drawing/2014/main" id="{8B6BA7E0-315C-4BFA-867B-9ADC11573BD2}"/>
              </a:ext>
            </a:extLst>
          </p:cNvPr>
          <p:cNvSpPr>
            <a:spLocks noGrp="1"/>
          </p:cNvSpPr>
          <p:nvPr/>
        </p:nvSpPr>
        <p:spPr>
          <a:xfrm>
            <a:off x="8651875" y="2377678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9" name="select.network.unit2-3">
            <a:extLst>
              <a:ext uri="{FF2B5EF4-FFF2-40B4-BE49-F238E27FC236}">
                <a16:creationId xmlns:a16="http://schemas.microsoft.com/office/drawing/2014/main" id="{4F76CA79-0736-4C04-952E-BB66898DDCDF}"/>
              </a:ext>
            </a:extLst>
          </p:cNvPr>
          <p:cNvSpPr>
            <a:spLocks noGrp="1"/>
          </p:cNvSpPr>
          <p:nvPr/>
        </p:nvSpPr>
        <p:spPr>
          <a:xfrm>
            <a:off x="8651875" y="2646759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80" name="select.network.unit3-0">
            <a:extLst>
              <a:ext uri="{FF2B5EF4-FFF2-40B4-BE49-F238E27FC236}">
                <a16:creationId xmlns:a16="http://schemas.microsoft.com/office/drawing/2014/main" id="{102E4697-DA64-4943-A053-AFBDBA29714B}"/>
              </a:ext>
            </a:extLst>
          </p:cNvPr>
          <p:cNvSpPr>
            <a:spLocks noGrp="1"/>
          </p:cNvSpPr>
          <p:nvPr/>
        </p:nvSpPr>
        <p:spPr>
          <a:xfrm>
            <a:off x="9239250" y="1884363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81" name="select.network.unit3-1">
            <a:extLst>
              <a:ext uri="{FF2B5EF4-FFF2-40B4-BE49-F238E27FC236}">
                <a16:creationId xmlns:a16="http://schemas.microsoft.com/office/drawing/2014/main" id="{36E2CB4B-2FE5-47B0-ACF8-F626BCEE52AB}"/>
              </a:ext>
            </a:extLst>
          </p:cNvPr>
          <p:cNvSpPr>
            <a:spLocks noGrp="1"/>
          </p:cNvSpPr>
          <p:nvPr/>
        </p:nvSpPr>
        <p:spPr>
          <a:xfrm>
            <a:off x="9239250" y="2243138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82" name="select.network.unit3-2">
            <a:extLst>
              <a:ext uri="{FF2B5EF4-FFF2-40B4-BE49-F238E27FC236}">
                <a16:creationId xmlns:a16="http://schemas.microsoft.com/office/drawing/2014/main" id="{35A02498-C40F-419D-A713-EEAFAB3EFDB0}"/>
              </a:ext>
            </a:extLst>
          </p:cNvPr>
          <p:cNvSpPr>
            <a:spLocks noGrp="1"/>
          </p:cNvSpPr>
          <p:nvPr/>
        </p:nvSpPr>
        <p:spPr>
          <a:xfrm>
            <a:off x="9239250" y="2601913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83" name="select.network-title">
            <a:extLst>
              <a:ext uri="{FF2B5EF4-FFF2-40B4-BE49-F238E27FC236}">
                <a16:creationId xmlns:a16="http://schemas.microsoft.com/office/drawing/2014/main" id="{1AEF0696-E8FC-43F6-ABC2-E1965DA38B03}"/>
              </a:ext>
            </a:extLst>
          </p:cNvPr>
          <p:cNvSpPr>
            <a:spLocks noGrp="1"/>
          </p:cNvSpPr>
          <p:nvPr/>
        </p:nvSpPr>
        <p:spPr>
          <a:xfrm>
            <a:off x="7467600" y="1333500"/>
            <a:ext cx="1990725" cy="31432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候选评价</a:t>
            </a:r>
          </a:p>
        </p:txBody>
      </p:sp>
      <p:sp>
        <p:nvSpPr>
          <p:cNvPr id="84" name="select.network-note">
            <a:extLst>
              <a:ext uri="{FF2B5EF4-FFF2-40B4-BE49-F238E27FC236}">
                <a16:creationId xmlns:a16="http://schemas.microsoft.com/office/drawing/2014/main" id="{E1347C7D-D980-4766-ADF1-0C382EBD7464}"/>
              </a:ext>
            </a:extLst>
          </p:cNvPr>
          <p:cNvSpPr>
            <a:spLocks noGrp="1"/>
          </p:cNvSpPr>
          <p:nvPr/>
        </p:nvSpPr>
        <p:spPr>
          <a:xfrm>
            <a:off x="7429500" y="3067050"/>
            <a:ext cx="209550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已训练模型</a:t>
            </a:r>
          </a:p>
        </p:txBody>
      </p:sp>
      <p:sp>
        <p:nvSpPr>
          <p:cNvPr id="85" name="select.to-choice">
            <a:extLst>
              <a:ext uri="{FF2B5EF4-FFF2-40B4-BE49-F238E27FC236}">
                <a16:creationId xmlns:a16="http://schemas.microsoft.com/office/drawing/2014/main" id="{49FAF048-3DF3-418B-9987-029C131A5822}"/>
              </a:ext>
            </a:extLst>
          </p:cNvPr>
          <p:cNvSpPr>
            <a:spLocks noGrp="1"/>
          </p:cNvSpPr>
          <p:nvPr/>
        </p:nvSpPr>
        <p:spPr>
          <a:xfrm>
            <a:off x="9563100" y="2247900"/>
            <a:ext cx="3048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6" name="select.choice">
            <a:extLst>
              <a:ext uri="{FF2B5EF4-FFF2-40B4-BE49-F238E27FC236}">
                <a16:creationId xmlns:a16="http://schemas.microsoft.com/office/drawing/2014/main" id="{AD1B13B3-C8C8-419C-B3B0-36D5EC2003FF}"/>
              </a:ext>
            </a:extLst>
          </p:cNvPr>
          <p:cNvSpPr>
            <a:spLocks noGrp="1"/>
          </p:cNvSpPr>
          <p:nvPr/>
        </p:nvSpPr>
        <p:spPr>
          <a:xfrm>
            <a:off x="10010775" y="1704975"/>
            <a:ext cx="1952625" cy="16573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87" name="select.choice-title">
            <a:extLst>
              <a:ext uri="{FF2B5EF4-FFF2-40B4-BE49-F238E27FC236}">
                <a16:creationId xmlns:a16="http://schemas.microsoft.com/office/drawing/2014/main" id="{373FB15B-5F97-441F-80E5-8355AB4E02B9}"/>
              </a:ext>
            </a:extLst>
          </p:cNvPr>
          <p:cNvSpPr>
            <a:spLocks noGrp="1"/>
          </p:cNvSpPr>
          <p:nvPr/>
        </p:nvSpPr>
        <p:spPr>
          <a:xfrm>
            <a:off x="10106025" y="1847850"/>
            <a:ext cx="1762125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选择偏移</a:t>
            </a:r>
          </a:p>
        </p:txBody>
      </p:sp>
      <p:sp>
        <p:nvSpPr>
          <p:cNvPr id="88" name="select.rule">
            <a:extLst>
              <a:ext uri="{FF2B5EF4-FFF2-40B4-BE49-F238E27FC236}">
                <a16:creationId xmlns:a16="http://schemas.microsoft.com/office/drawing/2014/main" id="{57A282B3-76BA-4E75-88A8-9BBC8EFFF857}"/>
              </a:ext>
            </a:extLst>
          </p:cNvPr>
          <p:cNvSpPr>
            <a:spLocks noGrp="1"/>
          </p:cNvSpPr>
          <p:nvPr/>
        </p:nvSpPr>
        <p:spPr>
          <a:xfrm>
            <a:off x="5429250" y="3629025"/>
            <a:ext cx="6286500" cy="35242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根据预测误差选择偏移</a:t>
            </a:r>
          </a:p>
        </p:txBody>
      </p:sp>
      <p:sp>
        <p:nvSpPr>
          <p:cNvPr id="89" name="flow.select-to-mdm">
            <a:extLst>
              <a:ext uri="{FF2B5EF4-FFF2-40B4-BE49-F238E27FC236}">
                <a16:creationId xmlns:a16="http://schemas.microsoft.com/office/drawing/2014/main" id="{9395E893-C8E6-4437-A6E2-768ADCE9F2F6}"/>
              </a:ext>
            </a:extLst>
          </p:cNvPr>
          <p:cNvSpPr>
            <a:spLocks noGrp="1"/>
          </p:cNvSpPr>
          <p:nvPr/>
        </p:nvSpPr>
        <p:spPr>
          <a:xfrm>
            <a:off x="12372975" y="2247900"/>
            <a:ext cx="4953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90" name="flow.delta-label">
            <a:extLst>
              <a:ext uri="{FF2B5EF4-FFF2-40B4-BE49-F238E27FC236}">
                <a16:creationId xmlns:a16="http://schemas.microsoft.com/office/drawing/2014/main" id="{E7446657-C51B-46EB-B8DA-2D1E70C78631}"/>
              </a:ext>
            </a:extLst>
          </p:cNvPr>
          <p:cNvSpPr>
            <a:spLocks noGrp="1"/>
          </p:cNvSpPr>
          <p:nvPr/>
        </p:nvSpPr>
        <p:spPr>
          <a:xfrm>
            <a:off x="12201525" y="1857375"/>
            <a:ext cx="828675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所选偏移</a:t>
            </a:r>
          </a:p>
        </p:txBody>
      </p:sp>
      <p:sp>
        <p:nvSpPr>
          <p:cNvPr id="91" name="mdm.boundary">
            <a:extLst>
              <a:ext uri="{FF2B5EF4-FFF2-40B4-BE49-F238E27FC236}">
                <a16:creationId xmlns:a16="http://schemas.microsoft.com/office/drawing/2014/main" id="{89B726C3-B18A-4961-800C-F58CCDF5897A}"/>
              </a:ext>
            </a:extLst>
          </p:cNvPr>
          <p:cNvSpPr>
            <a:spLocks noGrp="1"/>
          </p:cNvSpPr>
          <p:nvPr/>
        </p:nvSpPr>
        <p:spPr>
          <a:xfrm>
            <a:off x="13049250" y="361950"/>
            <a:ext cx="8858250" cy="398145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92" name="mdm.header">
            <a:extLst>
              <a:ext uri="{FF2B5EF4-FFF2-40B4-BE49-F238E27FC236}">
                <a16:creationId xmlns:a16="http://schemas.microsoft.com/office/drawing/2014/main" id="{F51EA410-F4EB-445C-A170-363464A6C823}"/>
              </a:ext>
            </a:extLst>
          </p:cNvPr>
          <p:cNvSpPr>
            <a:spLocks noGrp="1"/>
          </p:cNvSpPr>
          <p:nvPr/>
        </p:nvSpPr>
        <p:spPr>
          <a:xfrm>
            <a:off x="13049250" y="361950"/>
            <a:ext cx="885825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93" name="mdm.title">
            <a:extLst>
              <a:ext uri="{FF2B5EF4-FFF2-40B4-BE49-F238E27FC236}">
                <a16:creationId xmlns:a16="http://schemas.microsoft.com/office/drawing/2014/main" id="{44787625-89B5-4A43-9E87-E66896CAB44D}"/>
              </a:ext>
            </a:extLst>
          </p:cNvPr>
          <p:cNvSpPr>
            <a:spLocks noGrp="1"/>
          </p:cNvSpPr>
          <p:nvPr/>
        </p:nvSpPr>
        <p:spPr>
          <a:xfrm>
            <a:off x="13144500" y="381000"/>
            <a:ext cx="8667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MDM完整求解流程</a:t>
            </a:r>
          </a:p>
        </p:txBody>
      </p:sp>
      <p:sp>
        <p:nvSpPr>
          <p:cNvPr id="94" name="mdm.location-bg">
            <a:extLst>
              <a:ext uri="{FF2B5EF4-FFF2-40B4-BE49-F238E27FC236}">
                <a16:creationId xmlns:a16="http://schemas.microsoft.com/office/drawing/2014/main" id="{2892510A-FD39-467A-B433-8FB99598D8BB}"/>
              </a:ext>
            </a:extLst>
          </p:cNvPr>
          <p:cNvSpPr>
            <a:spLocks noGrp="1"/>
          </p:cNvSpPr>
          <p:nvPr/>
        </p:nvSpPr>
        <p:spPr>
          <a:xfrm>
            <a:off x="13525500" y="1276350"/>
            <a:ext cx="3429000" cy="628650"/>
          </a:xfrm>
          <a:prstGeom prst="rect">
            <a:avLst/>
          </a:prstGeom>
          <a:solidFill>
            <a:srgbClr val="F3F7EB"/>
          </a:solidFill>
          <a:ln w="12383">
            <a:noFill/>
            <a:prstDash val="solid"/>
          </a:ln>
        </p:spPr>
      </p:sp>
      <p:sp>
        <p:nvSpPr>
          <p:cNvPr id="95" name="mdm.location">
            <a:extLst>
              <a:ext uri="{FF2B5EF4-FFF2-40B4-BE49-F238E27FC236}">
                <a16:creationId xmlns:a16="http://schemas.microsoft.com/office/drawing/2014/main" id="{9BFE6C9E-B38B-4408-968E-B88F2F7926DB}"/>
              </a:ext>
            </a:extLst>
          </p:cNvPr>
          <p:cNvSpPr>
            <a:spLocks noGrp="1"/>
          </p:cNvSpPr>
          <p:nvPr/>
        </p:nvSpPr>
        <p:spPr>
          <a:xfrm>
            <a:off x="13620750" y="1390650"/>
            <a:ext cx="3238500" cy="3810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按所选偏移求解位置参数</a:t>
            </a:r>
          </a:p>
        </p:txBody>
      </p:sp>
      <p:sp>
        <p:nvSpPr>
          <p:cNvPr id="96" name="mdm.to-beta">
            <a:extLst>
              <a:ext uri="{FF2B5EF4-FFF2-40B4-BE49-F238E27FC236}">
                <a16:creationId xmlns:a16="http://schemas.microsoft.com/office/drawing/2014/main" id="{C474DC98-1F9C-489A-B74F-241EFC11D239}"/>
              </a:ext>
            </a:extLst>
          </p:cNvPr>
          <p:cNvSpPr>
            <a:spLocks noGrp="1"/>
          </p:cNvSpPr>
          <p:nvPr/>
        </p:nvSpPr>
        <p:spPr>
          <a:xfrm>
            <a:off x="15240000" y="1990725"/>
            <a:ext cx="953" cy="238125"/>
          </a:xfrm>
          <a:custGeom>
            <a:avLst/>
            <a:gdLst/>
            <a:ahLst/>
            <a:cxnLst/>
            <a:rect l="0" t="0" r="0" b="0"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97" name="mdm.to-beta.head">
            <a:extLst>
              <a:ext uri="{FF2B5EF4-FFF2-40B4-BE49-F238E27FC236}">
                <a16:creationId xmlns:a16="http://schemas.microsoft.com/office/drawing/2014/main" id="{E6419906-E936-4A7D-A0F0-6A516DDBEA64}"/>
              </a:ext>
            </a:extLst>
          </p:cNvPr>
          <p:cNvSpPr>
            <a:spLocks noGrp="1"/>
          </p:cNvSpPr>
          <p:nvPr/>
        </p:nvSpPr>
        <p:spPr>
          <a:xfrm>
            <a:off x="15198570" y="214308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98" name="mdm.beta-bg">
            <a:extLst>
              <a:ext uri="{FF2B5EF4-FFF2-40B4-BE49-F238E27FC236}">
                <a16:creationId xmlns:a16="http://schemas.microsoft.com/office/drawing/2014/main" id="{F0BB5693-76E0-4464-9337-2FBE6778B54B}"/>
              </a:ext>
            </a:extLst>
          </p:cNvPr>
          <p:cNvSpPr>
            <a:spLocks noGrp="1"/>
          </p:cNvSpPr>
          <p:nvPr/>
        </p:nvSpPr>
        <p:spPr>
          <a:xfrm>
            <a:off x="13525500" y="2343150"/>
            <a:ext cx="3429000" cy="552450"/>
          </a:xfrm>
          <a:prstGeom prst="rect">
            <a:avLst/>
          </a:prstGeom>
          <a:solidFill>
            <a:srgbClr val="F3F7EB"/>
          </a:solidFill>
          <a:ln w="12383">
            <a:noFill/>
            <a:prstDash val="solid"/>
          </a:ln>
        </p:spPr>
      </p:sp>
      <p:sp>
        <p:nvSpPr>
          <p:cNvPr id="99" name="mdm.beta">
            <a:extLst>
              <a:ext uri="{FF2B5EF4-FFF2-40B4-BE49-F238E27FC236}">
                <a16:creationId xmlns:a16="http://schemas.microsoft.com/office/drawing/2014/main" id="{0833A87C-0A98-4432-BEAD-89AB90A12A07}"/>
              </a:ext>
            </a:extLst>
          </p:cNvPr>
          <p:cNvSpPr>
            <a:spLocks noGrp="1"/>
          </p:cNvSpPr>
          <p:nvPr/>
        </p:nvSpPr>
        <p:spPr>
          <a:xfrm>
            <a:off x="13620750" y="2438400"/>
            <a:ext cx="32385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回代求解形状参数</a:t>
            </a:r>
          </a:p>
        </p:txBody>
      </p:sp>
      <p:sp>
        <p:nvSpPr>
          <p:cNvPr id="100" name="mdm.to-eta">
            <a:extLst>
              <a:ext uri="{FF2B5EF4-FFF2-40B4-BE49-F238E27FC236}">
                <a16:creationId xmlns:a16="http://schemas.microsoft.com/office/drawing/2014/main" id="{198729E5-CA3E-4570-A4B0-428140DE1C6A}"/>
              </a:ext>
            </a:extLst>
          </p:cNvPr>
          <p:cNvSpPr>
            <a:spLocks noGrp="1"/>
          </p:cNvSpPr>
          <p:nvPr/>
        </p:nvSpPr>
        <p:spPr>
          <a:xfrm>
            <a:off x="15240000" y="2971800"/>
            <a:ext cx="953" cy="238125"/>
          </a:xfrm>
          <a:custGeom>
            <a:avLst/>
            <a:gdLst/>
            <a:ahLst/>
            <a:cxnLst/>
            <a:rect l="0" t="0" r="0" b="0"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01" name="mdm.to-eta.head">
            <a:extLst>
              <a:ext uri="{FF2B5EF4-FFF2-40B4-BE49-F238E27FC236}">
                <a16:creationId xmlns:a16="http://schemas.microsoft.com/office/drawing/2014/main" id="{B8F10EF3-2BFF-4C95-B674-8E97166C23EF}"/>
              </a:ext>
            </a:extLst>
          </p:cNvPr>
          <p:cNvSpPr>
            <a:spLocks noGrp="1"/>
          </p:cNvSpPr>
          <p:nvPr/>
        </p:nvSpPr>
        <p:spPr>
          <a:xfrm>
            <a:off x="15198570" y="312415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02" name="mdm.eta-bg">
            <a:extLst>
              <a:ext uri="{FF2B5EF4-FFF2-40B4-BE49-F238E27FC236}">
                <a16:creationId xmlns:a16="http://schemas.microsoft.com/office/drawing/2014/main" id="{C33FA7E9-429F-4073-91F3-EEF2C3F057A4}"/>
              </a:ext>
            </a:extLst>
          </p:cNvPr>
          <p:cNvSpPr>
            <a:spLocks noGrp="1"/>
          </p:cNvSpPr>
          <p:nvPr/>
        </p:nvSpPr>
        <p:spPr>
          <a:xfrm>
            <a:off x="13525500" y="3314700"/>
            <a:ext cx="3429000" cy="609600"/>
          </a:xfrm>
          <a:prstGeom prst="rect">
            <a:avLst/>
          </a:prstGeom>
          <a:solidFill>
            <a:srgbClr val="F3F7EB"/>
          </a:solidFill>
          <a:ln w="12383">
            <a:noFill/>
            <a:prstDash val="solid"/>
          </a:ln>
        </p:spPr>
      </p:sp>
      <p:sp>
        <p:nvSpPr>
          <p:cNvPr id="103" name="mdm.eta">
            <a:extLst>
              <a:ext uri="{FF2B5EF4-FFF2-40B4-BE49-F238E27FC236}">
                <a16:creationId xmlns:a16="http://schemas.microsoft.com/office/drawing/2014/main" id="{06521B80-006D-41C9-9730-0F918A98CB8D}"/>
              </a:ext>
            </a:extLst>
          </p:cNvPr>
          <p:cNvSpPr>
            <a:spLocks noGrp="1"/>
          </p:cNvSpPr>
          <p:nvPr/>
        </p:nvSpPr>
        <p:spPr>
          <a:xfrm>
            <a:off x="13601700" y="3438525"/>
            <a:ext cx="32766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伪尺度取均值，得到尺度参数</a:t>
            </a:r>
          </a:p>
        </p:txBody>
      </p:sp>
      <p:sp>
        <p:nvSpPr>
          <p:cNvPr id="104" name="mdm.to-result">
            <a:extLst>
              <a:ext uri="{FF2B5EF4-FFF2-40B4-BE49-F238E27FC236}">
                <a16:creationId xmlns:a16="http://schemas.microsoft.com/office/drawing/2014/main" id="{906FFDEE-21E3-4495-8534-AC1F34F4FF49}"/>
              </a:ext>
            </a:extLst>
          </p:cNvPr>
          <p:cNvSpPr>
            <a:spLocks noGrp="1"/>
          </p:cNvSpPr>
          <p:nvPr/>
        </p:nvSpPr>
        <p:spPr>
          <a:xfrm>
            <a:off x="16954500" y="2600325"/>
            <a:ext cx="1314450" cy="1019175"/>
          </a:xfrm>
          <a:custGeom>
            <a:avLst/>
            <a:gdLst/>
            <a:ahLst/>
            <a:cxnLst/>
            <a:rect l="0" t="0" r="0" b="0"/>
            <a:pathLst>
              <a:path w="1314450" h="1019175">
                <a:moveTo>
                  <a:pt x="0" y="1019175"/>
                </a:moveTo>
                <a:lnTo>
                  <a:pt x="714375" y="1019175"/>
                </a:lnTo>
                <a:lnTo>
                  <a:pt x="714375" y="0"/>
                </a:lnTo>
                <a:lnTo>
                  <a:pt x="1314450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05" name="mdm.to-result.head">
            <a:extLst>
              <a:ext uri="{FF2B5EF4-FFF2-40B4-BE49-F238E27FC236}">
                <a16:creationId xmlns:a16="http://schemas.microsoft.com/office/drawing/2014/main" id="{13C01EA8-1B10-42F0-A243-2C474050EDC0}"/>
              </a:ext>
            </a:extLst>
          </p:cNvPr>
          <p:cNvSpPr>
            <a:spLocks noGrp="1"/>
          </p:cNvSpPr>
          <p:nvPr/>
        </p:nvSpPr>
        <p:spPr>
          <a:xfrm>
            <a:off x="18183182" y="2558895"/>
            <a:ext cx="85768" cy="82861"/>
          </a:xfrm>
          <a:custGeom>
            <a:avLst/>
            <a:gdLst/>
            <a:ahLst/>
            <a:cxnLst/>
            <a:rect l="0" t="0" r="0" b="0"/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06" name="mdm.result-bg">
            <a:extLst>
              <a:ext uri="{FF2B5EF4-FFF2-40B4-BE49-F238E27FC236}">
                <a16:creationId xmlns:a16="http://schemas.microsoft.com/office/drawing/2014/main" id="{F7D7BE0C-9298-4692-B844-A5D9E4BF18F0}"/>
              </a:ext>
            </a:extLst>
          </p:cNvPr>
          <p:cNvSpPr>
            <a:spLocks noGrp="1"/>
          </p:cNvSpPr>
          <p:nvPr/>
        </p:nvSpPr>
        <p:spPr>
          <a:xfrm>
            <a:off x="18288000" y="1352550"/>
            <a:ext cx="3286125" cy="25336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107" name="mdm.result-label">
            <a:extLst>
              <a:ext uri="{FF2B5EF4-FFF2-40B4-BE49-F238E27FC236}">
                <a16:creationId xmlns:a16="http://schemas.microsoft.com/office/drawing/2014/main" id="{F1CF6CCB-3FF8-41EE-918F-29980E253081}"/>
              </a:ext>
            </a:extLst>
          </p:cNvPr>
          <p:cNvSpPr>
            <a:spLocks noGrp="1"/>
          </p:cNvSpPr>
          <p:nvPr/>
        </p:nvSpPr>
        <p:spPr>
          <a:xfrm>
            <a:off x="18383250" y="1533525"/>
            <a:ext cx="3095625" cy="4000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AMDM三参数估计</a:t>
            </a:r>
          </a:p>
        </p:txBody>
      </p:sp>
      <p:sp>
        <p:nvSpPr>
          <p:cNvPr id="108" name="mdm.result-meaning">
            <a:extLst>
              <a:ext uri="{FF2B5EF4-FFF2-40B4-BE49-F238E27FC236}">
                <a16:creationId xmlns:a16="http://schemas.microsoft.com/office/drawing/2014/main" id="{36368E16-83E6-4E48-A1E5-C63FD9D36F83}"/>
              </a:ext>
            </a:extLst>
          </p:cNvPr>
          <p:cNvSpPr>
            <a:spLocks noGrp="1"/>
          </p:cNvSpPr>
          <p:nvPr/>
        </p:nvSpPr>
        <p:spPr>
          <a:xfrm>
            <a:off x="18402300" y="3295650"/>
            <a:ext cx="3057525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 · 尺度 · 位置</a:t>
            </a:r>
          </a:p>
        </p:txBody>
      </p:sp>
      <p:sp>
        <p:nvSpPr>
          <p:cNvPr id="109" name="flow.raw-sample">
            <a:extLst>
              <a:ext uri="{FF2B5EF4-FFF2-40B4-BE49-F238E27FC236}">
                <a16:creationId xmlns:a16="http://schemas.microsoft.com/office/drawing/2014/main" id="{F15FB6EA-FB41-4E1C-ABD3-04021154BD53}"/>
              </a:ext>
            </a:extLst>
          </p:cNvPr>
          <p:cNvSpPr>
            <a:spLocks noGrp="1"/>
          </p:cNvSpPr>
          <p:nvPr/>
        </p:nvSpPr>
        <p:spPr>
          <a:xfrm>
            <a:off x="2238375" y="4343400"/>
            <a:ext cx="13001625" cy="609600"/>
          </a:xfrm>
          <a:custGeom>
            <a:avLst/>
            <a:gdLst/>
            <a:ahLst/>
            <a:cxnLst/>
            <a:rect l="0" t="0" r="0" b="0"/>
            <a:pathLst>
              <a:path w="13001625" h="609600">
                <a:moveTo>
                  <a:pt x="0" y="0"/>
                </a:moveTo>
                <a:lnTo>
                  <a:pt x="0" y="609600"/>
                </a:lnTo>
                <a:lnTo>
                  <a:pt x="13001625" y="609600"/>
                </a:lnTo>
                <a:lnTo>
                  <a:pt x="13001625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10" name="flow.raw-sample.head">
            <a:extLst>
              <a:ext uri="{FF2B5EF4-FFF2-40B4-BE49-F238E27FC236}">
                <a16:creationId xmlns:a16="http://schemas.microsoft.com/office/drawing/2014/main" id="{91EF650E-E58B-48D6-9BF2-392BADB5F515}"/>
              </a:ext>
            </a:extLst>
          </p:cNvPr>
          <p:cNvSpPr>
            <a:spLocks noGrp="1"/>
          </p:cNvSpPr>
          <p:nvPr/>
        </p:nvSpPr>
        <p:spPr>
          <a:xfrm>
            <a:off x="15198570" y="4343400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82861" y="85768"/>
                </a:moveTo>
                <a:lnTo>
                  <a:pt x="41430" y="0"/>
                </a:lnTo>
                <a:lnTo>
                  <a:pt x="0" y="85768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11" name="flow.raw-label-bg">
            <a:extLst>
              <a:ext uri="{FF2B5EF4-FFF2-40B4-BE49-F238E27FC236}">
                <a16:creationId xmlns:a16="http://schemas.microsoft.com/office/drawing/2014/main" id="{D1956716-AB57-4A9F-A1B9-4C7B63ECE497}"/>
              </a:ext>
            </a:extLst>
          </p:cNvPr>
          <p:cNvSpPr>
            <a:spLocks noGrp="1"/>
          </p:cNvSpPr>
          <p:nvPr/>
        </p:nvSpPr>
        <p:spPr>
          <a:xfrm>
            <a:off x="7629525" y="4743450"/>
            <a:ext cx="2286000" cy="409575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112" name="flow.raw-label">
            <a:extLst>
              <a:ext uri="{FF2B5EF4-FFF2-40B4-BE49-F238E27FC236}">
                <a16:creationId xmlns:a16="http://schemas.microsoft.com/office/drawing/2014/main" id="{23E47F72-60FA-469D-A57E-A96BCDB01FE9}"/>
              </a:ext>
            </a:extLst>
          </p:cNvPr>
          <p:cNvSpPr>
            <a:spLocks noGrp="1"/>
          </p:cNvSpPr>
          <p:nvPr/>
        </p:nvSpPr>
        <p:spPr>
          <a:xfrm>
            <a:off x="7648575" y="4762500"/>
            <a:ext cx="2247900" cy="3714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原始寿命样本</a:t>
            </a:r>
          </a:p>
        </p:txBody>
      </p:sp>
      <p:graphicFrame>
        <p:nvGraphicFramePr>
          <p:cNvPr id="114" name="MathType.sample.vector">
            <a:extLst>
              <a:ext uri="{FF2B5EF4-FFF2-40B4-BE49-F238E27FC236}">
                <a16:creationId xmlns:a16="http://schemas.microsoft.com/office/drawing/2014/main" id="{C5E595B6-CCFD-E864-66E8-2DD8BF360D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982100"/>
              </p:ext>
            </p:extLst>
          </p:nvPr>
        </p:nvGraphicFramePr>
        <p:xfrm>
          <a:off x="1271588" y="2293937"/>
          <a:ext cx="1933575" cy="460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253800" progId="Equation.DSMT4">
                  <p:embed/>
                </p:oleObj>
              </mc:Choice>
              <mc:Fallback>
                <p:oleObj name="Equation" r:id="rId3" imgW="1066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1588" y="2293937"/>
                        <a:ext cx="1933575" cy="460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MathType.select.delta">
            <a:extLst>
              <a:ext uri="{FF2B5EF4-FFF2-40B4-BE49-F238E27FC236}">
                <a16:creationId xmlns:a16="http://schemas.microsoft.com/office/drawing/2014/main" id="{C31EC8B5-CA44-1385-CB95-38ADDBA96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118770"/>
              </p:ext>
            </p:extLst>
          </p:nvPr>
        </p:nvGraphicFramePr>
        <p:xfrm>
          <a:off x="10607278" y="2462212"/>
          <a:ext cx="759619" cy="523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280" imgH="253800" progId="Equation.DSMT4">
                  <p:embed/>
                </p:oleObj>
              </mc:Choice>
              <mc:Fallback>
                <p:oleObj name="Equation" r:id="rId5" imgW="368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07278" y="2462212"/>
                        <a:ext cx="759619" cy="523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MathType.mdm.parameters">
            <a:extLst>
              <a:ext uri="{FF2B5EF4-FFF2-40B4-BE49-F238E27FC236}">
                <a16:creationId xmlns:a16="http://schemas.microsoft.com/office/drawing/2014/main" id="{402BDBF9-ECDA-A82C-8991-912A282A9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650522"/>
              </p:ext>
            </p:extLst>
          </p:nvPr>
        </p:nvGraphicFramePr>
        <p:xfrm>
          <a:off x="19280981" y="2272902"/>
          <a:ext cx="1300163" cy="588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3160" imgH="241200" progId="Equation.DSMT4">
                  <p:embed/>
                </p:oleObj>
              </mc:Choice>
              <mc:Fallback>
                <p:oleObj name="Equation" r:id="rId7" imgW="533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80981" y="2272902"/>
                        <a:ext cx="1300163" cy="588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0179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DocSecurity>0</DocSecurity>
  <PresentationFormat>自定义</PresentationFormat>
  <Paragraphs>19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2026-09-23T06:44:53Z</dcterms:created>
  <dcterms:modified xsi:type="dcterms:W3CDTF">2026-09-23T06:44:58Z</dcterms:modified>
</cp:coreProperties>
</file>