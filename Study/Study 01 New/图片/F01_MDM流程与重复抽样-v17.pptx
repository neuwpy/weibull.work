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115252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1</a:t>
            </a:r>
            <a:r>
              <a:rPr lang="zh-CN" altLang="en-US"/>
              <a:t>。上方单样本</a:t>
            </a:r>
            <a:r>
              <a:rPr lang="en-US" altLang="zh-CN"/>
              <a:t>MDM</a:t>
            </a:r>
            <a:r>
              <a:rPr lang="zh-CN" altLang="en-US"/>
              <a:t>求解流程，零梯度判据；从</a:t>
            </a:r>
            <a:r>
              <a:rPr lang="en-US" altLang="zh-CN"/>
              <a:t>a</a:t>
            </a:r>
            <a:r>
              <a:rPr lang="zh-CN" altLang="en-US"/>
              <a:t>向下引出同一总体参数下</a:t>
            </a:r>
            <a:r>
              <a:rPr lang="en-US" altLang="zh-CN"/>
              <a:t>30</a:t>
            </a:r>
            <a:r>
              <a:rPr lang="zh-CN" altLang="en-US"/>
              <a:t>组随机样本，</a:t>
            </a:r>
            <a:r>
              <a:rPr lang="en-US" altLang="zh-CN"/>
              <a:t>c</a:t>
            </a:r>
            <a:r>
              <a:rPr lang="zh-CN" altLang="en-US"/>
              <a:t>叠加全部</a:t>
            </a:r>
            <a:r>
              <a:rPr lang="en-US" altLang="zh-CN"/>
              <a:t>30</a:t>
            </a:r>
            <a:r>
              <a:rPr lang="zh-CN" altLang="en-US"/>
              <a:t>条梯度曲线及</a:t>
            </a:r>
            <a:r>
              <a:rPr lang="en-US" altLang="zh-CN"/>
              <a:t>0</a:t>
            </a:r>
            <a:r>
              <a:rPr lang="zh-CN" altLang="en-US"/>
              <a:t>和</a:t>
            </a:r>
            <a:r>
              <a:rPr lang="en-US" altLang="zh-CN"/>
              <a:t>0.1</a:t>
            </a:r>
            <a:r>
              <a:rPr lang="zh-CN" altLang="en-US"/>
              <a:t>判据。依据</a:t>
            </a:r>
            <a:r>
              <a:rPr lang="en-US" altLang="zh-CN"/>
              <a:t>MDM</a:t>
            </a:r>
            <a:r>
              <a:rPr lang="zh-CN" altLang="en-US"/>
              <a:t>原理重绘；来源 </a:t>
            </a:r>
            <a:r>
              <a:rPr lang="en-US" altLang="zh-CN"/>
              <a:t>DOI 10.1142/S0219455423500852</a:t>
            </a:r>
            <a:r>
              <a:rPr lang="zh-CN" altLang="en-US"/>
              <a:t>、</a:t>
            </a:r>
            <a:r>
              <a:rPr lang="en-US" altLang="zh-CN"/>
              <a:t>10.12068/j.issn.1005-3026.2025.20240194</a:t>
            </a:r>
            <a:r>
              <a:rPr lang="zh-CN" altLang="en-US"/>
              <a:t>。数据：</a:t>
            </a:r>
            <a:r>
              <a:rPr lang="en-US" altLang="zh-CN"/>
              <a:t>public/case-studies/mdm/verification-182-046/data.csv</a:t>
            </a:r>
            <a:r>
              <a:rPr lang="zh-CN" altLang="en-US"/>
              <a:t>中的</a:t>
            </a:r>
            <a:r>
              <a:rPr lang="en-US" altLang="zh-CN"/>
              <a:t>Sample-1-3</a:t>
            </a:r>
            <a:r>
              <a:rPr lang="zh-CN" altLang="en-US"/>
              <a:t>，</a:t>
            </a:r>
            <a:r>
              <a:rPr lang="en-US" altLang="zh-CN"/>
              <a:t>7</a:t>
            </a:r>
            <a:r>
              <a:rPr lang="zh-CN" altLang="en-US"/>
              <a:t>个排序观测；重复抽样来自同一文件全部</a:t>
            </a:r>
            <a:r>
              <a:rPr lang="en-US" altLang="zh-CN"/>
              <a:t>30</a:t>
            </a:r>
            <a:r>
              <a:rPr lang="zh-CN" altLang="en-US"/>
              <a:t>行，零梯度下</a:t>
            </a:r>
            <a:r>
              <a:rPr lang="en-US" altLang="zh-CN"/>
              <a:t>10</a:t>
            </a:r>
            <a:r>
              <a:rPr lang="zh-CN" altLang="en-US"/>
              <a:t>个边界估计不伪画成交点。曲线为既有</a:t>
            </a:r>
            <a:r>
              <a:rPr lang="en-US" altLang="zh-CN"/>
              <a:t>F01 CSV</a:t>
            </a:r>
            <a:r>
              <a:rPr lang="zh-CN" altLang="en-US"/>
              <a:t>的真实轨迹，无新模拟。秩概率</a:t>
            </a:r>
            <a:r>
              <a:rPr lang="en-US" altLang="zh-CN"/>
              <a:t>(i−0.3)/(n+0.4)</a:t>
            </a:r>
            <a:r>
              <a:rPr lang="zh-CN" altLang="en-US"/>
              <a:t>，标准差</a:t>
            </a:r>
            <a:r>
              <a:rPr lang="en-US" altLang="zh-CN"/>
              <a:t>ddof=1</a:t>
            </a:r>
            <a:r>
              <a:rPr lang="zh-CN" altLang="en-US"/>
              <a:t>。公式为可双击编辑的</a:t>
            </a:r>
            <a:r>
              <a:rPr lang="en-US" altLang="zh-CN"/>
              <a:t>MathType OLE</a:t>
            </a:r>
            <a:r>
              <a:rPr lang="zh-CN" altLang="en-US"/>
              <a:t>对象；曲线为可编辑自由曲线。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8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.main">
            <a:extLst>
              <a:ext uri="{FF2B5EF4-FFF2-40B4-BE49-F238E27FC236}">
                <a16:creationId xmlns:a16="http://schemas.microsoft.com/office/drawing/2014/main" id="{E21C7451-1BD3-41BF-BA8B-32376C80D736}"/>
              </a:ext>
            </a:extLst>
          </p:cNvPr>
          <p:cNvSpPr>
            <a:spLocks noGrp="1"/>
          </p:cNvSpPr>
          <p:nvPr/>
        </p:nvSpPr>
        <p:spPr>
          <a:xfrm>
            <a:off x="381000" y="209550"/>
            <a:ext cx="2152650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单样本 MDM：由最小差异准则确定三个参数</a:t>
            </a:r>
          </a:p>
        </p:txBody>
      </p:sp>
      <p:sp>
        <p:nvSpPr>
          <p:cNvPr id="2" name="criterion.boundary">
            <a:extLst>
              <a:ext uri="{FF2B5EF4-FFF2-40B4-BE49-F238E27FC236}">
                <a16:creationId xmlns:a16="http://schemas.microsoft.com/office/drawing/2014/main" id="{03626682-5248-4E3B-A44F-6A5CB7287749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76250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3" name="criterion.header">
            <a:extLst>
              <a:ext uri="{FF2B5EF4-FFF2-40B4-BE49-F238E27FC236}">
                <a16:creationId xmlns:a16="http://schemas.microsoft.com/office/drawing/2014/main" id="{D9346E65-7191-4602-AE35-8C6D6634ED3B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00050"/>
          </a:xfrm>
          <a:prstGeom prst="rect">
            <a:avLst/>
          </a:prstGeom>
          <a:solidFill>
            <a:srgbClr val="A8C0E5"/>
          </a:solidFill>
          <a:ln w="9525">
            <a:noFill/>
            <a:prstDash val="solid"/>
          </a:ln>
        </p:spPr>
      </p:sp>
      <p:sp>
        <p:nvSpPr>
          <p:cNvPr id="4" name="criterion.title">
            <a:extLst>
              <a:ext uri="{FF2B5EF4-FFF2-40B4-BE49-F238E27FC236}">
                <a16:creationId xmlns:a16="http://schemas.microsoft.com/office/drawing/2014/main" id="{5C741675-80ED-4CC2-8D59-088194050A13}"/>
              </a:ext>
            </a:extLst>
          </p:cNvPr>
          <p:cNvSpPr>
            <a:spLocks noGrp="1"/>
          </p:cNvSpPr>
          <p:nvPr/>
        </p:nvSpPr>
        <p:spPr>
          <a:xfrm>
            <a:off x="47625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样本如何形成求解准则</a:t>
            </a:r>
          </a:p>
        </p:txBody>
      </p:sp>
      <p:sp>
        <p:nvSpPr>
          <p:cNvPr id="5" name="criterion.input-region">
            <a:extLst>
              <a:ext uri="{FF2B5EF4-FFF2-40B4-BE49-F238E27FC236}">
                <a16:creationId xmlns:a16="http://schemas.microsoft.com/office/drawing/2014/main" id="{05AD7163-7E28-44F4-8A08-A330623994AC}"/>
              </a:ext>
            </a:extLst>
          </p:cNvPr>
          <p:cNvSpPr>
            <a:spLocks noGrp="1"/>
          </p:cNvSpPr>
          <p:nvPr/>
        </p:nvSpPr>
        <p:spPr>
          <a:xfrm>
            <a:off x="504825" y="1371600"/>
            <a:ext cx="4514850" cy="1304925"/>
          </a:xfrm>
          <a:prstGeom prst="rect">
            <a:avLst/>
          </a:prstGeom>
          <a:solidFill>
            <a:srgbClr val="F5F5F5"/>
          </a:solidFill>
          <a:ln w="9525">
            <a:noFill/>
            <a:prstDash val="solid"/>
          </a:ln>
        </p:spPr>
      </p:sp>
      <p:sp>
        <p:nvSpPr>
          <p:cNvPr id="6" name="criterion.input-label">
            <a:extLst>
              <a:ext uri="{FF2B5EF4-FFF2-40B4-BE49-F238E27FC236}">
                <a16:creationId xmlns:a16="http://schemas.microsoft.com/office/drawing/2014/main" id="{AEC74928-0934-4A56-BCD8-730B042B247D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5240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排序观测</a:t>
            </a:r>
          </a:p>
        </p:txBody>
      </p:sp>
      <p:sp>
        <p:nvSpPr>
          <p:cNvPr id="7" name="criterion.sample-baseline">
            <a:extLst>
              <a:ext uri="{FF2B5EF4-FFF2-40B4-BE49-F238E27FC236}">
                <a16:creationId xmlns:a16="http://schemas.microsoft.com/office/drawing/2014/main" id="{F584A986-AD17-4582-8CB0-CC254918D34B}"/>
              </a:ext>
            </a:extLst>
          </p:cNvPr>
          <p:cNvSpPr>
            <a:spLocks noGrp="1"/>
          </p:cNvSpPr>
          <p:nvPr/>
        </p:nvSpPr>
        <p:spPr>
          <a:xfrm>
            <a:off x="657225" y="2133600"/>
            <a:ext cx="1743075" cy="953"/>
          </a:xfrm>
          <a:custGeom>
            <a:avLst/>
            <a:gdLst/>
            <a:ahLst/>
            <a:cxnLst/>
            <a:rect l="0" t="0" r="0" b="0"/>
            <a:pathLst>
              <a:path w="1743075" h="953">
                <a:moveTo>
                  <a:pt x="0" y="0"/>
                </a:moveTo>
                <a:lnTo>
                  <a:pt x="1743075" y="0"/>
                </a:lnTo>
              </a:path>
            </a:pathLst>
          </a:custGeom>
          <a:noFill/>
          <a:ln w="9525">
            <a:solidFill>
              <a:srgbClr val="82878C"/>
            </a:solidFill>
            <a:prstDash val="solid"/>
          </a:ln>
        </p:spPr>
      </p:sp>
      <p:sp>
        <p:nvSpPr>
          <p:cNvPr id="8" name="criterion.sample-stem0">
            <a:extLst>
              <a:ext uri="{FF2B5EF4-FFF2-40B4-BE49-F238E27FC236}">
                <a16:creationId xmlns:a16="http://schemas.microsoft.com/office/drawing/2014/main" id="{CD84CBE9-E407-4B9B-A404-08B6DF576FEC}"/>
              </a:ext>
            </a:extLst>
          </p:cNvPr>
          <p:cNvSpPr>
            <a:spLocks noGrp="1"/>
          </p:cNvSpPr>
          <p:nvPr/>
        </p:nvSpPr>
        <p:spPr>
          <a:xfrm>
            <a:off x="841747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9" name="criterion.sample-dot0">
            <a:extLst>
              <a:ext uri="{FF2B5EF4-FFF2-40B4-BE49-F238E27FC236}">
                <a16:creationId xmlns:a16="http://schemas.microsoft.com/office/drawing/2014/main" id="{B4EBBFC8-6383-4FDD-8C87-67A40E3032FA}"/>
              </a:ext>
            </a:extLst>
          </p:cNvPr>
          <p:cNvSpPr>
            <a:spLocks noGrp="1"/>
          </p:cNvSpPr>
          <p:nvPr/>
        </p:nvSpPr>
        <p:spPr>
          <a:xfrm>
            <a:off x="808409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0" name="criterion.sample-stem1">
            <a:extLst>
              <a:ext uri="{FF2B5EF4-FFF2-40B4-BE49-F238E27FC236}">
                <a16:creationId xmlns:a16="http://schemas.microsoft.com/office/drawing/2014/main" id="{1B284584-2AD3-42F5-89EC-3CA943C7A79B}"/>
              </a:ext>
            </a:extLst>
          </p:cNvPr>
          <p:cNvSpPr>
            <a:spLocks noGrp="1"/>
          </p:cNvSpPr>
          <p:nvPr/>
        </p:nvSpPr>
        <p:spPr>
          <a:xfrm>
            <a:off x="874219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1" name="criterion.sample-dot1">
            <a:extLst>
              <a:ext uri="{FF2B5EF4-FFF2-40B4-BE49-F238E27FC236}">
                <a16:creationId xmlns:a16="http://schemas.microsoft.com/office/drawing/2014/main" id="{625D74CD-9CB7-4722-BCF5-3709536AB2B2}"/>
              </a:ext>
            </a:extLst>
          </p:cNvPr>
          <p:cNvSpPr>
            <a:spLocks noGrp="1"/>
          </p:cNvSpPr>
          <p:nvPr/>
        </p:nvSpPr>
        <p:spPr>
          <a:xfrm>
            <a:off x="840881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2" name="criterion.sample-stem2">
            <a:extLst>
              <a:ext uri="{FF2B5EF4-FFF2-40B4-BE49-F238E27FC236}">
                <a16:creationId xmlns:a16="http://schemas.microsoft.com/office/drawing/2014/main" id="{0187069B-03E1-4807-9387-5DC20C5DF915}"/>
              </a:ext>
            </a:extLst>
          </p:cNvPr>
          <p:cNvSpPr>
            <a:spLocks noGrp="1"/>
          </p:cNvSpPr>
          <p:nvPr/>
        </p:nvSpPr>
        <p:spPr>
          <a:xfrm>
            <a:off x="125906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3" name="criterion.sample-dot2">
            <a:extLst>
              <a:ext uri="{FF2B5EF4-FFF2-40B4-BE49-F238E27FC236}">
                <a16:creationId xmlns:a16="http://schemas.microsoft.com/office/drawing/2014/main" id="{15DC8083-C31A-4CA8-B6C0-59D8E3B5E151}"/>
              </a:ext>
            </a:extLst>
          </p:cNvPr>
          <p:cNvSpPr>
            <a:spLocks noGrp="1"/>
          </p:cNvSpPr>
          <p:nvPr/>
        </p:nvSpPr>
        <p:spPr>
          <a:xfrm>
            <a:off x="122572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4" name="criterion.sample-stem3">
            <a:extLst>
              <a:ext uri="{FF2B5EF4-FFF2-40B4-BE49-F238E27FC236}">
                <a16:creationId xmlns:a16="http://schemas.microsoft.com/office/drawing/2014/main" id="{EB85F559-C2D1-403B-9BFF-A7AEC49D0E08}"/>
              </a:ext>
            </a:extLst>
          </p:cNvPr>
          <p:cNvSpPr>
            <a:spLocks noGrp="1"/>
          </p:cNvSpPr>
          <p:nvPr/>
        </p:nvSpPr>
        <p:spPr>
          <a:xfrm>
            <a:off x="1382440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5" name="criterion.sample-dot3">
            <a:extLst>
              <a:ext uri="{FF2B5EF4-FFF2-40B4-BE49-F238E27FC236}">
                <a16:creationId xmlns:a16="http://schemas.microsoft.com/office/drawing/2014/main" id="{A00DF9A7-CC1A-45A2-9B87-4E0E124EEB8F}"/>
              </a:ext>
            </a:extLst>
          </p:cNvPr>
          <p:cNvSpPr>
            <a:spLocks noGrp="1"/>
          </p:cNvSpPr>
          <p:nvPr/>
        </p:nvSpPr>
        <p:spPr>
          <a:xfrm>
            <a:off x="1349103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6" name="criterion.sample-stem4">
            <a:extLst>
              <a:ext uri="{FF2B5EF4-FFF2-40B4-BE49-F238E27FC236}">
                <a16:creationId xmlns:a16="http://schemas.microsoft.com/office/drawing/2014/main" id="{9BE6476A-3D3C-4E10-B6BB-D9FE3E4C3A3D}"/>
              </a:ext>
            </a:extLst>
          </p:cNvPr>
          <p:cNvSpPr>
            <a:spLocks noGrp="1"/>
          </p:cNvSpPr>
          <p:nvPr/>
        </p:nvSpPr>
        <p:spPr>
          <a:xfrm>
            <a:off x="1434266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7" name="criterion.sample-dot4">
            <a:extLst>
              <a:ext uri="{FF2B5EF4-FFF2-40B4-BE49-F238E27FC236}">
                <a16:creationId xmlns:a16="http://schemas.microsoft.com/office/drawing/2014/main" id="{F486B05B-5B2E-4C84-824F-AC564B73D289}"/>
              </a:ext>
            </a:extLst>
          </p:cNvPr>
          <p:cNvSpPr>
            <a:spLocks noGrp="1"/>
          </p:cNvSpPr>
          <p:nvPr/>
        </p:nvSpPr>
        <p:spPr>
          <a:xfrm>
            <a:off x="1400928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8" name="criterion.sample-stem5">
            <a:extLst>
              <a:ext uri="{FF2B5EF4-FFF2-40B4-BE49-F238E27FC236}">
                <a16:creationId xmlns:a16="http://schemas.microsoft.com/office/drawing/2014/main" id="{3E0F06E8-A94E-4439-BB6D-38A658C05B32}"/>
              </a:ext>
            </a:extLst>
          </p:cNvPr>
          <p:cNvSpPr>
            <a:spLocks noGrp="1"/>
          </p:cNvSpPr>
          <p:nvPr/>
        </p:nvSpPr>
        <p:spPr>
          <a:xfrm>
            <a:off x="169721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9" name="criterion.sample-dot5">
            <a:extLst>
              <a:ext uri="{FF2B5EF4-FFF2-40B4-BE49-F238E27FC236}">
                <a16:creationId xmlns:a16="http://schemas.microsoft.com/office/drawing/2014/main" id="{18EAB69E-5221-4771-894A-AA6437431656}"/>
              </a:ext>
            </a:extLst>
          </p:cNvPr>
          <p:cNvSpPr>
            <a:spLocks noGrp="1"/>
          </p:cNvSpPr>
          <p:nvPr/>
        </p:nvSpPr>
        <p:spPr>
          <a:xfrm>
            <a:off x="166387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0" name="criterion.sample-stem6">
            <a:extLst>
              <a:ext uri="{FF2B5EF4-FFF2-40B4-BE49-F238E27FC236}">
                <a16:creationId xmlns:a16="http://schemas.microsoft.com/office/drawing/2014/main" id="{C6A7309F-A13D-4341-8C5C-BF00BE6ECC29}"/>
              </a:ext>
            </a:extLst>
          </p:cNvPr>
          <p:cNvSpPr>
            <a:spLocks noGrp="1"/>
          </p:cNvSpPr>
          <p:nvPr/>
        </p:nvSpPr>
        <p:spPr>
          <a:xfrm>
            <a:off x="2190544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21" name="criterion.sample-dot6">
            <a:extLst>
              <a:ext uri="{FF2B5EF4-FFF2-40B4-BE49-F238E27FC236}">
                <a16:creationId xmlns:a16="http://schemas.microsoft.com/office/drawing/2014/main" id="{D05611AF-9CF0-41D1-9B94-D7199C19AA8A}"/>
              </a:ext>
            </a:extLst>
          </p:cNvPr>
          <p:cNvSpPr>
            <a:spLocks noGrp="1"/>
          </p:cNvSpPr>
          <p:nvPr/>
        </p:nvSpPr>
        <p:spPr>
          <a:xfrm>
            <a:off x="2157206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" name="criterion.rank-label">
            <a:extLst>
              <a:ext uri="{FF2B5EF4-FFF2-40B4-BE49-F238E27FC236}">
                <a16:creationId xmlns:a16="http://schemas.microsoft.com/office/drawing/2014/main" id="{34A824D9-87C0-499A-8542-655766209490}"/>
              </a:ext>
            </a:extLst>
          </p:cNvPr>
          <p:cNvSpPr>
            <a:spLocks noGrp="1"/>
          </p:cNvSpPr>
          <p:nvPr/>
        </p:nvSpPr>
        <p:spPr>
          <a:xfrm>
            <a:off x="2886075" y="1371600"/>
            <a:ext cx="16192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秩概率</a:t>
            </a:r>
          </a:p>
        </p:txBody>
      </p:sp>
      <p:sp>
        <p:nvSpPr>
          <p:cNvPr id="28" name="flow.input-pseudo">
            <a:extLst>
              <a:ext uri="{FF2B5EF4-FFF2-40B4-BE49-F238E27FC236}">
                <a16:creationId xmlns:a16="http://schemas.microsoft.com/office/drawing/2014/main" id="{7660D33A-3637-4DA8-ACDE-B04B21FAD665}"/>
              </a:ext>
            </a:extLst>
          </p:cNvPr>
          <p:cNvSpPr>
            <a:spLocks noGrp="1"/>
          </p:cNvSpPr>
          <p:nvPr/>
        </p:nvSpPr>
        <p:spPr>
          <a:xfrm>
            <a:off x="2667000" y="2743200"/>
            <a:ext cx="190500" cy="161925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4" name="criterion.pseudo-label">
            <a:extLst>
              <a:ext uri="{FF2B5EF4-FFF2-40B4-BE49-F238E27FC236}">
                <a16:creationId xmlns:a16="http://schemas.microsoft.com/office/drawing/2014/main" id="{55F4AD5D-F366-4A01-8D05-CCDF28B7B386}"/>
              </a:ext>
            </a:extLst>
          </p:cNvPr>
          <p:cNvSpPr>
            <a:spLocks noGrp="1"/>
          </p:cNvSpPr>
          <p:nvPr/>
        </p:nvSpPr>
        <p:spPr>
          <a:xfrm>
            <a:off x="752475" y="3676650"/>
            <a:ext cx="39433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由每个观测得到伪尺度</a:t>
            </a:r>
          </a:p>
        </p:txBody>
      </p:sp>
      <p:sp>
        <p:nvSpPr>
          <p:cNvPr id="44" name="flow.pseudo-difference">
            <a:extLst>
              <a:ext uri="{FF2B5EF4-FFF2-40B4-BE49-F238E27FC236}">
                <a16:creationId xmlns:a16="http://schemas.microsoft.com/office/drawing/2014/main" id="{41858A42-8A26-4175-B06C-9118A783EC03}"/>
              </a:ext>
            </a:extLst>
          </p:cNvPr>
          <p:cNvSpPr>
            <a:spLocks noGrp="1"/>
          </p:cNvSpPr>
          <p:nvPr/>
        </p:nvSpPr>
        <p:spPr>
          <a:xfrm>
            <a:off x="2667000" y="4038600"/>
            <a:ext cx="190500" cy="15240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5" name="flow.difference-minimum">
            <a:extLst>
              <a:ext uri="{FF2B5EF4-FFF2-40B4-BE49-F238E27FC236}">
                <a16:creationId xmlns:a16="http://schemas.microsoft.com/office/drawing/2014/main" id="{DCF2632C-5242-4F65-A721-B42D6615E5E7}"/>
              </a:ext>
            </a:extLst>
          </p:cNvPr>
          <p:cNvSpPr>
            <a:spLocks noGrp="1"/>
          </p:cNvSpPr>
          <p:nvPr/>
        </p:nvSpPr>
        <p:spPr>
          <a:xfrm>
            <a:off x="2667000" y="4743450"/>
            <a:ext cx="190500" cy="15240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6" name="gamma.boundary">
            <a:extLst>
              <a:ext uri="{FF2B5EF4-FFF2-40B4-BE49-F238E27FC236}">
                <a16:creationId xmlns:a16="http://schemas.microsoft.com/office/drawing/2014/main" id="{81C279A3-1EEF-4A80-8685-C0C61E6DE178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7625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47" name="gamma.header">
            <a:extLst>
              <a:ext uri="{FF2B5EF4-FFF2-40B4-BE49-F238E27FC236}">
                <a16:creationId xmlns:a16="http://schemas.microsoft.com/office/drawing/2014/main" id="{2B2B337D-EE02-4A59-8C91-67973E26B031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48" name="gamma.title">
            <a:extLst>
              <a:ext uri="{FF2B5EF4-FFF2-40B4-BE49-F238E27FC236}">
                <a16:creationId xmlns:a16="http://schemas.microsoft.com/office/drawing/2014/main" id="{0339F9FF-3F41-4DE1-9D02-42502A30EE3C}"/>
              </a:ext>
            </a:extLst>
          </p:cNvPr>
          <p:cNvSpPr>
            <a:spLocks noGrp="1"/>
          </p:cNvSpPr>
          <p:nvPr/>
        </p:nvSpPr>
        <p:spPr>
          <a:xfrm>
            <a:off x="609600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  梯度交点确定位置参数</a:t>
            </a:r>
          </a:p>
        </p:txBody>
      </p:sp>
      <p:sp>
        <p:nvSpPr>
          <p:cNvPr id="55" name="gamma.meaning">
            <a:extLst>
              <a:ext uri="{FF2B5EF4-FFF2-40B4-BE49-F238E27FC236}">
                <a16:creationId xmlns:a16="http://schemas.microsoft.com/office/drawing/2014/main" id="{B360C9BD-BBD5-4010-B8F6-3756B8C1690C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41910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条件最小差异随 γ 的变化率</a:t>
            </a:r>
          </a:p>
        </p:txBody>
      </p:sp>
      <p:sp>
        <p:nvSpPr>
          <p:cNvPr id="56" name="gamma.axisx">
            <a:extLst>
              <a:ext uri="{FF2B5EF4-FFF2-40B4-BE49-F238E27FC236}">
                <a16:creationId xmlns:a16="http://schemas.microsoft.com/office/drawing/2014/main" id="{59D121F8-719A-4C27-BE8B-6C4A42C6B24E}"/>
              </a:ext>
            </a:extLst>
          </p:cNvPr>
          <p:cNvSpPr>
            <a:spLocks noGrp="1"/>
          </p:cNvSpPr>
          <p:nvPr/>
        </p:nvSpPr>
        <p:spPr>
          <a:xfrm>
            <a:off x="7086600" y="4638675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7" name="gamma.axisy">
            <a:extLst>
              <a:ext uri="{FF2B5EF4-FFF2-40B4-BE49-F238E27FC236}">
                <a16:creationId xmlns:a16="http://schemas.microsoft.com/office/drawing/2014/main" id="{190A6CAA-3A42-4585-9FF2-DCAABF4B2F65}"/>
              </a:ext>
            </a:extLst>
          </p:cNvPr>
          <p:cNvSpPr>
            <a:spLocks noGrp="1"/>
          </p:cNvSpPr>
          <p:nvPr/>
        </p:nvSpPr>
        <p:spPr>
          <a:xfrm>
            <a:off x="7086600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8" name="gamma.xtick800">
            <a:extLst>
              <a:ext uri="{FF2B5EF4-FFF2-40B4-BE49-F238E27FC236}">
                <a16:creationId xmlns:a16="http://schemas.microsoft.com/office/drawing/2014/main" id="{959D20F7-A1AF-4361-8239-25B1181B9286}"/>
              </a:ext>
            </a:extLst>
          </p:cNvPr>
          <p:cNvSpPr>
            <a:spLocks noGrp="1"/>
          </p:cNvSpPr>
          <p:nvPr/>
        </p:nvSpPr>
        <p:spPr>
          <a:xfrm>
            <a:off x="7647709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59" name="gamma.xtxt800">
            <a:extLst>
              <a:ext uri="{FF2B5EF4-FFF2-40B4-BE49-F238E27FC236}">
                <a16:creationId xmlns:a16="http://schemas.microsoft.com/office/drawing/2014/main" id="{95D112E5-9077-4A8B-80F3-26476A325028}"/>
              </a:ext>
            </a:extLst>
          </p:cNvPr>
          <p:cNvSpPr>
            <a:spLocks noGrp="1"/>
          </p:cNvSpPr>
          <p:nvPr/>
        </p:nvSpPr>
        <p:spPr>
          <a:xfrm>
            <a:off x="7314334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60" name="gamma.xtick1000">
            <a:extLst>
              <a:ext uri="{FF2B5EF4-FFF2-40B4-BE49-F238E27FC236}">
                <a16:creationId xmlns:a16="http://schemas.microsoft.com/office/drawing/2014/main" id="{765DF726-053E-48BB-9C2D-6F670F058E42}"/>
              </a:ext>
            </a:extLst>
          </p:cNvPr>
          <p:cNvSpPr>
            <a:spLocks noGrp="1"/>
          </p:cNvSpPr>
          <p:nvPr/>
        </p:nvSpPr>
        <p:spPr>
          <a:xfrm>
            <a:off x="8769927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1" name="gamma.xtxt1000">
            <a:extLst>
              <a:ext uri="{FF2B5EF4-FFF2-40B4-BE49-F238E27FC236}">
                <a16:creationId xmlns:a16="http://schemas.microsoft.com/office/drawing/2014/main" id="{A8AA6B4A-10F4-4D36-B0FA-BEF700A60542}"/>
              </a:ext>
            </a:extLst>
          </p:cNvPr>
          <p:cNvSpPr>
            <a:spLocks noGrp="1"/>
          </p:cNvSpPr>
          <p:nvPr/>
        </p:nvSpPr>
        <p:spPr>
          <a:xfrm>
            <a:off x="8436552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62" name="gamma.xtick1200">
            <a:extLst>
              <a:ext uri="{FF2B5EF4-FFF2-40B4-BE49-F238E27FC236}">
                <a16:creationId xmlns:a16="http://schemas.microsoft.com/office/drawing/2014/main" id="{9750869A-994D-443E-84AB-85E9DA087775}"/>
              </a:ext>
            </a:extLst>
          </p:cNvPr>
          <p:cNvSpPr>
            <a:spLocks noGrp="1"/>
          </p:cNvSpPr>
          <p:nvPr/>
        </p:nvSpPr>
        <p:spPr>
          <a:xfrm>
            <a:off x="9892145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3" name="gamma.xtxt1200">
            <a:extLst>
              <a:ext uri="{FF2B5EF4-FFF2-40B4-BE49-F238E27FC236}">
                <a16:creationId xmlns:a16="http://schemas.microsoft.com/office/drawing/2014/main" id="{43C8CF21-EFA7-4552-B873-C5959705B6D1}"/>
              </a:ext>
            </a:extLst>
          </p:cNvPr>
          <p:cNvSpPr>
            <a:spLocks noGrp="1"/>
          </p:cNvSpPr>
          <p:nvPr/>
        </p:nvSpPr>
        <p:spPr>
          <a:xfrm>
            <a:off x="9558770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64" name="gamma.ytick0">
            <a:extLst>
              <a:ext uri="{FF2B5EF4-FFF2-40B4-BE49-F238E27FC236}">
                <a16:creationId xmlns:a16="http://schemas.microsoft.com/office/drawing/2014/main" id="{C65CCA6E-F53C-48EA-8EF7-7ABAAE29B3CB}"/>
              </a:ext>
            </a:extLst>
          </p:cNvPr>
          <p:cNvSpPr>
            <a:spLocks noGrp="1"/>
          </p:cNvSpPr>
          <p:nvPr/>
        </p:nvSpPr>
        <p:spPr>
          <a:xfrm>
            <a:off x="7029450" y="442722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5" name="gamma.ytxt0">
            <a:extLst>
              <a:ext uri="{FF2B5EF4-FFF2-40B4-BE49-F238E27FC236}">
                <a16:creationId xmlns:a16="http://schemas.microsoft.com/office/drawing/2014/main" id="{5D70CDEB-E48E-4C4C-A24A-40CB590890E8}"/>
              </a:ext>
            </a:extLst>
          </p:cNvPr>
          <p:cNvSpPr>
            <a:spLocks noGrp="1"/>
          </p:cNvSpPr>
          <p:nvPr/>
        </p:nvSpPr>
        <p:spPr>
          <a:xfrm>
            <a:off x="6496050" y="430339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6" name="gamma.ytick0.2">
            <a:extLst>
              <a:ext uri="{FF2B5EF4-FFF2-40B4-BE49-F238E27FC236}">
                <a16:creationId xmlns:a16="http://schemas.microsoft.com/office/drawing/2014/main" id="{5FBCA653-AEB8-4585-BB7C-2E27B6498645}"/>
              </a:ext>
            </a:extLst>
          </p:cNvPr>
          <p:cNvSpPr>
            <a:spLocks noGrp="1"/>
          </p:cNvSpPr>
          <p:nvPr/>
        </p:nvSpPr>
        <p:spPr>
          <a:xfrm>
            <a:off x="7029450" y="386334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7" name="gamma.ytxt0.2">
            <a:extLst>
              <a:ext uri="{FF2B5EF4-FFF2-40B4-BE49-F238E27FC236}">
                <a16:creationId xmlns:a16="http://schemas.microsoft.com/office/drawing/2014/main" id="{E44C1962-FD0A-4F88-A1A8-EBB81FF64F37}"/>
              </a:ext>
            </a:extLst>
          </p:cNvPr>
          <p:cNvSpPr>
            <a:spLocks noGrp="1"/>
          </p:cNvSpPr>
          <p:nvPr/>
        </p:nvSpPr>
        <p:spPr>
          <a:xfrm>
            <a:off x="6496050" y="373951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68" name="gamma.ytick0.4">
            <a:extLst>
              <a:ext uri="{FF2B5EF4-FFF2-40B4-BE49-F238E27FC236}">
                <a16:creationId xmlns:a16="http://schemas.microsoft.com/office/drawing/2014/main" id="{9F535FDA-B786-432E-917E-8FF76174A75A}"/>
              </a:ext>
            </a:extLst>
          </p:cNvPr>
          <p:cNvSpPr>
            <a:spLocks noGrp="1"/>
          </p:cNvSpPr>
          <p:nvPr/>
        </p:nvSpPr>
        <p:spPr>
          <a:xfrm>
            <a:off x="7029450" y="329946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9" name="gamma.ytxt0.4">
            <a:extLst>
              <a:ext uri="{FF2B5EF4-FFF2-40B4-BE49-F238E27FC236}">
                <a16:creationId xmlns:a16="http://schemas.microsoft.com/office/drawing/2014/main" id="{55F76D40-AFDC-4C6C-8AB6-176AE62431B4}"/>
              </a:ext>
            </a:extLst>
          </p:cNvPr>
          <p:cNvSpPr>
            <a:spLocks noGrp="1"/>
          </p:cNvSpPr>
          <p:nvPr/>
        </p:nvSpPr>
        <p:spPr>
          <a:xfrm>
            <a:off x="6496050" y="317563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70" name="gamma.xlabel">
            <a:extLst>
              <a:ext uri="{FF2B5EF4-FFF2-40B4-BE49-F238E27FC236}">
                <a16:creationId xmlns:a16="http://schemas.microsoft.com/office/drawing/2014/main" id="{509B5660-6566-4305-876A-0C257EC223B4}"/>
              </a:ext>
            </a:extLst>
          </p:cNvPr>
          <p:cNvSpPr>
            <a:spLocks noGrp="1"/>
          </p:cNvSpPr>
          <p:nvPr/>
        </p:nvSpPr>
        <p:spPr>
          <a:xfrm>
            <a:off x="7086600" y="5048250"/>
            <a:ext cx="30861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71" name="gamma.ylabel">
            <a:extLst>
              <a:ext uri="{FF2B5EF4-FFF2-40B4-BE49-F238E27FC236}">
                <a16:creationId xmlns:a16="http://schemas.microsoft.com/office/drawing/2014/main" id="{4D7ABF42-06AE-4533-97ED-5AB09F562427}"/>
              </a:ext>
            </a:extLst>
          </p:cNvPr>
          <p:cNvSpPr>
            <a:spLocks noGrp="1"/>
          </p:cNvSpPr>
          <p:nvPr/>
        </p:nvSpPr>
        <p:spPr>
          <a:xfrm rot="16200000">
            <a:off x="5629275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72" name="gamma.curve.segment0">
            <a:extLst>
              <a:ext uri="{FF2B5EF4-FFF2-40B4-BE49-F238E27FC236}">
                <a16:creationId xmlns:a16="http://schemas.microsoft.com/office/drawing/2014/main" id="{2364FE1D-4897-42FD-9ED2-DAB92607EF00}"/>
              </a:ext>
            </a:extLst>
          </p:cNvPr>
          <p:cNvSpPr>
            <a:spLocks noGrp="1"/>
          </p:cNvSpPr>
          <p:nvPr/>
        </p:nvSpPr>
        <p:spPr>
          <a:xfrm>
            <a:off x="7086600" y="2995065"/>
            <a:ext cx="3086100" cy="1461820"/>
          </a:xfrm>
          <a:custGeom>
            <a:avLst/>
            <a:gdLst/>
            <a:ahLst/>
            <a:cxnLst/>
            <a:rect l="0" t="0" r="0" b="0"/>
            <a:pathLst>
              <a:path w="3086100" h="1461820">
                <a:moveTo>
                  <a:pt x="0" y="1461791"/>
                </a:moveTo>
                <a:lnTo>
                  <a:pt x="37003" y="1461812"/>
                </a:lnTo>
                <a:lnTo>
                  <a:pt x="76875" y="1461820"/>
                </a:lnTo>
                <a:lnTo>
                  <a:pt x="116291" y="1461815"/>
                </a:lnTo>
                <a:lnTo>
                  <a:pt x="155255" y="1461795"/>
                </a:lnTo>
                <a:lnTo>
                  <a:pt x="193774" y="1461760"/>
                </a:lnTo>
                <a:lnTo>
                  <a:pt x="231851" y="1461709"/>
                </a:lnTo>
                <a:lnTo>
                  <a:pt x="269491" y="1461642"/>
                </a:lnTo>
                <a:lnTo>
                  <a:pt x="306701" y="1461558"/>
                </a:lnTo>
                <a:lnTo>
                  <a:pt x="343485" y="1461456"/>
                </a:lnTo>
                <a:lnTo>
                  <a:pt x="379847" y="1461336"/>
                </a:lnTo>
                <a:lnTo>
                  <a:pt x="415793" y="1461197"/>
                </a:lnTo>
                <a:lnTo>
                  <a:pt x="451327" y="1461039"/>
                </a:lnTo>
                <a:lnTo>
                  <a:pt x="486454" y="1460860"/>
                </a:lnTo>
                <a:lnTo>
                  <a:pt x="521179" y="1460660"/>
                </a:lnTo>
                <a:lnTo>
                  <a:pt x="555506" y="1460439"/>
                </a:lnTo>
                <a:lnTo>
                  <a:pt x="589440" y="1460195"/>
                </a:lnTo>
                <a:lnTo>
                  <a:pt x="622985" y="1459928"/>
                </a:lnTo>
                <a:lnTo>
                  <a:pt x="656146" y="1459637"/>
                </a:lnTo>
                <a:lnTo>
                  <a:pt x="688928" y="1459322"/>
                </a:lnTo>
                <a:lnTo>
                  <a:pt x="721333" y="1458981"/>
                </a:lnTo>
                <a:lnTo>
                  <a:pt x="753368" y="1458613"/>
                </a:lnTo>
                <a:lnTo>
                  <a:pt x="785036" y="1458219"/>
                </a:lnTo>
                <a:lnTo>
                  <a:pt x="816341" y="1457796"/>
                </a:lnTo>
                <a:lnTo>
                  <a:pt x="847288" y="1457345"/>
                </a:lnTo>
                <a:lnTo>
                  <a:pt x="877880" y="1456864"/>
                </a:lnTo>
                <a:lnTo>
                  <a:pt x="908121" y="1456352"/>
                </a:lnTo>
                <a:lnTo>
                  <a:pt x="938017" y="1455809"/>
                </a:lnTo>
                <a:lnTo>
                  <a:pt x="967570" y="1455234"/>
                </a:lnTo>
                <a:lnTo>
                  <a:pt x="996784" y="1454625"/>
                </a:lnTo>
                <a:lnTo>
                  <a:pt x="1025664" y="1453981"/>
                </a:lnTo>
                <a:lnTo>
                  <a:pt x="1054213" y="1453302"/>
                </a:lnTo>
                <a:lnTo>
                  <a:pt x="1082435" y="1452587"/>
                </a:lnTo>
                <a:lnTo>
                  <a:pt x="1110334" y="1451834"/>
                </a:lnTo>
                <a:lnTo>
                  <a:pt x="1137914" y="1451043"/>
                </a:lnTo>
                <a:lnTo>
                  <a:pt x="1165177" y="1450213"/>
                </a:lnTo>
                <a:lnTo>
                  <a:pt x="1192128" y="1449341"/>
                </a:lnTo>
                <a:lnTo>
                  <a:pt x="1218771" y="1448428"/>
                </a:lnTo>
                <a:lnTo>
                  <a:pt x="1245108" y="1447473"/>
                </a:lnTo>
                <a:lnTo>
                  <a:pt x="1271144" y="1446473"/>
                </a:lnTo>
                <a:lnTo>
                  <a:pt x="1296882" y="1445428"/>
                </a:lnTo>
                <a:lnTo>
                  <a:pt x="1322324" y="1444337"/>
                </a:lnTo>
                <a:lnTo>
                  <a:pt x="1347476" y="1443198"/>
                </a:lnTo>
                <a:lnTo>
                  <a:pt x="1372339" y="1442011"/>
                </a:lnTo>
                <a:lnTo>
                  <a:pt x="1396918" y="1440774"/>
                </a:lnTo>
                <a:lnTo>
                  <a:pt x="1421215" y="1439485"/>
                </a:lnTo>
                <a:lnTo>
                  <a:pt x="1445234" y="1438144"/>
                </a:lnTo>
                <a:lnTo>
                  <a:pt x="1468977" y="1436750"/>
                </a:lnTo>
                <a:lnTo>
                  <a:pt x="1492449" y="1435300"/>
                </a:lnTo>
                <a:lnTo>
                  <a:pt x="1515652" y="1433794"/>
                </a:lnTo>
                <a:lnTo>
                  <a:pt x="1538589" y="1432230"/>
                </a:lnTo>
                <a:lnTo>
                  <a:pt x="1539660" y="1432155"/>
                </a:lnTo>
                <a:lnTo>
                  <a:pt x="1561264" y="1430607"/>
                </a:lnTo>
                <a:lnTo>
                  <a:pt x="1583678" y="1428924"/>
                </a:lnTo>
                <a:lnTo>
                  <a:pt x="1605836" y="1427178"/>
                </a:lnTo>
                <a:lnTo>
                  <a:pt x="1627741" y="1425370"/>
                </a:lnTo>
                <a:lnTo>
                  <a:pt x="1649394" y="1423496"/>
                </a:lnTo>
                <a:lnTo>
                  <a:pt x="1670799" y="1421557"/>
                </a:lnTo>
                <a:lnTo>
                  <a:pt x="1691960" y="1419550"/>
                </a:lnTo>
                <a:lnTo>
                  <a:pt x="1712878" y="1417473"/>
                </a:lnTo>
                <a:lnTo>
                  <a:pt x="1733556" y="1415326"/>
                </a:lnTo>
                <a:lnTo>
                  <a:pt x="1753997" y="1413107"/>
                </a:lnTo>
                <a:lnTo>
                  <a:pt x="1774205" y="1410814"/>
                </a:lnTo>
                <a:lnTo>
                  <a:pt x="1794181" y="1408445"/>
                </a:lnTo>
                <a:lnTo>
                  <a:pt x="1813928" y="1406000"/>
                </a:lnTo>
                <a:lnTo>
                  <a:pt x="1833449" y="1403476"/>
                </a:lnTo>
                <a:lnTo>
                  <a:pt x="1852746" y="1400872"/>
                </a:lnTo>
                <a:lnTo>
                  <a:pt x="1871822" y="1398186"/>
                </a:lnTo>
                <a:lnTo>
                  <a:pt x="1890680" y="1395417"/>
                </a:lnTo>
                <a:lnTo>
                  <a:pt x="1909322" y="1392563"/>
                </a:lnTo>
                <a:lnTo>
                  <a:pt x="1927751" y="1389621"/>
                </a:lnTo>
                <a:lnTo>
                  <a:pt x="1945968" y="1386592"/>
                </a:lnTo>
                <a:lnTo>
                  <a:pt x="1963977" y="1383472"/>
                </a:lnTo>
                <a:lnTo>
                  <a:pt x="1981779" y="1380260"/>
                </a:lnTo>
                <a:lnTo>
                  <a:pt x="1999377" y="1376955"/>
                </a:lnTo>
                <a:lnTo>
                  <a:pt x="2016774" y="1373553"/>
                </a:lnTo>
                <a:lnTo>
                  <a:pt x="2033972" y="1370055"/>
                </a:lnTo>
                <a:lnTo>
                  <a:pt x="2050973" y="1366458"/>
                </a:lnTo>
                <a:lnTo>
                  <a:pt x="2067779" y="1362760"/>
                </a:lnTo>
                <a:lnTo>
                  <a:pt x="2084392" y="1358959"/>
                </a:lnTo>
                <a:lnTo>
                  <a:pt x="2100816" y="1355053"/>
                </a:lnTo>
                <a:lnTo>
                  <a:pt x="2117051" y="1351041"/>
                </a:lnTo>
                <a:lnTo>
                  <a:pt x="2133100" y="1346921"/>
                </a:lnTo>
                <a:lnTo>
                  <a:pt x="2148965" y="1342690"/>
                </a:lnTo>
                <a:lnTo>
                  <a:pt x="2164649" y="1338348"/>
                </a:lnTo>
                <a:lnTo>
                  <a:pt x="2180153" y="1333892"/>
                </a:lnTo>
                <a:lnTo>
                  <a:pt x="2195480" y="1329319"/>
                </a:lnTo>
                <a:lnTo>
                  <a:pt x="2210631" y="1324629"/>
                </a:lnTo>
                <a:lnTo>
                  <a:pt x="2225608" y="1319819"/>
                </a:lnTo>
                <a:lnTo>
                  <a:pt x="2240414" y="1314887"/>
                </a:lnTo>
                <a:lnTo>
                  <a:pt x="2255050" y="1309832"/>
                </a:lnTo>
                <a:lnTo>
                  <a:pt x="2269519" y="1304651"/>
                </a:lnTo>
                <a:lnTo>
                  <a:pt x="2283822" y="1299342"/>
                </a:lnTo>
                <a:lnTo>
                  <a:pt x="2297961" y="1293903"/>
                </a:lnTo>
                <a:lnTo>
                  <a:pt x="2311938" y="1288333"/>
                </a:lnTo>
                <a:lnTo>
                  <a:pt x="2325755" y="1282629"/>
                </a:lnTo>
                <a:lnTo>
                  <a:pt x="2339414" y="1276789"/>
                </a:lnTo>
                <a:lnTo>
                  <a:pt x="2352917" y="1270812"/>
                </a:lnTo>
                <a:lnTo>
                  <a:pt x="2366264" y="1264694"/>
                </a:lnTo>
                <a:lnTo>
                  <a:pt x="2379459" y="1258434"/>
                </a:lnTo>
                <a:lnTo>
                  <a:pt x="2392503" y="1252031"/>
                </a:lnTo>
                <a:lnTo>
                  <a:pt x="2405397" y="1245481"/>
                </a:lnTo>
                <a:lnTo>
                  <a:pt x="2418144" y="1238783"/>
                </a:lnTo>
                <a:lnTo>
                  <a:pt x="2430745" y="1231935"/>
                </a:lnTo>
                <a:lnTo>
                  <a:pt x="2443201" y="1224934"/>
                </a:lnTo>
                <a:lnTo>
                  <a:pt x="2455515" y="1217779"/>
                </a:lnTo>
                <a:lnTo>
                  <a:pt x="2467688" y="1210467"/>
                </a:lnTo>
                <a:lnTo>
                  <a:pt x="2479721" y="1202996"/>
                </a:lnTo>
                <a:lnTo>
                  <a:pt x="2491617" y="1195364"/>
                </a:lnTo>
                <a:lnTo>
                  <a:pt x="2503376" y="1187569"/>
                </a:lnTo>
                <a:lnTo>
                  <a:pt x="2515000" y="1179609"/>
                </a:lnTo>
                <a:lnTo>
                  <a:pt x="2526492" y="1171481"/>
                </a:lnTo>
                <a:lnTo>
                  <a:pt x="2537851" y="1163183"/>
                </a:lnTo>
                <a:lnTo>
                  <a:pt x="2549081" y="1154714"/>
                </a:lnTo>
                <a:lnTo>
                  <a:pt x="2554904" y="1150215"/>
                </a:lnTo>
                <a:lnTo>
                  <a:pt x="2560182" y="1146071"/>
                </a:lnTo>
                <a:lnTo>
                  <a:pt x="2571156" y="1137252"/>
                </a:lnTo>
                <a:lnTo>
                  <a:pt x="2582004" y="1128254"/>
                </a:lnTo>
                <a:lnTo>
                  <a:pt x="2592728" y="1119076"/>
                </a:lnTo>
                <a:lnTo>
                  <a:pt x="2603330" y="1109714"/>
                </a:lnTo>
                <a:lnTo>
                  <a:pt x="2613809" y="1100168"/>
                </a:lnTo>
                <a:lnTo>
                  <a:pt x="2624169" y="1090435"/>
                </a:lnTo>
                <a:lnTo>
                  <a:pt x="2634410" y="1080512"/>
                </a:lnTo>
                <a:lnTo>
                  <a:pt x="2644534" y="1070398"/>
                </a:lnTo>
                <a:lnTo>
                  <a:pt x="2654542" y="1060090"/>
                </a:lnTo>
                <a:lnTo>
                  <a:pt x="2664435" y="1049585"/>
                </a:lnTo>
                <a:lnTo>
                  <a:pt x="2674215" y="1038882"/>
                </a:lnTo>
                <a:lnTo>
                  <a:pt x="2683883" y="1027979"/>
                </a:lnTo>
                <a:lnTo>
                  <a:pt x="2693440" y="1016873"/>
                </a:lnTo>
                <a:lnTo>
                  <a:pt x="2702888" y="1005562"/>
                </a:lnTo>
                <a:lnTo>
                  <a:pt x="2712227" y="994043"/>
                </a:lnTo>
                <a:lnTo>
                  <a:pt x="2721460" y="982315"/>
                </a:lnTo>
                <a:lnTo>
                  <a:pt x="2730586" y="970375"/>
                </a:lnTo>
                <a:lnTo>
                  <a:pt x="2739609" y="958221"/>
                </a:lnTo>
                <a:lnTo>
                  <a:pt x="2748527" y="945850"/>
                </a:lnTo>
                <a:lnTo>
                  <a:pt x="2757344" y="933261"/>
                </a:lnTo>
                <a:lnTo>
                  <a:pt x="2766060" y="920451"/>
                </a:lnTo>
                <a:lnTo>
                  <a:pt x="2774676" y="907418"/>
                </a:lnTo>
                <a:lnTo>
                  <a:pt x="2783193" y="894159"/>
                </a:lnTo>
                <a:lnTo>
                  <a:pt x="2791613" y="880673"/>
                </a:lnTo>
                <a:lnTo>
                  <a:pt x="2799936" y="866957"/>
                </a:lnTo>
                <a:lnTo>
                  <a:pt x="2808164" y="853009"/>
                </a:lnTo>
                <a:lnTo>
                  <a:pt x="2816298" y="838826"/>
                </a:lnTo>
                <a:lnTo>
                  <a:pt x="2824339" y="824407"/>
                </a:lnTo>
                <a:lnTo>
                  <a:pt x="2832287" y="809748"/>
                </a:lnTo>
                <a:lnTo>
                  <a:pt x="2840144" y="794849"/>
                </a:lnTo>
                <a:lnTo>
                  <a:pt x="2847912" y="779706"/>
                </a:lnTo>
                <a:lnTo>
                  <a:pt x="2855590" y="764317"/>
                </a:lnTo>
                <a:lnTo>
                  <a:pt x="2863181" y="748681"/>
                </a:lnTo>
                <a:lnTo>
                  <a:pt x="2870685" y="732794"/>
                </a:lnTo>
                <a:lnTo>
                  <a:pt x="2878102" y="716655"/>
                </a:lnTo>
                <a:lnTo>
                  <a:pt x="2885435" y="700261"/>
                </a:lnTo>
                <a:lnTo>
                  <a:pt x="2892684" y="683611"/>
                </a:lnTo>
                <a:lnTo>
                  <a:pt x="2899849" y="666701"/>
                </a:lnTo>
                <a:lnTo>
                  <a:pt x="2906933" y="649530"/>
                </a:lnTo>
                <a:lnTo>
                  <a:pt x="2913936" y="632096"/>
                </a:lnTo>
                <a:lnTo>
                  <a:pt x="2920858" y="614396"/>
                </a:lnTo>
                <a:lnTo>
                  <a:pt x="2927701" y="596429"/>
                </a:lnTo>
                <a:lnTo>
                  <a:pt x="2934466" y="578192"/>
                </a:lnTo>
                <a:lnTo>
                  <a:pt x="2941153" y="559682"/>
                </a:lnTo>
                <a:lnTo>
                  <a:pt x="2947763" y="540899"/>
                </a:lnTo>
                <a:lnTo>
                  <a:pt x="2954298" y="521839"/>
                </a:lnTo>
                <a:lnTo>
                  <a:pt x="2960758" y="502501"/>
                </a:lnTo>
                <a:lnTo>
                  <a:pt x="2967144" y="482882"/>
                </a:lnTo>
                <a:lnTo>
                  <a:pt x="2973457" y="462981"/>
                </a:lnTo>
                <a:lnTo>
                  <a:pt x="2979698" y="442796"/>
                </a:lnTo>
                <a:lnTo>
                  <a:pt x="2985867" y="422324"/>
                </a:lnTo>
                <a:lnTo>
                  <a:pt x="2991965" y="401564"/>
                </a:lnTo>
                <a:lnTo>
                  <a:pt x="2997994" y="380513"/>
                </a:lnTo>
                <a:lnTo>
                  <a:pt x="3003953" y="359170"/>
                </a:lnTo>
                <a:lnTo>
                  <a:pt x="3009845" y="337533"/>
                </a:lnTo>
                <a:lnTo>
                  <a:pt x="3015669" y="315600"/>
                </a:lnTo>
                <a:lnTo>
                  <a:pt x="3021426" y="293369"/>
                </a:lnTo>
                <a:lnTo>
                  <a:pt x="3027117" y="270839"/>
                </a:lnTo>
                <a:lnTo>
                  <a:pt x="3032743" y="248007"/>
                </a:lnTo>
                <a:lnTo>
                  <a:pt x="3038305" y="224872"/>
                </a:lnTo>
                <a:lnTo>
                  <a:pt x="3043802" y="201432"/>
                </a:lnTo>
                <a:lnTo>
                  <a:pt x="3049237" y="177686"/>
                </a:lnTo>
                <a:lnTo>
                  <a:pt x="3054610" y="153632"/>
                </a:lnTo>
                <a:lnTo>
                  <a:pt x="3059921" y="129269"/>
                </a:lnTo>
                <a:lnTo>
                  <a:pt x="3065171" y="104595"/>
                </a:lnTo>
                <a:lnTo>
                  <a:pt x="3070362" y="79608"/>
                </a:lnTo>
                <a:lnTo>
                  <a:pt x="3075492" y="54309"/>
                </a:lnTo>
                <a:lnTo>
                  <a:pt x="3080564" y="28694"/>
                </a:lnTo>
                <a:lnTo>
                  <a:pt x="3085578" y="2764"/>
                </a:lnTo>
                <a:lnTo>
                  <a:pt x="3086100" y="0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73" name="gamma.zero">
            <a:extLst>
              <a:ext uri="{FF2B5EF4-FFF2-40B4-BE49-F238E27FC236}">
                <a16:creationId xmlns:a16="http://schemas.microsoft.com/office/drawing/2014/main" id="{14317944-8945-42CF-AD23-6D5D8F8A110A}"/>
              </a:ext>
            </a:extLst>
          </p:cNvPr>
          <p:cNvSpPr>
            <a:spLocks noGrp="1"/>
          </p:cNvSpPr>
          <p:nvPr/>
        </p:nvSpPr>
        <p:spPr>
          <a:xfrm>
            <a:off x="7086600" y="4427220"/>
            <a:ext cx="3086100" cy="953"/>
          </a:xfrm>
          <a:custGeom>
            <a:avLst/>
            <a:gdLst/>
            <a:ahLst/>
            <a:cxnLst/>
            <a:rect l="0" t="0" r="0" b="0"/>
            <a:pathLst>
              <a:path w="3086100" h="953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1430">
            <a:solidFill>
              <a:srgbClr val="82878C"/>
            </a:solidFill>
            <a:prstDash val="dash"/>
          </a:ln>
        </p:spPr>
      </p:sp>
      <p:sp>
        <p:nvSpPr>
          <p:cNvPr id="74" name="gamma.selected">
            <a:extLst>
              <a:ext uri="{FF2B5EF4-FFF2-40B4-BE49-F238E27FC236}">
                <a16:creationId xmlns:a16="http://schemas.microsoft.com/office/drawing/2014/main" id="{7127E8C9-A948-49CD-9C3E-5A38D2063C6B}"/>
              </a:ext>
            </a:extLst>
          </p:cNvPr>
          <p:cNvSpPr>
            <a:spLocks noGrp="1"/>
          </p:cNvSpPr>
          <p:nvPr/>
        </p:nvSpPr>
        <p:spPr>
          <a:xfrm>
            <a:off x="8578635" y="4379595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75" name="gamma.projection">
            <a:extLst>
              <a:ext uri="{FF2B5EF4-FFF2-40B4-BE49-F238E27FC236}">
                <a16:creationId xmlns:a16="http://schemas.microsoft.com/office/drawing/2014/main" id="{DDC67C66-0B96-46A2-ACFC-F03F0F12A8A2}"/>
              </a:ext>
            </a:extLst>
          </p:cNvPr>
          <p:cNvSpPr>
            <a:spLocks noGrp="1"/>
          </p:cNvSpPr>
          <p:nvPr/>
        </p:nvSpPr>
        <p:spPr>
          <a:xfrm>
            <a:off x="8626260" y="4427220"/>
            <a:ext cx="953" cy="211455"/>
          </a:xfrm>
          <a:custGeom>
            <a:avLst/>
            <a:gdLst/>
            <a:ahLst/>
            <a:cxnLst/>
            <a:rect l="0" t="0" r="0" b="0"/>
            <a:pathLst>
              <a:path w="953" h="211455">
                <a:moveTo>
                  <a:pt x="0" y="0"/>
                </a:moveTo>
                <a:lnTo>
                  <a:pt x="0" y="211455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77" name="gamma.root-leader">
            <a:extLst>
              <a:ext uri="{FF2B5EF4-FFF2-40B4-BE49-F238E27FC236}">
                <a16:creationId xmlns:a16="http://schemas.microsoft.com/office/drawing/2014/main" id="{DEF91C13-F954-4B86-82E1-22A4260C64F7}"/>
              </a:ext>
            </a:extLst>
          </p:cNvPr>
          <p:cNvSpPr>
            <a:spLocks noGrp="1"/>
          </p:cNvSpPr>
          <p:nvPr/>
        </p:nvSpPr>
        <p:spPr>
          <a:xfrm>
            <a:off x="8578635" y="4010025"/>
            <a:ext cx="127215" cy="350520"/>
          </a:xfrm>
          <a:custGeom>
            <a:avLst/>
            <a:gdLst/>
            <a:ahLst/>
            <a:cxnLst/>
            <a:rect l="0" t="0" r="0" b="0"/>
            <a:pathLst>
              <a:path w="127215" h="350520">
                <a:moveTo>
                  <a:pt x="127215" y="0"/>
                </a:moveTo>
                <a:lnTo>
                  <a:pt x="0" y="35052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79" name="flow.criterion-gamma">
            <a:extLst>
              <a:ext uri="{FF2B5EF4-FFF2-40B4-BE49-F238E27FC236}">
                <a16:creationId xmlns:a16="http://schemas.microsoft.com/office/drawing/2014/main" id="{F43A72D1-2E06-441F-91F5-657374BEE7FE}"/>
              </a:ext>
            </a:extLst>
          </p:cNvPr>
          <p:cNvSpPr>
            <a:spLocks noGrp="1"/>
          </p:cNvSpPr>
          <p:nvPr/>
        </p:nvSpPr>
        <p:spPr>
          <a:xfrm>
            <a:off x="5257800" y="3228975"/>
            <a:ext cx="5905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80" name="flow.criterion-transfer">
            <a:extLst>
              <a:ext uri="{FF2B5EF4-FFF2-40B4-BE49-F238E27FC236}">
                <a16:creationId xmlns:a16="http://schemas.microsoft.com/office/drawing/2014/main" id="{E3DA300A-A39C-438E-B9AD-8963A855C6D4}"/>
              </a:ext>
            </a:extLst>
          </p:cNvPr>
          <p:cNvSpPr>
            <a:spLocks noGrp="1"/>
          </p:cNvSpPr>
          <p:nvPr/>
        </p:nvSpPr>
        <p:spPr>
          <a:xfrm>
            <a:off x="5267325" y="2847975"/>
            <a:ext cx="6477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求导</a:t>
            </a:r>
          </a:p>
        </p:txBody>
      </p:sp>
      <p:sp>
        <p:nvSpPr>
          <p:cNvPr id="81" name="beta.boundary">
            <a:extLst>
              <a:ext uri="{FF2B5EF4-FFF2-40B4-BE49-F238E27FC236}">
                <a16:creationId xmlns:a16="http://schemas.microsoft.com/office/drawing/2014/main" id="{D701D393-3D64-4372-A669-87BC757E89A2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7625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82" name="beta.header">
            <a:extLst>
              <a:ext uri="{FF2B5EF4-FFF2-40B4-BE49-F238E27FC236}">
                <a16:creationId xmlns:a16="http://schemas.microsoft.com/office/drawing/2014/main" id="{C6DCE196-153B-49D6-B9A5-752EB192F601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83" name="beta.title">
            <a:extLst>
              <a:ext uri="{FF2B5EF4-FFF2-40B4-BE49-F238E27FC236}">
                <a16:creationId xmlns:a16="http://schemas.microsoft.com/office/drawing/2014/main" id="{AB84EF32-C972-43CA-AD63-A429ACEF2DA7}"/>
              </a:ext>
            </a:extLst>
          </p:cNvPr>
          <p:cNvSpPr>
            <a:spLocks noGrp="1"/>
          </p:cNvSpPr>
          <p:nvPr/>
        </p:nvSpPr>
        <p:spPr>
          <a:xfrm>
            <a:off x="11906250" y="933450"/>
            <a:ext cx="47625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b  代入位置，回代形状参数</a:t>
            </a:r>
          </a:p>
        </p:txBody>
      </p:sp>
      <p:sp>
        <p:nvSpPr>
          <p:cNvPr id="88" name="beta.fixed">
            <a:extLst>
              <a:ext uri="{FF2B5EF4-FFF2-40B4-BE49-F238E27FC236}">
                <a16:creationId xmlns:a16="http://schemas.microsoft.com/office/drawing/2014/main" id="{C0AE2E2D-7777-44F7-B6D8-633F221C80BE}"/>
              </a:ext>
            </a:extLst>
          </p:cNvPr>
          <p:cNvSpPr>
            <a:spLocks noGrp="1"/>
          </p:cNvSpPr>
          <p:nvPr/>
        </p:nvSpPr>
        <p:spPr>
          <a:xfrm>
            <a:off x="12096750" y="229552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固定 γ̂ = 974.4</a:t>
            </a:r>
          </a:p>
        </p:txBody>
      </p:sp>
      <p:sp>
        <p:nvSpPr>
          <p:cNvPr id="89" name="beta.axisx">
            <a:extLst>
              <a:ext uri="{FF2B5EF4-FFF2-40B4-BE49-F238E27FC236}">
                <a16:creationId xmlns:a16="http://schemas.microsoft.com/office/drawing/2014/main" id="{B6A5DF51-B67A-480F-9F19-DE670A4935DA}"/>
              </a:ext>
            </a:extLst>
          </p:cNvPr>
          <p:cNvSpPr>
            <a:spLocks noGrp="1"/>
          </p:cNvSpPr>
          <p:nvPr/>
        </p:nvSpPr>
        <p:spPr>
          <a:xfrm>
            <a:off x="12954000" y="4638675"/>
            <a:ext cx="3143250" cy="953"/>
          </a:xfrm>
          <a:custGeom>
            <a:avLst/>
            <a:gdLst/>
            <a:ahLst/>
            <a:cxnLst/>
            <a:rect l="0" t="0" r="0" b="0"/>
            <a:pathLst>
              <a:path w="3143250" h="953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0" name="beta.axisy">
            <a:extLst>
              <a:ext uri="{FF2B5EF4-FFF2-40B4-BE49-F238E27FC236}">
                <a16:creationId xmlns:a16="http://schemas.microsoft.com/office/drawing/2014/main" id="{14FA10C2-2A22-4B7C-BFE0-0CF3A6EC4F5A}"/>
              </a:ext>
            </a:extLst>
          </p:cNvPr>
          <p:cNvSpPr>
            <a:spLocks noGrp="1"/>
          </p:cNvSpPr>
          <p:nvPr/>
        </p:nvSpPr>
        <p:spPr>
          <a:xfrm>
            <a:off x="12954000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1" name="beta.xtick1.5">
            <a:extLst>
              <a:ext uri="{FF2B5EF4-FFF2-40B4-BE49-F238E27FC236}">
                <a16:creationId xmlns:a16="http://schemas.microsoft.com/office/drawing/2014/main" id="{69EDDD4D-606F-4457-B073-5C0D9A85F090}"/>
              </a:ext>
            </a:extLst>
          </p:cNvPr>
          <p:cNvSpPr>
            <a:spLocks noGrp="1"/>
          </p:cNvSpPr>
          <p:nvPr/>
        </p:nvSpPr>
        <p:spPr>
          <a:xfrm>
            <a:off x="129540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2" name="beta.xtxt1.5">
            <a:extLst>
              <a:ext uri="{FF2B5EF4-FFF2-40B4-BE49-F238E27FC236}">
                <a16:creationId xmlns:a16="http://schemas.microsoft.com/office/drawing/2014/main" id="{9D9FF66B-5F5F-4DB7-8BF2-0F26845860F0}"/>
              </a:ext>
            </a:extLst>
          </p:cNvPr>
          <p:cNvSpPr>
            <a:spLocks noGrp="1"/>
          </p:cNvSpPr>
          <p:nvPr/>
        </p:nvSpPr>
        <p:spPr>
          <a:xfrm>
            <a:off x="126206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93" name="beta.xtick2.5">
            <a:extLst>
              <a:ext uri="{FF2B5EF4-FFF2-40B4-BE49-F238E27FC236}">
                <a16:creationId xmlns:a16="http://schemas.microsoft.com/office/drawing/2014/main" id="{A5057361-2CE2-4A0C-B991-FEC11D055C30}"/>
              </a:ext>
            </a:extLst>
          </p:cNvPr>
          <p:cNvSpPr>
            <a:spLocks noGrp="1"/>
          </p:cNvSpPr>
          <p:nvPr/>
        </p:nvSpPr>
        <p:spPr>
          <a:xfrm>
            <a:off x="142113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4" name="beta.xtxt2.5">
            <a:extLst>
              <a:ext uri="{FF2B5EF4-FFF2-40B4-BE49-F238E27FC236}">
                <a16:creationId xmlns:a16="http://schemas.microsoft.com/office/drawing/2014/main" id="{82B30287-5E1C-4271-B511-99706D7FB763}"/>
              </a:ext>
            </a:extLst>
          </p:cNvPr>
          <p:cNvSpPr>
            <a:spLocks noGrp="1"/>
          </p:cNvSpPr>
          <p:nvPr/>
        </p:nvSpPr>
        <p:spPr>
          <a:xfrm>
            <a:off x="138779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2.5</a:t>
            </a:r>
          </a:p>
        </p:txBody>
      </p:sp>
      <p:sp>
        <p:nvSpPr>
          <p:cNvPr id="95" name="beta.xtick3.5">
            <a:extLst>
              <a:ext uri="{FF2B5EF4-FFF2-40B4-BE49-F238E27FC236}">
                <a16:creationId xmlns:a16="http://schemas.microsoft.com/office/drawing/2014/main" id="{54CC4C89-B23E-41D4-96EC-6961A3AFCBC1}"/>
              </a:ext>
            </a:extLst>
          </p:cNvPr>
          <p:cNvSpPr>
            <a:spLocks noGrp="1"/>
          </p:cNvSpPr>
          <p:nvPr/>
        </p:nvSpPr>
        <p:spPr>
          <a:xfrm>
            <a:off x="15468600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6" name="beta.xtxt3.5">
            <a:extLst>
              <a:ext uri="{FF2B5EF4-FFF2-40B4-BE49-F238E27FC236}">
                <a16:creationId xmlns:a16="http://schemas.microsoft.com/office/drawing/2014/main" id="{97DD9FF5-021B-4009-BE9A-BDA50CBB142F}"/>
              </a:ext>
            </a:extLst>
          </p:cNvPr>
          <p:cNvSpPr>
            <a:spLocks noGrp="1"/>
          </p:cNvSpPr>
          <p:nvPr/>
        </p:nvSpPr>
        <p:spPr>
          <a:xfrm>
            <a:off x="15135225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97" name="beta.ytick0">
            <a:extLst>
              <a:ext uri="{FF2B5EF4-FFF2-40B4-BE49-F238E27FC236}">
                <a16:creationId xmlns:a16="http://schemas.microsoft.com/office/drawing/2014/main" id="{97245D51-2F69-4F11-B5FE-13559AB6F6BD}"/>
              </a:ext>
            </a:extLst>
          </p:cNvPr>
          <p:cNvSpPr>
            <a:spLocks noGrp="1"/>
          </p:cNvSpPr>
          <p:nvPr/>
        </p:nvSpPr>
        <p:spPr>
          <a:xfrm>
            <a:off x="12896850" y="46386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8" name="beta.ytxt0">
            <a:extLst>
              <a:ext uri="{FF2B5EF4-FFF2-40B4-BE49-F238E27FC236}">
                <a16:creationId xmlns:a16="http://schemas.microsoft.com/office/drawing/2014/main" id="{748055D4-8EE4-481C-80A6-FCFD7ABCCD37}"/>
              </a:ext>
            </a:extLst>
          </p:cNvPr>
          <p:cNvSpPr>
            <a:spLocks noGrp="1"/>
          </p:cNvSpPr>
          <p:nvPr/>
        </p:nvSpPr>
        <p:spPr>
          <a:xfrm>
            <a:off x="12363450" y="451485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9" name="beta.ytick100">
            <a:extLst>
              <a:ext uri="{FF2B5EF4-FFF2-40B4-BE49-F238E27FC236}">
                <a16:creationId xmlns:a16="http://schemas.microsoft.com/office/drawing/2014/main" id="{356F6D00-06E3-45F4-BB91-F446FDCCE43F}"/>
              </a:ext>
            </a:extLst>
          </p:cNvPr>
          <p:cNvSpPr>
            <a:spLocks noGrp="1"/>
          </p:cNvSpPr>
          <p:nvPr/>
        </p:nvSpPr>
        <p:spPr>
          <a:xfrm>
            <a:off x="12896850" y="413521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0" name="beta.ytxt100">
            <a:extLst>
              <a:ext uri="{FF2B5EF4-FFF2-40B4-BE49-F238E27FC236}">
                <a16:creationId xmlns:a16="http://schemas.microsoft.com/office/drawing/2014/main" id="{A05558E5-7A87-4208-A52C-DF6516690AE6}"/>
              </a:ext>
            </a:extLst>
          </p:cNvPr>
          <p:cNvSpPr>
            <a:spLocks noGrp="1"/>
          </p:cNvSpPr>
          <p:nvPr/>
        </p:nvSpPr>
        <p:spPr>
          <a:xfrm>
            <a:off x="12363450" y="401138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1" name="beta.ytick200">
            <a:extLst>
              <a:ext uri="{FF2B5EF4-FFF2-40B4-BE49-F238E27FC236}">
                <a16:creationId xmlns:a16="http://schemas.microsoft.com/office/drawing/2014/main" id="{ED828B67-CAB2-4D8E-B4D5-FEEA87D18466}"/>
              </a:ext>
            </a:extLst>
          </p:cNvPr>
          <p:cNvSpPr>
            <a:spLocks noGrp="1"/>
          </p:cNvSpPr>
          <p:nvPr/>
        </p:nvSpPr>
        <p:spPr>
          <a:xfrm>
            <a:off x="12896850" y="3631746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2" name="beta.ytxt200">
            <a:extLst>
              <a:ext uri="{FF2B5EF4-FFF2-40B4-BE49-F238E27FC236}">
                <a16:creationId xmlns:a16="http://schemas.microsoft.com/office/drawing/2014/main" id="{6CB47DEB-9E13-4EBC-8819-BAFBB01C7C68}"/>
              </a:ext>
            </a:extLst>
          </p:cNvPr>
          <p:cNvSpPr>
            <a:spLocks noGrp="1"/>
          </p:cNvSpPr>
          <p:nvPr/>
        </p:nvSpPr>
        <p:spPr>
          <a:xfrm>
            <a:off x="12363450" y="3507921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03" name="beta.ytick300">
            <a:extLst>
              <a:ext uri="{FF2B5EF4-FFF2-40B4-BE49-F238E27FC236}">
                <a16:creationId xmlns:a16="http://schemas.microsoft.com/office/drawing/2014/main" id="{5D96821F-B6EC-4245-9B51-A50975FB65A0}"/>
              </a:ext>
            </a:extLst>
          </p:cNvPr>
          <p:cNvSpPr>
            <a:spLocks noGrp="1"/>
          </p:cNvSpPr>
          <p:nvPr/>
        </p:nvSpPr>
        <p:spPr>
          <a:xfrm>
            <a:off x="12896850" y="3128282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4" name="beta.ytxt300">
            <a:extLst>
              <a:ext uri="{FF2B5EF4-FFF2-40B4-BE49-F238E27FC236}">
                <a16:creationId xmlns:a16="http://schemas.microsoft.com/office/drawing/2014/main" id="{AF55E380-B7D7-4FC8-9898-0DA2A13C905F}"/>
              </a:ext>
            </a:extLst>
          </p:cNvPr>
          <p:cNvSpPr>
            <a:spLocks noGrp="1"/>
          </p:cNvSpPr>
          <p:nvPr/>
        </p:nvSpPr>
        <p:spPr>
          <a:xfrm>
            <a:off x="12363450" y="3004457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105" name="beta.xlabel">
            <a:extLst>
              <a:ext uri="{FF2B5EF4-FFF2-40B4-BE49-F238E27FC236}">
                <a16:creationId xmlns:a16="http://schemas.microsoft.com/office/drawing/2014/main" id="{EC607E91-6C12-411E-863B-211A98DDDB46}"/>
              </a:ext>
            </a:extLst>
          </p:cNvPr>
          <p:cNvSpPr>
            <a:spLocks noGrp="1"/>
          </p:cNvSpPr>
          <p:nvPr/>
        </p:nvSpPr>
        <p:spPr>
          <a:xfrm>
            <a:off x="12954000" y="5048250"/>
            <a:ext cx="31432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形状参数 βₖ</a:t>
            </a:r>
          </a:p>
        </p:txBody>
      </p:sp>
      <p:sp>
        <p:nvSpPr>
          <p:cNvPr id="106" name="beta.ylabel">
            <a:extLst>
              <a:ext uri="{FF2B5EF4-FFF2-40B4-BE49-F238E27FC236}">
                <a16:creationId xmlns:a16="http://schemas.microsoft.com/office/drawing/2014/main" id="{7DB8F85A-8C77-40C1-9FD8-0E6F9A0D7E28}"/>
              </a:ext>
            </a:extLst>
          </p:cNvPr>
          <p:cNvSpPr>
            <a:spLocks noGrp="1"/>
          </p:cNvSpPr>
          <p:nvPr/>
        </p:nvSpPr>
        <p:spPr>
          <a:xfrm rot="16200000">
            <a:off x="11496675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差异 ση(γ̂, βₖ)</a:t>
            </a:r>
          </a:p>
        </p:txBody>
      </p:sp>
      <p:sp>
        <p:nvSpPr>
          <p:cNvPr id="107" name="beta.curve.segment0">
            <a:extLst>
              <a:ext uri="{FF2B5EF4-FFF2-40B4-BE49-F238E27FC236}">
                <a16:creationId xmlns:a16="http://schemas.microsoft.com/office/drawing/2014/main" id="{99AF9DEE-EC54-4624-AB16-7DE45B313E46}"/>
              </a:ext>
            </a:extLst>
          </p:cNvPr>
          <p:cNvSpPr>
            <a:spLocks noGrp="1"/>
          </p:cNvSpPr>
          <p:nvPr/>
        </p:nvSpPr>
        <p:spPr>
          <a:xfrm>
            <a:off x="12954000" y="2998906"/>
            <a:ext cx="3143250" cy="1171654"/>
          </a:xfrm>
          <a:custGeom>
            <a:avLst/>
            <a:gdLst/>
            <a:ahLst/>
            <a:cxnLst/>
            <a:rect l="0" t="0" r="0" b="0"/>
            <a:pathLst>
              <a:path w="3143250" h="1171654">
                <a:moveTo>
                  <a:pt x="0" y="0"/>
                </a:moveTo>
                <a:lnTo>
                  <a:pt x="4490" y="11426"/>
                </a:lnTo>
                <a:lnTo>
                  <a:pt x="8981" y="22756"/>
                </a:lnTo>
                <a:lnTo>
                  <a:pt x="13471" y="33991"/>
                </a:lnTo>
                <a:lnTo>
                  <a:pt x="17961" y="45132"/>
                </a:lnTo>
                <a:lnTo>
                  <a:pt x="22452" y="56179"/>
                </a:lnTo>
                <a:lnTo>
                  <a:pt x="26942" y="67134"/>
                </a:lnTo>
                <a:lnTo>
                  <a:pt x="31432" y="77998"/>
                </a:lnTo>
                <a:lnTo>
                  <a:pt x="35923" y="88771"/>
                </a:lnTo>
                <a:lnTo>
                  <a:pt x="40413" y="99456"/>
                </a:lnTo>
                <a:lnTo>
                  <a:pt x="44904" y="110052"/>
                </a:lnTo>
                <a:lnTo>
                  <a:pt x="49394" y="120560"/>
                </a:lnTo>
                <a:lnTo>
                  <a:pt x="53884" y="130982"/>
                </a:lnTo>
                <a:lnTo>
                  <a:pt x="58375" y="141318"/>
                </a:lnTo>
                <a:lnTo>
                  <a:pt x="62865" y="151569"/>
                </a:lnTo>
                <a:lnTo>
                  <a:pt x="67355" y="161737"/>
                </a:lnTo>
                <a:lnTo>
                  <a:pt x="71846" y="171821"/>
                </a:lnTo>
                <a:lnTo>
                  <a:pt x="76336" y="181823"/>
                </a:lnTo>
                <a:lnTo>
                  <a:pt x="80826" y="191744"/>
                </a:lnTo>
                <a:lnTo>
                  <a:pt x="85317" y="201584"/>
                </a:lnTo>
                <a:lnTo>
                  <a:pt x="89807" y="211345"/>
                </a:lnTo>
                <a:lnTo>
                  <a:pt x="94298" y="221026"/>
                </a:lnTo>
                <a:lnTo>
                  <a:pt x="98788" y="230629"/>
                </a:lnTo>
                <a:lnTo>
                  <a:pt x="103278" y="240155"/>
                </a:lnTo>
                <a:lnTo>
                  <a:pt x="107769" y="249604"/>
                </a:lnTo>
                <a:lnTo>
                  <a:pt x="112259" y="258977"/>
                </a:lnTo>
                <a:lnTo>
                  <a:pt x="116749" y="268275"/>
                </a:lnTo>
                <a:lnTo>
                  <a:pt x="121240" y="277498"/>
                </a:lnTo>
                <a:lnTo>
                  <a:pt x="125730" y="286647"/>
                </a:lnTo>
                <a:lnTo>
                  <a:pt x="130220" y="295724"/>
                </a:lnTo>
                <a:lnTo>
                  <a:pt x="134711" y="304727"/>
                </a:lnTo>
                <a:lnTo>
                  <a:pt x="139201" y="313660"/>
                </a:lnTo>
                <a:lnTo>
                  <a:pt x="143691" y="322521"/>
                </a:lnTo>
                <a:lnTo>
                  <a:pt x="148182" y="331311"/>
                </a:lnTo>
                <a:lnTo>
                  <a:pt x="152672" y="340032"/>
                </a:lnTo>
                <a:lnTo>
                  <a:pt x="157163" y="348684"/>
                </a:lnTo>
                <a:lnTo>
                  <a:pt x="161653" y="357268"/>
                </a:lnTo>
                <a:lnTo>
                  <a:pt x="166143" y="365783"/>
                </a:lnTo>
                <a:lnTo>
                  <a:pt x="170634" y="374231"/>
                </a:lnTo>
                <a:lnTo>
                  <a:pt x="175124" y="382613"/>
                </a:lnTo>
                <a:lnTo>
                  <a:pt x="179614" y="390928"/>
                </a:lnTo>
                <a:lnTo>
                  <a:pt x="184105" y="399178"/>
                </a:lnTo>
                <a:lnTo>
                  <a:pt x="188595" y="407364"/>
                </a:lnTo>
                <a:lnTo>
                  <a:pt x="193085" y="415484"/>
                </a:lnTo>
                <a:lnTo>
                  <a:pt x="197576" y="423541"/>
                </a:lnTo>
                <a:lnTo>
                  <a:pt x="202066" y="431535"/>
                </a:lnTo>
                <a:lnTo>
                  <a:pt x="206556" y="439466"/>
                </a:lnTo>
                <a:lnTo>
                  <a:pt x="211047" y="447335"/>
                </a:lnTo>
                <a:lnTo>
                  <a:pt x="215537" y="455143"/>
                </a:lnTo>
                <a:lnTo>
                  <a:pt x="220027" y="462889"/>
                </a:lnTo>
                <a:lnTo>
                  <a:pt x="224518" y="470575"/>
                </a:lnTo>
                <a:lnTo>
                  <a:pt x="229008" y="478200"/>
                </a:lnTo>
                <a:lnTo>
                  <a:pt x="233499" y="485766"/>
                </a:lnTo>
                <a:lnTo>
                  <a:pt x="237989" y="493273"/>
                </a:lnTo>
                <a:lnTo>
                  <a:pt x="242479" y="500722"/>
                </a:lnTo>
                <a:lnTo>
                  <a:pt x="246970" y="508112"/>
                </a:lnTo>
                <a:lnTo>
                  <a:pt x="251460" y="515444"/>
                </a:lnTo>
                <a:lnTo>
                  <a:pt x="255950" y="522720"/>
                </a:lnTo>
                <a:lnTo>
                  <a:pt x="260441" y="529938"/>
                </a:lnTo>
                <a:lnTo>
                  <a:pt x="264931" y="537101"/>
                </a:lnTo>
                <a:lnTo>
                  <a:pt x="269421" y="544207"/>
                </a:lnTo>
                <a:lnTo>
                  <a:pt x="273912" y="551258"/>
                </a:lnTo>
                <a:lnTo>
                  <a:pt x="278402" y="558254"/>
                </a:lnTo>
                <a:lnTo>
                  <a:pt x="282893" y="565195"/>
                </a:lnTo>
                <a:lnTo>
                  <a:pt x="287383" y="572082"/>
                </a:lnTo>
                <a:lnTo>
                  <a:pt x="291873" y="578916"/>
                </a:lnTo>
                <a:lnTo>
                  <a:pt x="296364" y="585696"/>
                </a:lnTo>
                <a:lnTo>
                  <a:pt x="300854" y="592423"/>
                </a:lnTo>
                <a:lnTo>
                  <a:pt x="305344" y="599097"/>
                </a:lnTo>
                <a:lnTo>
                  <a:pt x="309835" y="605720"/>
                </a:lnTo>
                <a:lnTo>
                  <a:pt x="314325" y="612290"/>
                </a:lnTo>
                <a:lnTo>
                  <a:pt x="318815" y="618809"/>
                </a:lnTo>
                <a:lnTo>
                  <a:pt x="323306" y="625278"/>
                </a:lnTo>
                <a:lnTo>
                  <a:pt x="327796" y="631695"/>
                </a:lnTo>
                <a:lnTo>
                  <a:pt x="332286" y="638062"/>
                </a:lnTo>
                <a:lnTo>
                  <a:pt x="336777" y="644379"/>
                </a:lnTo>
                <a:lnTo>
                  <a:pt x="341267" y="650646"/>
                </a:lnTo>
                <a:lnTo>
                  <a:pt x="345757" y="656864"/>
                </a:lnTo>
                <a:lnTo>
                  <a:pt x="350248" y="663033"/>
                </a:lnTo>
                <a:lnTo>
                  <a:pt x="354738" y="669154"/>
                </a:lnTo>
                <a:lnTo>
                  <a:pt x="359229" y="675226"/>
                </a:lnTo>
                <a:lnTo>
                  <a:pt x="363719" y="681250"/>
                </a:lnTo>
                <a:lnTo>
                  <a:pt x="368209" y="687227"/>
                </a:lnTo>
                <a:lnTo>
                  <a:pt x="372700" y="693156"/>
                </a:lnTo>
                <a:lnTo>
                  <a:pt x="377190" y="699038"/>
                </a:lnTo>
                <a:lnTo>
                  <a:pt x="381680" y="704873"/>
                </a:lnTo>
                <a:lnTo>
                  <a:pt x="386171" y="710662"/>
                </a:lnTo>
                <a:lnTo>
                  <a:pt x="390661" y="716405"/>
                </a:lnTo>
                <a:lnTo>
                  <a:pt x="395151" y="722102"/>
                </a:lnTo>
                <a:lnTo>
                  <a:pt x="399642" y="727753"/>
                </a:lnTo>
                <a:lnTo>
                  <a:pt x="404132" y="733359"/>
                </a:lnTo>
                <a:lnTo>
                  <a:pt x="408623" y="738920"/>
                </a:lnTo>
                <a:lnTo>
                  <a:pt x="413113" y="744436"/>
                </a:lnTo>
                <a:lnTo>
                  <a:pt x="417603" y="749908"/>
                </a:lnTo>
                <a:lnTo>
                  <a:pt x="422094" y="755335"/>
                </a:lnTo>
                <a:lnTo>
                  <a:pt x="426584" y="760718"/>
                </a:lnTo>
                <a:lnTo>
                  <a:pt x="431074" y="766058"/>
                </a:lnTo>
                <a:lnTo>
                  <a:pt x="435565" y="771354"/>
                </a:lnTo>
                <a:lnTo>
                  <a:pt x="440055" y="776607"/>
                </a:lnTo>
                <a:lnTo>
                  <a:pt x="444545" y="781818"/>
                </a:lnTo>
                <a:lnTo>
                  <a:pt x="449036" y="786985"/>
                </a:lnTo>
                <a:lnTo>
                  <a:pt x="453526" y="792110"/>
                </a:lnTo>
                <a:lnTo>
                  <a:pt x="458016" y="797192"/>
                </a:lnTo>
                <a:lnTo>
                  <a:pt x="462507" y="802233"/>
                </a:lnTo>
                <a:lnTo>
                  <a:pt x="466997" y="807231"/>
                </a:lnTo>
                <a:lnTo>
                  <a:pt x="471488" y="812188"/>
                </a:lnTo>
                <a:lnTo>
                  <a:pt x="475978" y="817104"/>
                </a:lnTo>
                <a:lnTo>
                  <a:pt x="480468" y="821979"/>
                </a:lnTo>
                <a:lnTo>
                  <a:pt x="484959" y="826812"/>
                </a:lnTo>
                <a:lnTo>
                  <a:pt x="489449" y="831605"/>
                </a:lnTo>
                <a:lnTo>
                  <a:pt x="493939" y="836357"/>
                </a:lnTo>
                <a:lnTo>
                  <a:pt x="498430" y="841069"/>
                </a:lnTo>
                <a:lnTo>
                  <a:pt x="502920" y="845741"/>
                </a:lnTo>
                <a:lnTo>
                  <a:pt x="507410" y="850373"/>
                </a:lnTo>
                <a:lnTo>
                  <a:pt x="511901" y="854965"/>
                </a:lnTo>
                <a:lnTo>
                  <a:pt x="516391" y="859517"/>
                </a:lnTo>
                <a:lnTo>
                  <a:pt x="520881" y="864030"/>
                </a:lnTo>
                <a:lnTo>
                  <a:pt x="525372" y="868504"/>
                </a:lnTo>
                <a:lnTo>
                  <a:pt x="529862" y="872939"/>
                </a:lnTo>
                <a:lnTo>
                  <a:pt x="534352" y="877335"/>
                </a:lnTo>
                <a:lnTo>
                  <a:pt x="538843" y="881693"/>
                </a:lnTo>
                <a:lnTo>
                  <a:pt x="543333" y="886011"/>
                </a:lnTo>
                <a:lnTo>
                  <a:pt x="547824" y="890292"/>
                </a:lnTo>
                <a:lnTo>
                  <a:pt x="552314" y="894534"/>
                </a:lnTo>
                <a:lnTo>
                  <a:pt x="556804" y="898739"/>
                </a:lnTo>
                <a:lnTo>
                  <a:pt x="561295" y="902905"/>
                </a:lnTo>
                <a:lnTo>
                  <a:pt x="565785" y="907034"/>
                </a:lnTo>
                <a:lnTo>
                  <a:pt x="570275" y="911126"/>
                </a:lnTo>
                <a:lnTo>
                  <a:pt x="574766" y="915180"/>
                </a:lnTo>
                <a:lnTo>
                  <a:pt x="579256" y="919196"/>
                </a:lnTo>
                <a:lnTo>
                  <a:pt x="583746" y="923176"/>
                </a:lnTo>
                <a:lnTo>
                  <a:pt x="588237" y="927119"/>
                </a:lnTo>
                <a:lnTo>
                  <a:pt x="592727" y="931025"/>
                </a:lnTo>
                <a:lnTo>
                  <a:pt x="597218" y="934894"/>
                </a:lnTo>
                <a:lnTo>
                  <a:pt x="601708" y="938727"/>
                </a:lnTo>
                <a:lnTo>
                  <a:pt x="606198" y="942524"/>
                </a:lnTo>
                <a:lnTo>
                  <a:pt x="610689" y="946284"/>
                </a:lnTo>
                <a:lnTo>
                  <a:pt x="615179" y="950009"/>
                </a:lnTo>
                <a:lnTo>
                  <a:pt x="619669" y="953697"/>
                </a:lnTo>
                <a:lnTo>
                  <a:pt x="624160" y="957350"/>
                </a:lnTo>
                <a:lnTo>
                  <a:pt x="628650" y="960967"/>
                </a:lnTo>
                <a:lnTo>
                  <a:pt x="633140" y="964548"/>
                </a:lnTo>
                <a:lnTo>
                  <a:pt x="637631" y="968094"/>
                </a:lnTo>
                <a:lnTo>
                  <a:pt x="642121" y="971605"/>
                </a:lnTo>
                <a:lnTo>
                  <a:pt x="646611" y="975080"/>
                </a:lnTo>
                <a:lnTo>
                  <a:pt x="651102" y="978520"/>
                </a:lnTo>
                <a:lnTo>
                  <a:pt x="655592" y="981926"/>
                </a:lnTo>
                <a:lnTo>
                  <a:pt x="660082" y="985297"/>
                </a:lnTo>
                <a:lnTo>
                  <a:pt x="664573" y="988633"/>
                </a:lnTo>
                <a:lnTo>
                  <a:pt x="669063" y="991934"/>
                </a:lnTo>
                <a:lnTo>
                  <a:pt x="673554" y="995201"/>
                </a:lnTo>
                <a:lnTo>
                  <a:pt x="678044" y="998434"/>
                </a:lnTo>
                <a:lnTo>
                  <a:pt x="682534" y="1001633"/>
                </a:lnTo>
                <a:lnTo>
                  <a:pt x="687025" y="1004797"/>
                </a:lnTo>
                <a:lnTo>
                  <a:pt x="691515" y="1007927"/>
                </a:lnTo>
                <a:lnTo>
                  <a:pt x="696005" y="1011024"/>
                </a:lnTo>
                <a:lnTo>
                  <a:pt x="700496" y="1014087"/>
                </a:lnTo>
                <a:lnTo>
                  <a:pt x="704986" y="1017116"/>
                </a:lnTo>
                <a:lnTo>
                  <a:pt x="709476" y="1020111"/>
                </a:lnTo>
                <a:lnTo>
                  <a:pt x="713967" y="1023073"/>
                </a:lnTo>
                <a:lnTo>
                  <a:pt x="718457" y="1026002"/>
                </a:lnTo>
                <a:lnTo>
                  <a:pt x="722948" y="1028898"/>
                </a:lnTo>
                <a:lnTo>
                  <a:pt x="727438" y="1031760"/>
                </a:lnTo>
                <a:lnTo>
                  <a:pt x="731928" y="1034589"/>
                </a:lnTo>
                <a:lnTo>
                  <a:pt x="736419" y="1037386"/>
                </a:lnTo>
                <a:lnTo>
                  <a:pt x="740909" y="1040149"/>
                </a:lnTo>
                <a:lnTo>
                  <a:pt x="745399" y="1042880"/>
                </a:lnTo>
                <a:lnTo>
                  <a:pt x="749890" y="1045579"/>
                </a:lnTo>
                <a:lnTo>
                  <a:pt x="754380" y="1048244"/>
                </a:lnTo>
                <a:lnTo>
                  <a:pt x="758870" y="1050878"/>
                </a:lnTo>
                <a:lnTo>
                  <a:pt x="763361" y="1053479"/>
                </a:lnTo>
                <a:lnTo>
                  <a:pt x="767851" y="1056048"/>
                </a:lnTo>
                <a:lnTo>
                  <a:pt x="772341" y="1058585"/>
                </a:lnTo>
                <a:lnTo>
                  <a:pt x="776832" y="1061090"/>
                </a:lnTo>
                <a:lnTo>
                  <a:pt x="781322" y="1063563"/>
                </a:lnTo>
                <a:lnTo>
                  <a:pt x="785813" y="1066004"/>
                </a:lnTo>
                <a:lnTo>
                  <a:pt x="790303" y="1068414"/>
                </a:lnTo>
                <a:lnTo>
                  <a:pt x="794793" y="1070792"/>
                </a:lnTo>
                <a:lnTo>
                  <a:pt x="799284" y="1073139"/>
                </a:lnTo>
                <a:lnTo>
                  <a:pt x="803774" y="1075454"/>
                </a:lnTo>
                <a:lnTo>
                  <a:pt x="808264" y="1077738"/>
                </a:lnTo>
                <a:lnTo>
                  <a:pt x="812755" y="1079991"/>
                </a:lnTo>
                <a:lnTo>
                  <a:pt x="817245" y="1082213"/>
                </a:lnTo>
                <a:lnTo>
                  <a:pt x="821735" y="1084404"/>
                </a:lnTo>
                <a:lnTo>
                  <a:pt x="826226" y="1086564"/>
                </a:lnTo>
                <a:lnTo>
                  <a:pt x="830716" y="1088693"/>
                </a:lnTo>
                <a:lnTo>
                  <a:pt x="835206" y="1090792"/>
                </a:lnTo>
                <a:lnTo>
                  <a:pt x="839697" y="1092861"/>
                </a:lnTo>
                <a:lnTo>
                  <a:pt x="844187" y="1094899"/>
                </a:lnTo>
                <a:lnTo>
                  <a:pt x="848677" y="1096906"/>
                </a:lnTo>
                <a:lnTo>
                  <a:pt x="853168" y="1098884"/>
                </a:lnTo>
                <a:lnTo>
                  <a:pt x="857658" y="1100831"/>
                </a:lnTo>
                <a:lnTo>
                  <a:pt x="862149" y="1102749"/>
                </a:lnTo>
                <a:lnTo>
                  <a:pt x="866639" y="1104637"/>
                </a:lnTo>
                <a:lnTo>
                  <a:pt x="871129" y="1106495"/>
                </a:lnTo>
                <a:lnTo>
                  <a:pt x="875620" y="1108324"/>
                </a:lnTo>
                <a:lnTo>
                  <a:pt x="880110" y="1110123"/>
                </a:lnTo>
                <a:lnTo>
                  <a:pt x="884600" y="1111893"/>
                </a:lnTo>
                <a:lnTo>
                  <a:pt x="889091" y="1113633"/>
                </a:lnTo>
                <a:lnTo>
                  <a:pt x="893581" y="1115345"/>
                </a:lnTo>
                <a:lnTo>
                  <a:pt x="898071" y="1117027"/>
                </a:lnTo>
                <a:lnTo>
                  <a:pt x="902562" y="1118681"/>
                </a:lnTo>
                <a:lnTo>
                  <a:pt x="907052" y="1120306"/>
                </a:lnTo>
                <a:lnTo>
                  <a:pt x="911543" y="1121902"/>
                </a:lnTo>
                <a:lnTo>
                  <a:pt x="916033" y="1123470"/>
                </a:lnTo>
                <a:lnTo>
                  <a:pt x="920523" y="1125010"/>
                </a:lnTo>
                <a:lnTo>
                  <a:pt x="925014" y="1126521"/>
                </a:lnTo>
                <a:lnTo>
                  <a:pt x="929504" y="1128004"/>
                </a:lnTo>
                <a:lnTo>
                  <a:pt x="933994" y="1129460"/>
                </a:lnTo>
                <a:lnTo>
                  <a:pt x="938485" y="1130887"/>
                </a:lnTo>
                <a:lnTo>
                  <a:pt x="942975" y="1132287"/>
                </a:lnTo>
                <a:lnTo>
                  <a:pt x="947465" y="1133660"/>
                </a:lnTo>
                <a:lnTo>
                  <a:pt x="951956" y="1135005"/>
                </a:lnTo>
                <a:lnTo>
                  <a:pt x="956446" y="1136322"/>
                </a:lnTo>
                <a:lnTo>
                  <a:pt x="960936" y="1137613"/>
                </a:lnTo>
                <a:lnTo>
                  <a:pt x="965427" y="1138877"/>
                </a:lnTo>
                <a:lnTo>
                  <a:pt x="969917" y="1140114"/>
                </a:lnTo>
                <a:lnTo>
                  <a:pt x="974407" y="1141324"/>
                </a:lnTo>
                <a:lnTo>
                  <a:pt x="978898" y="1142507"/>
                </a:lnTo>
                <a:lnTo>
                  <a:pt x="983388" y="1143665"/>
                </a:lnTo>
                <a:lnTo>
                  <a:pt x="987879" y="1144796"/>
                </a:lnTo>
                <a:lnTo>
                  <a:pt x="992369" y="1145901"/>
                </a:lnTo>
                <a:lnTo>
                  <a:pt x="996859" y="1146980"/>
                </a:lnTo>
                <a:lnTo>
                  <a:pt x="1001350" y="1148033"/>
                </a:lnTo>
                <a:lnTo>
                  <a:pt x="1005840" y="1149061"/>
                </a:lnTo>
                <a:lnTo>
                  <a:pt x="1010330" y="1150064"/>
                </a:lnTo>
                <a:lnTo>
                  <a:pt x="1014821" y="1151041"/>
                </a:lnTo>
                <a:lnTo>
                  <a:pt x="1019311" y="1151993"/>
                </a:lnTo>
                <a:lnTo>
                  <a:pt x="1023801" y="1152919"/>
                </a:lnTo>
                <a:lnTo>
                  <a:pt x="1028292" y="1153822"/>
                </a:lnTo>
                <a:lnTo>
                  <a:pt x="1032782" y="1154699"/>
                </a:lnTo>
                <a:lnTo>
                  <a:pt x="1037273" y="1155552"/>
                </a:lnTo>
                <a:lnTo>
                  <a:pt x="1041763" y="1156381"/>
                </a:lnTo>
                <a:lnTo>
                  <a:pt x="1046253" y="1157186"/>
                </a:lnTo>
                <a:lnTo>
                  <a:pt x="1050744" y="1157966"/>
                </a:lnTo>
                <a:lnTo>
                  <a:pt x="1055234" y="1158723"/>
                </a:lnTo>
                <a:lnTo>
                  <a:pt x="1059724" y="1159456"/>
                </a:lnTo>
                <a:lnTo>
                  <a:pt x="1064215" y="1160166"/>
                </a:lnTo>
                <a:lnTo>
                  <a:pt x="1068705" y="1160853"/>
                </a:lnTo>
                <a:lnTo>
                  <a:pt x="1073195" y="1161516"/>
                </a:lnTo>
                <a:lnTo>
                  <a:pt x="1077686" y="1162157"/>
                </a:lnTo>
                <a:lnTo>
                  <a:pt x="1082176" y="1162775"/>
                </a:lnTo>
                <a:lnTo>
                  <a:pt x="1086666" y="1163370"/>
                </a:lnTo>
                <a:lnTo>
                  <a:pt x="1091157" y="1163943"/>
                </a:lnTo>
                <a:lnTo>
                  <a:pt x="1095647" y="1164494"/>
                </a:lnTo>
                <a:lnTo>
                  <a:pt x="1100138" y="1165022"/>
                </a:lnTo>
                <a:lnTo>
                  <a:pt x="1104628" y="1165529"/>
                </a:lnTo>
                <a:lnTo>
                  <a:pt x="1109118" y="1166014"/>
                </a:lnTo>
                <a:lnTo>
                  <a:pt x="1113609" y="1166478"/>
                </a:lnTo>
                <a:lnTo>
                  <a:pt x="1118099" y="1166920"/>
                </a:lnTo>
                <a:lnTo>
                  <a:pt x="1122589" y="1167342"/>
                </a:lnTo>
                <a:lnTo>
                  <a:pt x="1127080" y="1167742"/>
                </a:lnTo>
                <a:lnTo>
                  <a:pt x="1131570" y="1168122"/>
                </a:lnTo>
                <a:lnTo>
                  <a:pt x="1136060" y="1168481"/>
                </a:lnTo>
                <a:lnTo>
                  <a:pt x="1140551" y="1168820"/>
                </a:lnTo>
                <a:lnTo>
                  <a:pt x="1145041" y="1169138"/>
                </a:lnTo>
                <a:lnTo>
                  <a:pt x="1149531" y="1169437"/>
                </a:lnTo>
                <a:lnTo>
                  <a:pt x="1154022" y="1169716"/>
                </a:lnTo>
                <a:lnTo>
                  <a:pt x="1158512" y="1169975"/>
                </a:lnTo>
                <a:lnTo>
                  <a:pt x="1163002" y="1170215"/>
                </a:lnTo>
                <a:lnTo>
                  <a:pt x="1167493" y="1170436"/>
                </a:lnTo>
                <a:lnTo>
                  <a:pt x="1171983" y="1170638"/>
                </a:lnTo>
                <a:lnTo>
                  <a:pt x="1176474" y="1170820"/>
                </a:lnTo>
                <a:lnTo>
                  <a:pt x="1180964" y="1170985"/>
                </a:lnTo>
                <a:lnTo>
                  <a:pt x="1185454" y="1171130"/>
                </a:lnTo>
                <a:lnTo>
                  <a:pt x="1189945" y="1171258"/>
                </a:lnTo>
                <a:lnTo>
                  <a:pt x="1194435" y="1171367"/>
                </a:lnTo>
                <a:lnTo>
                  <a:pt x="1198925" y="1171459"/>
                </a:lnTo>
                <a:lnTo>
                  <a:pt x="1203416" y="1171532"/>
                </a:lnTo>
                <a:lnTo>
                  <a:pt x="1207906" y="1171589"/>
                </a:lnTo>
                <a:lnTo>
                  <a:pt x="1212396" y="1171628"/>
                </a:lnTo>
                <a:lnTo>
                  <a:pt x="1216887" y="1171649"/>
                </a:lnTo>
                <a:lnTo>
                  <a:pt x="1221377" y="1171654"/>
                </a:lnTo>
                <a:lnTo>
                  <a:pt x="1225868" y="1171643"/>
                </a:lnTo>
                <a:lnTo>
                  <a:pt x="1230358" y="1171614"/>
                </a:lnTo>
                <a:lnTo>
                  <a:pt x="1234848" y="1171569"/>
                </a:lnTo>
                <a:lnTo>
                  <a:pt x="1239339" y="1171508"/>
                </a:lnTo>
                <a:lnTo>
                  <a:pt x="1243829" y="1171431"/>
                </a:lnTo>
                <a:lnTo>
                  <a:pt x="1248319" y="1171339"/>
                </a:lnTo>
                <a:lnTo>
                  <a:pt x="1252810" y="1171230"/>
                </a:lnTo>
                <a:lnTo>
                  <a:pt x="1257300" y="1171106"/>
                </a:lnTo>
                <a:lnTo>
                  <a:pt x="1261790" y="1170967"/>
                </a:lnTo>
                <a:lnTo>
                  <a:pt x="1266281" y="1170813"/>
                </a:lnTo>
                <a:lnTo>
                  <a:pt x="1270771" y="1170644"/>
                </a:lnTo>
                <a:lnTo>
                  <a:pt x="1275261" y="1170460"/>
                </a:lnTo>
                <a:lnTo>
                  <a:pt x="1279752" y="1170262"/>
                </a:lnTo>
                <a:lnTo>
                  <a:pt x="1284242" y="1170050"/>
                </a:lnTo>
                <a:lnTo>
                  <a:pt x="1288732" y="1169823"/>
                </a:lnTo>
                <a:lnTo>
                  <a:pt x="1293223" y="1169582"/>
                </a:lnTo>
                <a:lnTo>
                  <a:pt x="1297713" y="1169328"/>
                </a:lnTo>
                <a:lnTo>
                  <a:pt x="1302204" y="1169060"/>
                </a:lnTo>
                <a:lnTo>
                  <a:pt x="1306694" y="1168778"/>
                </a:lnTo>
                <a:lnTo>
                  <a:pt x="1311184" y="1168483"/>
                </a:lnTo>
                <a:lnTo>
                  <a:pt x="1315675" y="1168175"/>
                </a:lnTo>
                <a:lnTo>
                  <a:pt x="1320165" y="1167854"/>
                </a:lnTo>
                <a:lnTo>
                  <a:pt x="1324655" y="1167521"/>
                </a:lnTo>
                <a:lnTo>
                  <a:pt x="1329146" y="1167175"/>
                </a:lnTo>
                <a:lnTo>
                  <a:pt x="1333636" y="1166816"/>
                </a:lnTo>
                <a:lnTo>
                  <a:pt x="1338126" y="1166445"/>
                </a:lnTo>
                <a:lnTo>
                  <a:pt x="1342617" y="1166062"/>
                </a:lnTo>
                <a:lnTo>
                  <a:pt x="1347107" y="1165667"/>
                </a:lnTo>
                <a:lnTo>
                  <a:pt x="1351598" y="1165261"/>
                </a:lnTo>
                <a:lnTo>
                  <a:pt x="1356088" y="1164843"/>
                </a:lnTo>
                <a:lnTo>
                  <a:pt x="1360578" y="1164413"/>
                </a:lnTo>
                <a:lnTo>
                  <a:pt x="1365069" y="1163973"/>
                </a:lnTo>
                <a:lnTo>
                  <a:pt x="1369559" y="1163521"/>
                </a:lnTo>
                <a:lnTo>
                  <a:pt x="1374049" y="1163058"/>
                </a:lnTo>
                <a:lnTo>
                  <a:pt x="1378540" y="1162585"/>
                </a:lnTo>
                <a:lnTo>
                  <a:pt x="1383030" y="1162101"/>
                </a:lnTo>
                <a:lnTo>
                  <a:pt x="1387520" y="1161606"/>
                </a:lnTo>
                <a:lnTo>
                  <a:pt x="1392011" y="1161101"/>
                </a:lnTo>
                <a:lnTo>
                  <a:pt x="1396501" y="1160586"/>
                </a:lnTo>
                <a:lnTo>
                  <a:pt x="1400991" y="1160061"/>
                </a:lnTo>
                <a:lnTo>
                  <a:pt x="1405482" y="1159527"/>
                </a:lnTo>
                <a:lnTo>
                  <a:pt x="1409972" y="1158982"/>
                </a:lnTo>
                <a:lnTo>
                  <a:pt x="1414463" y="1158428"/>
                </a:lnTo>
                <a:lnTo>
                  <a:pt x="1418953" y="1157865"/>
                </a:lnTo>
                <a:lnTo>
                  <a:pt x="1423443" y="1157292"/>
                </a:lnTo>
                <a:lnTo>
                  <a:pt x="1427934" y="1156710"/>
                </a:lnTo>
                <a:lnTo>
                  <a:pt x="1432424" y="1156120"/>
                </a:lnTo>
                <a:lnTo>
                  <a:pt x="1436914" y="1155520"/>
                </a:lnTo>
                <a:lnTo>
                  <a:pt x="1441405" y="1154912"/>
                </a:lnTo>
                <a:lnTo>
                  <a:pt x="1445895" y="1154295"/>
                </a:lnTo>
                <a:lnTo>
                  <a:pt x="1450385" y="1153670"/>
                </a:lnTo>
                <a:lnTo>
                  <a:pt x="1454876" y="1153037"/>
                </a:lnTo>
                <a:lnTo>
                  <a:pt x="1459366" y="1152396"/>
                </a:lnTo>
                <a:lnTo>
                  <a:pt x="1463856" y="1151746"/>
                </a:lnTo>
                <a:lnTo>
                  <a:pt x="1468347" y="1151089"/>
                </a:lnTo>
                <a:lnTo>
                  <a:pt x="1472837" y="1150424"/>
                </a:lnTo>
                <a:lnTo>
                  <a:pt x="1477327" y="1149751"/>
                </a:lnTo>
                <a:lnTo>
                  <a:pt x="1481818" y="1149071"/>
                </a:lnTo>
                <a:lnTo>
                  <a:pt x="1486308" y="1148384"/>
                </a:lnTo>
                <a:lnTo>
                  <a:pt x="1490799" y="1147689"/>
                </a:lnTo>
                <a:lnTo>
                  <a:pt x="1495289" y="1146987"/>
                </a:lnTo>
                <a:lnTo>
                  <a:pt x="1499779" y="1146278"/>
                </a:lnTo>
                <a:lnTo>
                  <a:pt x="1504270" y="1145563"/>
                </a:lnTo>
                <a:lnTo>
                  <a:pt x="1508760" y="1144840"/>
                </a:lnTo>
                <a:lnTo>
                  <a:pt x="1513250" y="1144111"/>
                </a:lnTo>
                <a:lnTo>
                  <a:pt x="1517741" y="1143376"/>
                </a:lnTo>
                <a:lnTo>
                  <a:pt x="1522231" y="1142634"/>
                </a:lnTo>
                <a:lnTo>
                  <a:pt x="1526721" y="1141886"/>
                </a:lnTo>
                <a:lnTo>
                  <a:pt x="1531212" y="1141132"/>
                </a:lnTo>
                <a:lnTo>
                  <a:pt x="1535702" y="1140371"/>
                </a:lnTo>
                <a:lnTo>
                  <a:pt x="1540193" y="1139605"/>
                </a:lnTo>
                <a:lnTo>
                  <a:pt x="1544683" y="1138833"/>
                </a:lnTo>
                <a:lnTo>
                  <a:pt x="1549173" y="1138055"/>
                </a:lnTo>
                <a:lnTo>
                  <a:pt x="1553664" y="1137272"/>
                </a:lnTo>
                <a:lnTo>
                  <a:pt x="1558154" y="1136483"/>
                </a:lnTo>
                <a:lnTo>
                  <a:pt x="1562644" y="1135688"/>
                </a:lnTo>
                <a:lnTo>
                  <a:pt x="1567135" y="1134889"/>
                </a:lnTo>
                <a:lnTo>
                  <a:pt x="1571625" y="1134084"/>
                </a:lnTo>
                <a:lnTo>
                  <a:pt x="1576115" y="1133274"/>
                </a:lnTo>
                <a:lnTo>
                  <a:pt x="1580606" y="1132459"/>
                </a:lnTo>
                <a:lnTo>
                  <a:pt x="1585096" y="1131639"/>
                </a:lnTo>
                <a:lnTo>
                  <a:pt x="1589586" y="1130814"/>
                </a:lnTo>
                <a:lnTo>
                  <a:pt x="1594077" y="1129985"/>
                </a:lnTo>
                <a:lnTo>
                  <a:pt x="1598567" y="1129151"/>
                </a:lnTo>
                <a:lnTo>
                  <a:pt x="1603057" y="1128312"/>
                </a:lnTo>
                <a:lnTo>
                  <a:pt x="1607548" y="1127469"/>
                </a:lnTo>
                <a:lnTo>
                  <a:pt x="1612038" y="1126622"/>
                </a:lnTo>
                <a:lnTo>
                  <a:pt x="1616529" y="1125771"/>
                </a:lnTo>
                <a:lnTo>
                  <a:pt x="1621019" y="1124915"/>
                </a:lnTo>
                <a:lnTo>
                  <a:pt x="1625509" y="1124055"/>
                </a:lnTo>
                <a:lnTo>
                  <a:pt x="1630000" y="1123191"/>
                </a:lnTo>
                <a:lnTo>
                  <a:pt x="1634490" y="1122323"/>
                </a:lnTo>
                <a:lnTo>
                  <a:pt x="1638980" y="1121452"/>
                </a:lnTo>
                <a:lnTo>
                  <a:pt x="1643471" y="1120576"/>
                </a:lnTo>
                <a:lnTo>
                  <a:pt x="1647961" y="1119697"/>
                </a:lnTo>
                <a:lnTo>
                  <a:pt x="1652451" y="1118815"/>
                </a:lnTo>
                <a:lnTo>
                  <a:pt x="1656942" y="1117928"/>
                </a:lnTo>
                <a:lnTo>
                  <a:pt x="1661432" y="1117039"/>
                </a:lnTo>
                <a:lnTo>
                  <a:pt x="1665923" y="1116146"/>
                </a:lnTo>
                <a:lnTo>
                  <a:pt x="1670413" y="1115250"/>
                </a:lnTo>
                <a:lnTo>
                  <a:pt x="1674903" y="1114350"/>
                </a:lnTo>
                <a:lnTo>
                  <a:pt x="1679394" y="1113448"/>
                </a:lnTo>
                <a:lnTo>
                  <a:pt x="1683884" y="1112542"/>
                </a:lnTo>
                <a:lnTo>
                  <a:pt x="1688374" y="1111633"/>
                </a:lnTo>
                <a:lnTo>
                  <a:pt x="1692865" y="1110722"/>
                </a:lnTo>
                <a:lnTo>
                  <a:pt x="1697355" y="1109807"/>
                </a:lnTo>
                <a:lnTo>
                  <a:pt x="1701845" y="1108890"/>
                </a:lnTo>
                <a:lnTo>
                  <a:pt x="1706336" y="1107970"/>
                </a:lnTo>
                <a:lnTo>
                  <a:pt x="1710826" y="1107048"/>
                </a:lnTo>
                <a:lnTo>
                  <a:pt x="1715316" y="1106123"/>
                </a:lnTo>
                <a:lnTo>
                  <a:pt x="1719807" y="1105195"/>
                </a:lnTo>
                <a:lnTo>
                  <a:pt x="1724297" y="1104265"/>
                </a:lnTo>
                <a:lnTo>
                  <a:pt x="1728788" y="1103332"/>
                </a:lnTo>
                <a:lnTo>
                  <a:pt x="1733278" y="1102398"/>
                </a:lnTo>
                <a:lnTo>
                  <a:pt x="1737768" y="1101460"/>
                </a:lnTo>
                <a:lnTo>
                  <a:pt x="1742259" y="1100521"/>
                </a:lnTo>
                <a:lnTo>
                  <a:pt x="1746749" y="1099580"/>
                </a:lnTo>
                <a:lnTo>
                  <a:pt x="1751239" y="1098636"/>
                </a:lnTo>
                <a:lnTo>
                  <a:pt x="1755730" y="1097690"/>
                </a:lnTo>
                <a:lnTo>
                  <a:pt x="1760220" y="1096743"/>
                </a:lnTo>
                <a:lnTo>
                  <a:pt x="1764710" y="1095793"/>
                </a:lnTo>
                <a:lnTo>
                  <a:pt x="1769201" y="1094842"/>
                </a:lnTo>
                <a:lnTo>
                  <a:pt x="1773691" y="1093889"/>
                </a:lnTo>
                <a:lnTo>
                  <a:pt x="1778181" y="1092934"/>
                </a:lnTo>
                <a:lnTo>
                  <a:pt x="1782672" y="1091977"/>
                </a:lnTo>
                <a:lnTo>
                  <a:pt x="1787162" y="1091019"/>
                </a:lnTo>
                <a:lnTo>
                  <a:pt x="1791652" y="1090059"/>
                </a:lnTo>
                <a:lnTo>
                  <a:pt x="1796143" y="1089097"/>
                </a:lnTo>
                <a:lnTo>
                  <a:pt x="1800633" y="1088134"/>
                </a:lnTo>
                <a:lnTo>
                  <a:pt x="1805124" y="1087170"/>
                </a:lnTo>
                <a:lnTo>
                  <a:pt x="1809614" y="1086204"/>
                </a:lnTo>
                <a:lnTo>
                  <a:pt x="1814104" y="1085236"/>
                </a:lnTo>
                <a:lnTo>
                  <a:pt x="1818595" y="1084268"/>
                </a:lnTo>
                <a:lnTo>
                  <a:pt x="1823085" y="1083298"/>
                </a:lnTo>
                <a:lnTo>
                  <a:pt x="1827575" y="1082327"/>
                </a:lnTo>
                <a:lnTo>
                  <a:pt x="1832066" y="1081355"/>
                </a:lnTo>
                <a:lnTo>
                  <a:pt x="1836556" y="1080381"/>
                </a:lnTo>
                <a:lnTo>
                  <a:pt x="1841046" y="1079407"/>
                </a:lnTo>
                <a:lnTo>
                  <a:pt x="1845537" y="1078431"/>
                </a:lnTo>
                <a:lnTo>
                  <a:pt x="1850027" y="1077455"/>
                </a:lnTo>
                <a:lnTo>
                  <a:pt x="1854518" y="1076477"/>
                </a:lnTo>
                <a:lnTo>
                  <a:pt x="1859008" y="1075499"/>
                </a:lnTo>
                <a:lnTo>
                  <a:pt x="1863498" y="1074519"/>
                </a:lnTo>
                <a:lnTo>
                  <a:pt x="1867989" y="1073539"/>
                </a:lnTo>
                <a:lnTo>
                  <a:pt x="1872479" y="1072558"/>
                </a:lnTo>
                <a:lnTo>
                  <a:pt x="1876969" y="1071576"/>
                </a:lnTo>
                <a:lnTo>
                  <a:pt x="1881460" y="1070594"/>
                </a:lnTo>
                <a:lnTo>
                  <a:pt x="1885950" y="1069610"/>
                </a:lnTo>
                <a:lnTo>
                  <a:pt x="1890440" y="1068626"/>
                </a:lnTo>
                <a:lnTo>
                  <a:pt x="1894931" y="1067642"/>
                </a:lnTo>
                <a:lnTo>
                  <a:pt x="1899421" y="1066657"/>
                </a:lnTo>
                <a:lnTo>
                  <a:pt x="1903911" y="1065671"/>
                </a:lnTo>
                <a:lnTo>
                  <a:pt x="1908402" y="1064685"/>
                </a:lnTo>
                <a:lnTo>
                  <a:pt x="1912892" y="1063698"/>
                </a:lnTo>
                <a:lnTo>
                  <a:pt x="1917382" y="1062711"/>
                </a:lnTo>
                <a:lnTo>
                  <a:pt x="1921873" y="1061724"/>
                </a:lnTo>
                <a:lnTo>
                  <a:pt x="1926363" y="1060736"/>
                </a:lnTo>
                <a:lnTo>
                  <a:pt x="1930854" y="1059747"/>
                </a:lnTo>
                <a:lnTo>
                  <a:pt x="1935344" y="1058759"/>
                </a:lnTo>
                <a:lnTo>
                  <a:pt x="1939834" y="1057770"/>
                </a:lnTo>
                <a:lnTo>
                  <a:pt x="1944325" y="1056780"/>
                </a:lnTo>
                <a:lnTo>
                  <a:pt x="1948815" y="1055791"/>
                </a:lnTo>
                <a:lnTo>
                  <a:pt x="1953305" y="1054801"/>
                </a:lnTo>
                <a:lnTo>
                  <a:pt x="1957796" y="1053811"/>
                </a:lnTo>
                <a:lnTo>
                  <a:pt x="1962286" y="1052821"/>
                </a:lnTo>
                <a:lnTo>
                  <a:pt x="1966776" y="1051831"/>
                </a:lnTo>
                <a:lnTo>
                  <a:pt x="1971267" y="1050841"/>
                </a:lnTo>
                <a:lnTo>
                  <a:pt x="1975757" y="1049851"/>
                </a:lnTo>
                <a:lnTo>
                  <a:pt x="1980248" y="1048860"/>
                </a:lnTo>
                <a:lnTo>
                  <a:pt x="1984738" y="1047870"/>
                </a:lnTo>
                <a:lnTo>
                  <a:pt x="1989228" y="1046879"/>
                </a:lnTo>
                <a:lnTo>
                  <a:pt x="1993719" y="1045889"/>
                </a:lnTo>
                <a:lnTo>
                  <a:pt x="1998209" y="1044899"/>
                </a:lnTo>
                <a:lnTo>
                  <a:pt x="2002699" y="1043908"/>
                </a:lnTo>
                <a:lnTo>
                  <a:pt x="2007190" y="1042918"/>
                </a:lnTo>
                <a:lnTo>
                  <a:pt x="2011680" y="1041928"/>
                </a:lnTo>
                <a:lnTo>
                  <a:pt x="2016170" y="1040938"/>
                </a:lnTo>
                <a:lnTo>
                  <a:pt x="2020661" y="1039949"/>
                </a:lnTo>
                <a:lnTo>
                  <a:pt x="2025151" y="1038959"/>
                </a:lnTo>
                <a:lnTo>
                  <a:pt x="2029641" y="1037970"/>
                </a:lnTo>
                <a:lnTo>
                  <a:pt x="2034132" y="1036981"/>
                </a:lnTo>
                <a:lnTo>
                  <a:pt x="2038622" y="1035992"/>
                </a:lnTo>
                <a:lnTo>
                  <a:pt x="2043113" y="1035004"/>
                </a:lnTo>
                <a:lnTo>
                  <a:pt x="2047603" y="1034015"/>
                </a:lnTo>
                <a:lnTo>
                  <a:pt x="2052093" y="1033028"/>
                </a:lnTo>
                <a:lnTo>
                  <a:pt x="2056584" y="1032040"/>
                </a:lnTo>
                <a:lnTo>
                  <a:pt x="2061074" y="1031053"/>
                </a:lnTo>
                <a:lnTo>
                  <a:pt x="2065564" y="1030066"/>
                </a:lnTo>
                <a:lnTo>
                  <a:pt x="2070055" y="1029080"/>
                </a:lnTo>
                <a:lnTo>
                  <a:pt x="2074545" y="1028094"/>
                </a:lnTo>
                <a:lnTo>
                  <a:pt x="2079035" y="1027108"/>
                </a:lnTo>
                <a:lnTo>
                  <a:pt x="2083526" y="1026123"/>
                </a:lnTo>
                <a:lnTo>
                  <a:pt x="2088016" y="1025138"/>
                </a:lnTo>
                <a:lnTo>
                  <a:pt x="2092506" y="1024154"/>
                </a:lnTo>
                <a:lnTo>
                  <a:pt x="2096997" y="1023170"/>
                </a:lnTo>
                <a:lnTo>
                  <a:pt x="2101487" y="1022187"/>
                </a:lnTo>
                <a:lnTo>
                  <a:pt x="2105977" y="1021205"/>
                </a:lnTo>
                <a:lnTo>
                  <a:pt x="2110468" y="1020223"/>
                </a:lnTo>
                <a:lnTo>
                  <a:pt x="2114958" y="1019241"/>
                </a:lnTo>
                <a:lnTo>
                  <a:pt x="2119449" y="1018260"/>
                </a:lnTo>
                <a:lnTo>
                  <a:pt x="2123939" y="1017280"/>
                </a:lnTo>
                <a:lnTo>
                  <a:pt x="2128429" y="1016300"/>
                </a:lnTo>
                <a:lnTo>
                  <a:pt x="2132920" y="1015321"/>
                </a:lnTo>
                <a:lnTo>
                  <a:pt x="2137410" y="1014343"/>
                </a:lnTo>
                <a:lnTo>
                  <a:pt x="2141900" y="1013365"/>
                </a:lnTo>
                <a:lnTo>
                  <a:pt x="2146391" y="1012388"/>
                </a:lnTo>
                <a:lnTo>
                  <a:pt x="2150881" y="1011411"/>
                </a:lnTo>
                <a:lnTo>
                  <a:pt x="2155371" y="1010436"/>
                </a:lnTo>
                <a:lnTo>
                  <a:pt x="2159862" y="1009460"/>
                </a:lnTo>
                <a:lnTo>
                  <a:pt x="2164352" y="1008486"/>
                </a:lnTo>
                <a:lnTo>
                  <a:pt x="2168842" y="1007513"/>
                </a:lnTo>
                <a:lnTo>
                  <a:pt x="2173333" y="1006540"/>
                </a:lnTo>
                <a:lnTo>
                  <a:pt x="2177823" y="1005568"/>
                </a:lnTo>
                <a:lnTo>
                  <a:pt x="2182314" y="1004597"/>
                </a:lnTo>
                <a:lnTo>
                  <a:pt x="2186804" y="1003626"/>
                </a:lnTo>
                <a:lnTo>
                  <a:pt x="2191294" y="1002656"/>
                </a:lnTo>
                <a:lnTo>
                  <a:pt x="2195785" y="1001687"/>
                </a:lnTo>
                <a:lnTo>
                  <a:pt x="2200275" y="1000719"/>
                </a:lnTo>
                <a:lnTo>
                  <a:pt x="2204765" y="999752"/>
                </a:lnTo>
                <a:lnTo>
                  <a:pt x="2209256" y="998786"/>
                </a:lnTo>
                <a:lnTo>
                  <a:pt x="2213746" y="997820"/>
                </a:lnTo>
                <a:lnTo>
                  <a:pt x="2218236" y="996856"/>
                </a:lnTo>
                <a:lnTo>
                  <a:pt x="2222727" y="995892"/>
                </a:lnTo>
                <a:lnTo>
                  <a:pt x="2227217" y="994929"/>
                </a:lnTo>
                <a:lnTo>
                  <a:pt x="2231707" y="993967"/>
                </a:lnTo>
                <a:lnTo>
                  <a:pt x="2236198" y="993006"/>
                </a:lnTo>
                <a:lnTo>
                  <a:pt x="2240688" y="992045"/>
                </a:lnTo>
                <a:lnTo>
                  <a:pt x="2245179" y="991086"/>
                </a:lnTo>
                <a:lnTo>
                  <a:pt x="2249669" y="990128"/>
                </a:lnTo>
                <a:lnTo>
                  <a:pt x="2254159" y="989170"/>
                </a:lnTo>
                <a:lnTo>
                  <a:pt x="2258650" y="988214"/>
                </a:lnTo>
                <a:lnTo>
                  <a:pt x="2263140" y="987258"/>
                </a:lnTo>
                <a:lnTo>
                  <a:pt x="2267630" y="986304"/>
                </a:lnTo>
                <a:lnTo>
                  <a:pt x="2272121" y="985350"/>
                </a:lnTo>
                <a:lnTo>
                  <a:pt x="2276611" y="984398"/>
                </a:lnTo>
                <a:lnTo>
                  <a:pt x="2281101" y="983446"/>
                </a:lnTo>
                <a:lnTo>
                  <a:pt x="2285592" y="982495"/>
                </a:lnTo>
                <a:lnTo>
                  <a:pt x="2290082" y="981546"/>
                </a:lnTo>
                <a:lnTo>
                  <a:pt x="2294573" y="980597"/>
                </a:lnTo>
                <a:lnTo>
                  <a:pt x="2299063" y="979650"/>
                </a:lnTo>
                <a:lnTo>
                  <a:pt x="2303553" y="978703"/>
                </a:lnTo>
                <a:lnTo>
                  <a:pt x="2308044" y="977757"/>
                </a:lnTo>
                <a:lnTo>
                  <a:pt x="2312534" y="976813"/>
                </a:lnTo>
                <a:lnTo>
                  <a:pt x="2317024" y="975869"/>
                </a:lnTo>
                <a:lnTo>
                  <a:pt x="2321515" y="974927"/>
                </a:lnTo>
                <a:lnTo>
                  <a:pt x="2326005" y="973986"/>
                </a:lnTo>
                <a:lnTo>
                  <a:pt x="2330495" y="973045"/>
                </a:lnTo>
                <a:lnTo>
                  <a:pt x="2334986" y="972106"/>
                </a:lnTo>
                <a:lnTo>
                  <a:pt x="2339476" y="971168"/>
                </a:lnTo>
                <a:lnTo>
                  <a:pt x="2343966" y="970231"/>
                </a:lnTo>
                <a:lnTo>
                  <a:pt x="2348457" y="969295"/>
                </a:lnTo>
                <a:lnTo>
                  <a:pt x="2352947" y="968360"/>
                </a:lnTo>
                <a:lnTo>
                  <a:pt x="2357438" y="967426"/>
                </a:lnTo>
                <a:lnTo>
                  <a:pt x="2361928" y="966494"/>
                </a:lnTo>
                <a:lnTo>
                  <a:pt x="2366418" y="965562"/>
                </a:lnTo>
                <a:lnTo>
                  <a:pt x="2370909" y="964632"/>
                </a:lnTo>
                <a:lnTo>
                  <a:pt x="2375399" y="963703"/>
                </a:lnTo>
                <a:lnTo>
                  <a:pt x="2379889" y="962774"/>
                </a:lnTo>
                <a:lnTo>
                  <a:pt x="2384380" y="961847"/>
                </a:lnTo>
                <a:lnTo>
                  <a:pt x="2388870" y="960921"/>
                </a:lnTo>
                <a:lnTo>
                  <a:pt x="2393360" y="959997"/>
                </a:lnTo>
                <a:lnTo>
                  <a:pt x="2397851" y="959073"/>
                </a:lnTo>
                <a:lnTo>
                  <a:pt x="2402341" y="958151"/>
                </a:lnTo>
                <a:lnTo>
                  <a:pt x="2406831" y="957229"/>
                </a:lnTo>
                <a:lnTo>
                  <a:pt x="2411322" y="956309"/>
                </a:lnTo>
                <a:lnTo>
                  <a:pt x="2415812" y="955390"/>
                </a:lnTo>
                <a:lnTo>
                  <a:pt x="2420302" y="954472"/>
                </a:lnTo>
                <a:lnTo>
                  <a:pt x="2424793" y="953555"/>
                </a:lnTo>
                <a:lnTo>
                  <a:pt x="2429283" y="952640"/>
                </a:lnTo>
                <a:lnTo>
                  <a:pt x="2433774" y="951726"/>
                </a:lnTo>
                <a:lnTo>
                  <a:pt x="2438264" y="950813"/>
                </a:lnTo>
                <a:lnTo>
                  <a:pt x="2442754" y="949901"/>
                </a:lnTo>
                <a:lnTo>
                  <a:pt x="2447245" y="948990"/>
                </a:lnTo>
                <a:lnTo>
                  <a:pt x="2451735" y="948080"/>
                </a:lnTo>
                <a:lnTo>
                  <a:pt x="2456225" y="947172"/>
                </a:lnTo>
                <a:lnTo>
                  <a:pt x="2460716" y="946265"/>
                </a:lnTo>
                <a:lnTo>
                  <a:pt x="2465206" y="945359"/>
                </a:lnTo>
                <a:lnTo>
                  <a:pt x="2469696" y="944454"/>
                </a:lnTo>
                <a:lnTo>
                  <a:pt x="2474187" y="943550"/>
                </a:lnTo>
                <a:lnTo>
                  <a:pt x="2478677" y="942648"/>
                </a:lnTo>
                <a:lnTo>
                  <a:pt x="2483167" y="941747"/>
                </a:lnTo>
                <a:lnTo>
                  <a:pt x="2487658" y="940847"/>
                </a:lnTo>
                <a:lnTo>
                  <a:pt x="2492148" y="939948"/>
                </a:lnTo>
                <a:lnTo>
                  <a:pt x="2496639" y="939050"/>
                </a:lnTo>
                <a:lnTo>
                  <a:pt x="2501129" y="938154"/>
                </a:lnTo>
                <a:lnTo>
                  <a:pt x="2505619" y="937259"/>
                </a:lnTo>
                <a:lnTo>
                  <a:pt x="2510110" y="936365"/>
                </a:lnTo>
                <a:lnTo>
                  <a:pt x="2514600" y="935473"/>
                </a:lnTo>
                <a:lnTo>
                  <a:pt x="2519090" y="934581"/>
                </a:lnTo>
                <a:lnTo>
                  <a:pt x="2523581" y="933691"/>
                </a:lnTo>
                <a:lnTo>
                  <a:pt x="2528071" y="932802"/>
                </a:lnTo>
                <a:lnTo>
                  <a:pt x="2532561" y="931914"/>
                </a:lnTo>
                <a:lnTo>
                  <a:pt x="2537052" y="931028"/>
                </a:lnTo>
                <a:lnTo>
                  <a:pt x="2541542" y="930143"/>
                </a:lnTo>
                <a:lnTo>
                  <a:pt x="2546032" y="929259"/>
                </a:lnTo>
                <a:lnTo>
                  <a:pt x="2550523" y="928376"/>
                </a:lnTo>
                <a:lnTo>
                  <a:pt x="2555013" y="927494"/>
                </a:lnTo>
                <a:lnTo>
                  <a:pt x="2559504" y="926614"/>
                </a:lnTo>
                <a:lnTo>
                  <a:pt x="2563994" y="925735"/>
                </a:lnTo>
                <a:lnTo>
                  <a:pt x="2568484" y="924857"/>
                </a:lnTo>
                <a:lnTo>
                  <a:pt x="2572975" y="923981"/>
                </a:lnTo>
                <a:lnTo>
                  <a:pt x="2577465" y="923106"/>
                </a:lnTo>
                <a:lnTo>
                  <a:pt x="2581955" y="922232"/>
                </a:lnTo>
                <a:lnTo>
                  <a:pt x="2586446" y="921359"/>
                </a:lnTo>
                <a:lnTo>
                  <a:pt x="2590936" y="920487"/>
                </a:lnTo>
                <a:lnTo>
                  <a:pt x="2595426" y="919617"/>
                </a:lnTo>
                <a:lnTo>
                  <a:pt x="2599917" y="918748"/>
                </a:lnTo>
                <a:lnTo>
                  <a:pt x="2604407" y="917880"/>
                </a:lnTo>
                <a:lnTo>
                  <a:pt x="2608898" y="917014"/>
                </a:lnTo>
                <a:lnTo>
                  <a:pt x="2613388" y="916149"/>
                </a:lnTo>
                <a:lnTo>
                  <a:pt x="2617878" y="915285"/>
                </a:lnTo>
                <a:lnTo>
                  <a:pt x="2622369" y="914422"/>
                </a:lnTo>
                <a:lnTo>
                  <a:pt x="2626859" y="913560"/>
                </a:lnTo>
                <a:lnTo>
                  <a:pt x="2631349" y="912700"/>
                </a:lnTo>
                <a:lnTo>
                  <a:pt x="2635840" y="911841"/>
                </a:lnTo>
                <a:lnTo>
                  <a:pt x="2640330" y="910984"/>
                </a:lnTo>
                <a:lnTo>
                  <a:pt x="2644820" y="910127"/>
                </a:lnTo>
                <a:lnTo>
                  <a:pt x="2649311" y="909272"/>
                </a:lnTo>
                <a:lnTo>
                  <a:pt x="2653801" y="908418"/>
                </a:lnTo>
                <a:lnTo>
                  <a:pt x="2658291" y="907566"/>
                </a:lnTo>
                <a:lnTo>
                  <a:pt x="2662782" y="906714"/>
                </a:lnTo>
                <a:lnTo>
                  <a:pt x="2667272" y="905864"/>
                </a:lnTo>
                <a:lnTo>
                  <a:pt x="2671763" y="905015"/>
                </a:lnTo>
                <a:lnTo>
                  <a:pt x="2676253" y="904168"/>
                </a:lnTo>
                <a:lnTo>
                  <a:pt x="2680743" y="903322"/>
                </a:lnTo>
                <a:lnTo>
                  <a:pt x="2685234" y="902477"/>
                </a:lnTo>
                <a:lnTo>
                  <a:pt x="2689724" y="901633"/>
                </a:lnTo>
                <a:lnTo>
                  <a:pt x="2694214" y="900790"/>
                </a:lnTo>
                <a:lnTo>
                  <a:pt x="2698705" y="899949"/>
                </a:lnTo>
                <a:lnTo>
                  <a:pt x="2703195" y="899109"/>
                </a:lnTo>
                <a:lnTo>
                  <a:pt x="2707685" y="898270"/>
                </a:lnTo>
                <a:lnTo>
                  <a:pt x="2712176" y="897433"/>
                </a:lnTo>
                <a:lnTo>
                  <a:pt x="2716666" y="896597"/>
                </a:lnTo>
                <a:lnTo>
                  <a:pt x="2721156" y="895762"/>
                </a:lnTo>
                <a:lnTo>
                  <a:pt x="2725647" y="894928"/>
                </a:lnTo>
                <a:lnTo>
                  <a:pt x="2730137" y="894096"/>
                </a:lnTo>
                <a:lnTo>
                  <a:pt x="2734627" y="893265"/>
                </a:lnTo>
                <a:lnTo>
                  <a:pt x="2739118" y="892435"/>
                </a:lnTo>
                <a:lnTo>
                  <a:pt x="2743608" y="891606"/>
                </a:lnTo>
                <a:lnTo>
                  <a:pt x="2748099" y="890779"/>
                </a:lnTo>
                <a:lnTo>
                  <a:pt x="2752589" y="889953"/>
                </a:lnTo>
                <a:lnTo>
                  <a:pt x="2757079" y="889128"/>
                </a:lnTo>
                <a:lnTo>
                  <a:pt x="2761570" y="888305"/>
                </a:lnTo>
                <a:lnTo>
                  <a:pt x="2766060" y="887482"/>
                </a:lnTo>
                <a:lnTo>
                  <a:pt x="2770550" y="886661"/>
                </a:lnTo>
                <a:lnTo>
                  <a:pt x="2775041" y="885841"/>
                </a:lnTo>
                <a:lnTo>
                  <a:pt x="2779531" y="885023"/>
                </a:lnTo>
                <a:lnTo>
                  <a:pt x="2784021" y="884206"/>
                </a:lnTo>
                <a:lnTo>
                  <a:pt x="2788512" y="883390"/>
                </a:lnTo>
                <a:lnTo>
                  <a:pt x="2793002" y="882575"/>
                </a:lnTo>
                <a:lnTo>
                  <a:pt x="2797493" y="881762"/>
                </a:lnTo>
                <a:lnTo>
                  <a:pt x="2801983" y="880949"/>
                </a:lnTo>
                <a:lnTo>
                  <a:pt x="2806473" y="880138"/>
                </a:lnTo>
                <a:lnTo>
                  <a:pt x="2810964" y="879329"/>
                </a:lnTo>
                <a:lnTo>
                  <a:pt x="2815454" y="878520"/>
                </a:lnTo>
                <a:lnTo>
                  <a:pt x="2819944" y="877713"/>
                </a:lnTo>
                <a:lnTo>
                  <a:pt x="2824435" y="876907"/>
                </a:lnTo>
                <a:lnTo>
                  <a:pt x="2828925" y="876102"/>
                </a:lnTo>
                <a:lnTo>
                  <a:pt x="2833415" y="875299"/>
                </a:lnTo>
                <a:lnTo>
                  <a:pt x="2837906" y="874497"/>
                </a:lnTo>
                <a:lnTo>
                  <a:pt x="2842396" y="873696"/>
                </a:lnTo>
                <a:lnTo>
                  <a:pt x="2846886" y="872896"/>
                </a:lnTo>
                <a:lnTo>
                  <a:pt x="2851377" y="872097"/>
                </a:lnTo>
                <a:lnTo>
                  <a:pt x="2855867" y="871300"/>
                </a:lnTo>
                <a:lnTo>
                  <a:pt x="2860357" y="870504"/>
                </a:lnTo>
                <a:lnTo>
                  <a:pt x="2864848" y="869709"/>
                </a:lnTo>
                <a:lnTo>
                  <a:pt x="2869338" y="868916"/>
                </a:lnTo>
                <a:lnTo>
                  <a:pt x="2873829" y="868124"/>
                </a:lnTo>
                <a:lnTo>
                  <a:pt x="2878319" y="867333"/>
                </a:lnTo>
                <a:lnTo>
                  <a:pt x="2882809" y="866543"/>
                </a:lnTo>
                <a:lnTo>
                  <a:pt x="2887300" y="865754"/>
                </a:lnTo>
                <a:lnTo>
                  <a:pt x="2891790" y="864967"/>
                </a:lnTo>
                <a:lnTo>
                  <a:pt x="2896280" y="864181"/>
                </a:lnTo>
                <a:lnTo>
                  <a:pt x="2900771" y="863396"/>
                </a:lnTo>
                <a:lnTo>
                  <a:pt x="2905261" y="862613"/>
                </a:lnTo>
                <a:lnTo>
                  <a:pt x="2909751" y="861830"/>
                </a:lnTo>
                <a:lnTo>
                  <a:pt x="2914242" y="861049"/>
                </a:lnTo>
                <a:lnTo>
                  <a:pt x="2918732" y="860269"/>
                </a:lnTo>
                <a:lnTo>
                  <a:pt x="2923223" y="859490"/>
                </a:lnTo>
                <a:lnTo>
                  <a:pt x="2927713" y="858713"/>
                </a:lnTo>
                <a:lnTo>
                  <a:pt x="2932203" y="857937"/>
                </a:lnTo>
                <a:lnTo>
                  <a:pt x="2936694" y="857162"/>
                </a:lnTo>
                <a:lnTo>
                  <a:pt x="2941184" y="856388"/>
                </a:lnTo>
                <a:lnTo>
                  <a:pt x="2945674" y="855615"/>
                </a:lnTo>
                <a:lnTo>
                  <a:pt x="2950165" y="854844"/>
                </a:lnTo>
                <a:lnTo>
                  <a:pt x="2954655" y="854074"/>
                </a:lnTo>
                <a:lnTo>
                  <a:pt x="2959145" y="853305"/>
                </a:lnTo>
                <a:lnTo>
                  <a:pt x="2963636" y="852537"/>
                </a:lnTo>
                <a:lnTo>
                  <a:pt x="2968126" y="851770"/>
                </a:lnTo>
                <a:lnTo>
                  <a:pt x="2972616" y="851005"/>
                </a:lnTo>
                <a:lnTo>
                  <a:pt x="2977107" y="850241"/>
                </a:lnTo>
                <a:lnTo>
                  <a:pt x="2981597" y="849478"/>
                </a:lnTo>
                <a:lnTo>
                  <a:pt x="2986088" y="848717"/>
                </a:lnTo>
                <a:lnTo>
                  <a:pt x="2990578" y="847956"/>
                </a:lnTo>
                <a:lnTo>
                  <a:pt x="2995068" y="847197"/>
                </a:lnTo>
                <a:lnTo>
                  <a:pt x="2999559" y="846439"/>
                </a:lnTo>
                <a:lnTo>
                  <a:pt x="3004049" y="845682"/>
                </a:lnTo>
                <a:lnTo>
                  <a:pt x="3008539" y="844926"/>
                </a:lnTo>
                <a:lnTo>
                  <a:pt x="3013030" y="844172"/>
                </a:lnTo>
                <a:lnTo>
                  <a:pt x="3017520" y="843419"/>
                </a:lnTo>
                <a:lnTo>
                  <a:pt x="3022010" y="842666"/>
                </a:lnTo>
                <a:lnTo>
                  <a:pt x="3026501" y="841916"/>
                </a:lnTo>
                <a:lnTo>
                  <a:pt x="3030991" y="841166"/>
                </a:lnTo>
                <a:lnTo>
                  <a:pt x="3035481" y="840417"/>
                </a:lnTo>
                <a:lnTo>
                  <a:pt x="3039972" y="839670"/>
                </a:lnTo>
                <a:lnTo>
                  <a:pt x="3044462" y="838924"/>
                </a:lnTo>
                <a:lnTo>
                  <a:pt x="3048952" y="838179"/>
                </a:lnTo>
                <a:lnTo>
                  <a:pt x="3053443" y="837435"/>
                </a:lnTo>
                <a:lnTo>
                  <a:pt x="3057933" y="836693"/>
                </a:lnTo>
                <a:lnTo>
                  <a:pt x="3062424" y="835951"/>
                </a:lnTo>
                <a:lnTo>
                  <a:pt x="3066914" y="835211"/>
                </a:lnTo>
                <a:lnTo>
                  <a:pt x="3071404" y="834472"/>
                </a:lnTo>
                <a:lnTo>
                  <a:pt x="3075895" y="833734"/>
                </a:lnTo>
                <a:lnTo>
                  <a:pt x="3080385" y="832997"/>
                </a:lnTo>
                <a:lnTo>
                  <a:pt x="3084875" y="832262"/>
                </a:lnTo>
                <a:lnTo>
                  <a:pt x="3089366" y="831528"/>
                </a:lnTo>
                <a:lnTo>
                  <a:pt x="3093856" y="830794"/>
                </a:lnTo>
                <a:lnTo>
                  <a:pt x="3098346" y="830062"/>
                </a:lnTo>
                <a:lnTo>
                  <a:pt x="3102837" y="829332"/>
                </a:lnTo>
                <a:lnTo>
                  <a:pt x="3107327" y="828602"/>
                </a:lnTo>
                <a:lnTo>
                  <a:pt x="3111818" y="827873"/>
                </a:lnTo>
                <a:lnTo>
                  <a:pt x="3116308" y="827146"/>
                </a:lnTo>
                <a:lnTo>
                  <a:pt x="3120798" y="826420"/>
                </a:lnTo>
                <a:lnTo>
                  <a:pt x="3125289" y="825695"/>
                </a:lnTo>
                <a:lnTo>
                  <a:pt x="3129779" y="824971"/>
                </a:lnTo>
                <a:lnTo>
                  <a:pt x="3134269" y="824248"/>
                </a:lnTo>
                <a:lnTo>
                  <a:pt x="3138760" y="823526"/>
                </a:lnTo>
                <a:lnTo>
                  <a:pt x="3143250" y="822806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108" name="beta.selected">
            <a:extLst>
              <a:ext uri="{FF2B5EF4-FFF2-40B4-BE49-F238E27FC236}">
                <a16:creationId xmlns:a16="http://schemas.microsoft.com/office/drawing/2014/main" id="{D35C91D4-56DA-4BF8-BB97-2C59E761E48C}"/>
              </a:ext>
            </a:extLst>
          </p:cNvPr>
          <p:cNvSpPr>
            <a:spLocks noGrp="1"/>
          </p:cNvSpPr>
          <p:nvPr/>
        </p:nvSpPr>
        <p:spPr>
          <a:xfrm>
            <a:off x="14126815" y="4122936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109" name="beta.projection">
            <a:extLst>
              <a:ext uri="{FF2B5EF4-FFF2-40B4-BE49-F238E27FC236}">
                <a16:creationId xmlns:a16="http://schemas.microsoft.com/office/drawing/2014/main" id="{72BDD39D-5A12-47E4-BC8C-0407305AF52D}"/>
              </a:ext>
            </a:extLst>
          </p:cNvPr>
          <p:cNvSpPr>
            <a:spLocks noGrp="1"/>
          </p:cNvSpPr>
          <p:nvPr/>
        </p:nvSpPr>
        <p:spPr>
          <a:xfrm>
            <a:off x="14174440" y="4170561"/>
            <a:ext cx="953" cy="468114"/>
          </a:xfrm>
          <a:custGeom>
            <a:avLst/>
            <a:gdLst/>
            <a:ahLst/>
            <a:cxnLst/>
            <a:rect l="0" t="0" r="0" b="0"/>
            <a:pathLst>
              <a:path w="953" h="468114">
                <a:moveTo>
                  <a:pt x="0" y="0"/>
                </a:moveTo>
                <a:lnTo>
                  <a:pt x="0" y="468114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111" name="beta.minimum-leader">
            <a:extLst>
              <a:ext uri="{FF2B5EF4-FFF2-40B4-BE49-F238E27FC236}">
                <a16:creationId xmlns:a16="http://schemas.microsoft.com/office/drawing/2014/main" id="{C0B9C555-0B66-44B2-9BB7-A10E99957AB3}"/>
              </a:ext>
            </a:extLst>
          </p:cNvPr>
          <p:cNvSpPr>
            <a:spLocks noGrp="1"/>
          </p:cNvSpPr>
          <p:nvPr/>
        </p:nvSpPr>
        <p:spPr>
          <a:xfrm>
            <a:off x="14241115" y="3781425"/>
            <a:ext cx="332135" cy="331986"/>
          </a:xfrm>
          <a:custGeom>
            <a:avLst/>
            <a:gdLst/>
            <a:ahLst/>
            <a:cxnLst/>
            <a:rect l="0" t="0" r="0" b="0"/>
            <a:pathLst>
              <a:path w="332135" h="331986">
                <a:moveTo>
                  <a:pt x="332135" y="0"/>
                </a:moveTo>
                <a:lnTo>
                  <a:pt x="0" y="331986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12" name="flow.gamma-beta">
            <a:extLst>
              <a:ext uri="{FF2B5EF4-FFF2-40B4-BE49-F238E27FC236}">
                <a16:creationId xmlns:a16="http://schemas.microsoft.com/office/drawing/2014/main" id="{09292B84-D3D8-40D3-B94A-627A41FDC348}"/>
              </a:ext>
            </a:extLst>
          </p:cNvPr>
          <p:cNvSpPr>
            <a:spLocks noGrp="1"/>
          </p:cNvSpPr>
          <p:nvPr/>
        </p:nvSpPr>
        <p:spPr>
          <a:xfrm>
            <a:off x="10953750" y="322897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14" name="result.boundary">
            <a:extLst>
              <a:ext uri="{FF2B5EF4-FFF2-40B4-BE49-F238E27FC236}">
                <a16:creationId xmlns:a16="http://schemas.microsoft.com/office/drawing/2014/main" id="{E1C7CF8C-2E3E-4DAA-AC19-3A4F590A512B}"/>
              </a:ext>
            </a:extLst>
          </p:cNvPr>
          <p:cNvSpPr>
            <a:spLocks noGrp="1"/>
          </p:cNvSpPr>
          <p:nvPr/>
        </p:nvSpPr>
        <p:spPr>
          <a:xfrm>
            <a:off x="17811750" y="914400"/>
            <a:ext cx="4095750" cy="476250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115" name="result.header">
            <a:extLst>
              <a:ext uri="{FF2B5EF4-FFF2-40B4-BE49-F238E27FC236}">
                <a16:creationId xmlns:a16="http://schemas.microsoft.com/office/drawing/2014/main" id="{A470ED03-D801-43B4-8A1C-06E24D4BE7F5}"/>
              </a:ext>
            </a:extLst>
          </p:cNvPr>
          <p:cNvSpPr>
            <a:spLocks noGrp="1"/>
          </p:cNvSpPr>
          <p:nvPr/>
        </p:nvSpPr>
        <p:spPr>
          <a:xfrm>
            <a:off x="17811750" y="914400"/>
            <a:ext cx="4095750" cy="400050"/>
          </a:xfrm>
          <a:prstGeom prst="rect">
            <a:avLst/>
          </a:prstGeom>
          <a:solidFill>
            <a:srgbClr val="FAEAD9"/>
          </a:solidFill>
          <a:ln w="9525">
            <a:noFill/>
            <a:prstDash val="solid"/>
          </a:ln>
        </p:spPr>
      </p:sp>
      <p:sp>
        <p:nvSpPr>
          <p:cNvPr id="116" name="result.title">
            <a:extLst>
              <a:ext uri="{FF2B5EF4-FFF2-40B4-BE49-F238E27FC236}">
                <a16:creationId xmlns:a16="http://schemas.microsoft.com/office/drawing/2014/main" id="{59AE982F-7C7D-467A-8760-788C3D1649EA}"/>
              </a:ext>
            </a:extLst>
          </p:cNvPr>
          <p:cNvSpPr>
            <a:spLocks noGrp="1"/>
          </p:cNvSpPr>
          <p:nvPr/>
        </p:nvSpPr>
        <p:spPr>
          <a:xfrm>
            <a:off x="17907000" y="933450"/>
            <a:ext cx="390525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尺度计算与三参数输出</a:t>
            </a:r>
          </a:p>
        </p:txBody>
      </p:sp>
      <p:sp>
        <p:nvSpPr>
          <p:cNvPr id="117" name="eta.title">
            <a:extLst>
              <a:ext uri="{FF2B5EF4-FFF2-40B4-BE49-F238E27FC236}">
                <a16:creationId xmlns:a16="http://schemas.microsoft.com/office/drawing/2014/main" id="{0BBC6D48-C208-4E17-B67C-B8FB50356BB6}"/>
              </a:ext>
            </a:extLst>
          </p:cNvPr>
          <p:cNvSpPr>
            <a:spLocks noGrp="1"/>
          </p:cNvSpPr>
          <p:nvPr/>
        </p:nvSpPr>
        <p:spPr>
          <a:xfrm>
            <a:off x="17945100" y="1838325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</a:t>
            </a:r>
          </a:p>
        </p:txBody>
      </p:sp>
      <p:sp>
        <p:nvSpPr>
          <p:cNvPr id="119" name="flow.beta-eta">
            <a:extLst>
              <a:ext uri="{FF2B5EF4-FFF2-40B4-BE49-F238E27FC236}">
                <a16:creationId xmlns:a16="http://schemas.microsoft.com/office/drawing/2014/main" id="{16BDE867-5993-46D2-A647-6CE85DA91CF2}"/>
              </a:ext>
            </a:extLst>
          </p:cNvPr>
          <p:cNvSpPr>
            <a:spLocks noGrp="1"/>
          </p:cNvSpPr>
          <p:nvPr/>
        </p:nvSpPr>
        <p:spPr>
          <a:xfrm>
            <a:off x="16973550" y="3228975"/>
            <a:ext cx="6286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0" name="flow.eta-output">
            <a:extLst>
              <a:ext uri="{FF2B5EF4-FFF2-40B4-BE49-F238E27FC236}">
                <a16:creationId xmlns:a16="http://schemas.microsoft.com/office/drawing/2014/main" id="{5A7E340E-1C16-4793-A7EA-23811B51684F}"/>
              </a:ext>
            </a:extLst>
          </p:cNvPr>
          <p:cNvSpPr>
            <a:spLocks noGrp="1"/>
          </p:cNvSpPr>
          <p:nvPr/>
        </p:nvSpPr>
        <p:spPr>
          <a:xfrm>
            <a:off x="19764375" y="3448050"/>
            <a:ext cx="190500" cy="247650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1" name="output.title">
            <a:extLst>
              <a:ext uri="{FF2B5EF4-FFF2-40B4-BE49-F238E27FC236}">
                <a16:creationId xmlns:a16="http://schemas.microsoft.com/office/drawing/2014/main" id="{A33D1937-2760-4C37-B3B3-AF198A469B06}"/>
              </a:ext>
            </a:extLst>
          </p:cNvPr>
          <p:cNvSpPr>
            <a:spLocks noGrp="1"/>
          </p:cNvSpPr>
          <p:nvPr/>
        </p:nvSpPr>
        <p:spPr>
          <a:xfrm>
            <a:off x="17945100" y="3848100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输出三参数估计</a:t>
            </a:r>
          </a:p>
        </p:txBody>
      </p:sp>
      <p:sp>
        <p:nvSpPr>
          <p:cNvPr id="123" name="flow.a-repeat">
            <a:extLst>
              <a:ext uri="{FF2B5EF4-FFF2-40B4-BE49-F238E27FC236}">
                <a16:creationId xmlns:a16="http://schemas.microsoft.com/office/drawing/2014/main" id="{2A4A3D7C-406E-421C-8F16-05874E0A581C}"/>
              </a:ext>
            </a:extLst>
          </p:cNvPr>
          <p:cNvSpPr>
            <a:spLocks noGrp="1"/>
          </p:cNvSpPr>
          <p:nvPr/>
        </p:nvSpPr>
        <p:spPr>
          <a:xfrm>
            <a:off x="8286750" y="5800725"/>
            <a:ext cx="190500" cy="828675"/>
          </a:xfrm>
          <a:prstGeom prst="down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4" name="repeat.branch-label">
            <a:extLst>
              <a:ext uri="{FF2B5EF4-FFF2-40B4-BE49-F238E27FC236}">
                <a16:creationId xmlns:a16="http://schemas.microsoft.com/office/drawing/2014/main" id="{74DEC98E-4F0D-4391-8CA3-C336BDE9C9D0}"/>
              </a:ext>
            </a:extLst>
          </p:cNvPr>
          <p:cNvSpPr>
            <a:spLocks noGrp="1"/>
          </p:cNvSpPr>
          <p:nvPr/>
        </p:nvSpPr>
        <p:spPr>
          <a:xfrm>
            <a:off x="8667750" y="6010275"/>
            <a:ext cx="28575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同一参数下重复抽样</a:t>
            </a:r>
          </a:p>
        </p:txBody>
      </p:sp>
      <p:sp>
        <p:nvSpPr>
          <p:cNvPr id="125" name="repeat.boundary">
            <a:extLst>
              <a:ext uri="{FF2B5EF4-FFF2-40B4-BE49-F238E27FC236}">
                <a16:creationId xmlns:a16="http://schemas.microsoft.com/office/drawing/2014/main" id="{4117EBDA-127D-4697-AD79-2C2B4429AB72}"/>
              </a:ext>
            </a:extLst>
          </p:cNvPr>
          <p:cNvSpPr>
            <a:spLocks noGrp="1"/>
          </p:cNvSpPr>
          <p:nvPr/>
        </p:nvSpPr>
        <p:spPr>
          <a:xfrm>
            <a:off x="6000750" y="6810375"/>
            <a:ext cx="4762500" cy="4191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126" name="repeat.header">
            <a:extLst>
              <a:ext uri="{FF2B5EF4-FFF2-40B4-BE49-F238E27FC236}">
                <a16:creationId xmlns:a16="http://schemas.microsoft.com/office/drawing/2014/main" id="{81DED745-5858-4D68-9CCF-9641A2738CB9}"/>
              </a:ext>
            </a:extLst>
          </p:cNvPr>
          <p:cNvSpPr>
            <a:spLocks noGrp="1"/>
          </p:cNvSpPr>
          <p:nvPr/>
        </p:nvSpPr>
        <p:spPr>
          <a:xfrm>
            <a:off x="6000750" y="6810375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127" name="repeat.title">
            <a:extLst>
              <a:ext uri="{FF2B5EF4-FFF2-40B4-BE49-F238E27FC236}">
                <a16:creationId xmlns:a16="http://schemas.microsoft.com/office/drawing/2014/main" id="{58A39612-7BF0-4AF2-9E0B-BC33FA281D94}"/>
              </a:ext>
            </a:extLst>
          </p:cNvPr>
          <p:cNvSpPr>
            <a:spLocks noGrp="1"/>
          </p:cNvSpPr>
          <p:nvPr/>
        </p:nvSpPr>
        <p:spPr>
          <a:xfrm>
            <a:off x="6096000" y="6829425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同一总体，30组随机样本</a:t>
            </a:r>
          </a:p>
        </p:txBody>
      </p:sp>
      <p:sp>
        <p:nvSpPr>
          <p:cNvPr id="129" name="repeat.n">
            <a:extLst>
              <a:ext uri="{FF2B5EF4-FFF2-40B4-BE49-F238E27FC236}">
                <a16:creationId xmlns:a16="http://schemas.microsoft.com/office/drawing/2014/main" id="{92609804-02F3-47EC-8B5E-44D427645CA2}"/>
              </a:ext>
            </a:extLst>
          </p:cNvPr>
          <p:cNvSpPr>
            <a:spLocks noGrp="1"/>
          </p:cNvSpPr>
          <p:nvPr/>
        </p:nvSpPr>
        <p:spPr>
          <a:xfrm>
            <a:off x="6229350" y="7943850"/>
            <a:ext cx="428625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 n = 7</a:t>
            </a:r>
          </a:p>
        </p:txBody>
      </p:sp>
      <p:sp>
        <p:nvSpPr>
          <p:cNvPr id="130" name="repeat.sample-label0">
            <a:extLst>
              <a:ext uri="{FF2B5EF4-FFF2-40B4-BE49-F238E27FC236}">
                <a16:creationId xmlns:a16="http://schemas.microsoft.com/office/drawing/2014/main" id="{07708DC6-6D74-4DC4-A5EE-4504D162698E}"/>
              </a:ext>
            </a:extLst>
          </p:cNvPr>
          <p:cNvSpPr>
            <a:spLocks noGrp="1"/>
          </p:cNvSpPr>
          <p:nvPr/>
        </p:nvSpPr>
        <p:spPr>
          <a:xfrm>
            <a:off x="6276975" y="8439150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1</a:t>
            </a:r>
          </a:p>
        </p:txBody>
      </p:sp>
      <p:sp>
        <p:nvSpPr>
          <p:cNvPr id="131" name="repeat.sample-0-0">
            <a:extLst>
              <a:ext uri="{FF2B5EF4-FFF2-40B4-BE49-F238E27FC236}">
                <a16:creationId xmlns:a16="http://schemas.microsoft.com/office/drawing/2014/main" id="{97DCF897-B570-48AC-99F9-5D0481467B45}"/>
              </a:ext>
            </a:extLst>
          </p:cNvPr>
          <p:cNvSpPr>
            <a:spLocks noGrp="1"/>
          </p:cNvSpPr>
          <p:nvPr/>
        </p:nvSpPr>
        <p:spPr>
          <a:xfrm>
            <a:off x="8327308" y="85582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2" name="repeat.sample-0-1">
            <a:extLst>
              <a:ext uri="{FF2B5EF4-FFF2-40B4-BE49-F238E27FC236}">
                <a16:creationId xmlns:a16="http://schemas.microsoft.com/office/drawing/2014/main" id="{8D878382-9BB4-497D-9636-FD515B25FF48}"/>
              </a:ext>
            </a:extLst>
          </p:cNvPr>
          <p:cNvSpPr>
            <a:spLocks noGrp="1"/>
          </p:cNvSpPr>
          <p:nvPr/>
        </p:nvSpPr>
        <p:spPr>
          <a:xfrm>
            <a:off x="8395635" y="85582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3" name="repeat.sample-0-2">
            <a:extLst>
              <a:ext uri="{FF2B5EF4-FFF2-40B4-BE49-F238E27FC236}">
                <a16:creationId xmlns:a16="http://schemas.microsoft.com/office/drawing/2014/main" id="{F2712723-E492-4757-80CA-4B9B0226EE47}"/>
              </a:ext>
            </a:extLst>
          </p:cNvPr>
          <p:cNvSpPr>
            <a:spLocks noGrp="1"/>
          </p:cNvSpPr>
          <p:nvPr/>
        </p:nvSpPr>
        <p:spPr>
          <a:xfrm>
            <a:off x="8476481" y="85582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4" name="repeat.sample-0-3">
            <a:extLst>
              <a:ext uri="{FF2B5EF4-FFF2-40B4-BE49-F238E27FC236}">
                <a16:creationId xmlns:a16="http://schemas.microsoft.com/office/drawing/2014/main" id="{D66F25B4-1453-4712-A143-98CFF9581616}"/>
              </a:ext>
            </a:extLst>
          </p:cNvPr>
          <p:cNvSpPr>
            <a:spLocks noGrp="1"/>
          </p:cNvSpPr>
          <p:nvPr/>
        </p:nvSpPr>
        <p:spPr>
          <a:xfrm>
            <a:off x="8659745" y="85582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5" name="repeat.sample-0-4">
            <a:extLst>
              <a:ext uri="{FF2B5EF4-FFF2-40B4-BE49-F238E27FC236}">
                <a16:creationId xmlns:a16="http://schemas.microsoft.com/office/drawing/2014/main" id="{D154D703-7309-4941-8146-5B70DD73E8AE}"/>
              </a:ext>
            </a:extLst>
          </p:cNvPr>
          <p:cNvSpPr>
            <a:spLocks noGrp="1"/>
          </p:cNvSpPr>
          <p:nvPr/>
        </p:nvSpPr>
        <p:spPr>
          <a:xfrm>
            <a:off x="8725818" y="85582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6" name="repeat.sample-0-5">
            <a:extLst>
              <a:ext uri="{FF2B5EF4-FFF2-40B4-BE49-F238E27FC236}">
                <a16:creationId xmlns:a16="http://schemas.microsoft.com/office/drawing/2014/main" id="{0448772D-EFB2-4C3F-8DE3-AA763E78D10B}"/>
              </a:ext>
            </a:extLst>
          </p:cNvPr>
          <p:cNvSpPr>
            <a:spLocks noGrp="1"/>
          </p:cNvSpPr>
          <p:nvPr/>
        </p:nvSpPr>
        <p:spPr>
          <a:xfrm>
            <a:off x="8863551" y="85582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7" name="repeat.sample-0-6">
            <a:extLst>
              <a:ext uri="{FF2B5EF4-FFF2-40B4-BE49-F238E27FC236}">
                <a16:creationId xmlns:a16="http://schemas.microsoft.com/office/drawing/2014/main" id="{97223C47-B057-455A-A7A4-2160D0403EA4}"/>
              </a:ext>
            </a:extLst>
          </p:cNvPr>
          <p:cNvSpPr>
            <a:spLocks noGrp="1"/>
          </p:cNvSpPr>
          <p:nvPr/>
        </p:nvSpPr>
        <p:spPr>
          <a:xfrm>
            <a:off x="9139679" y="85582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38" name="repeat.sample-label1">
            <a:extLst>
              <a:ext uri="{FF2B5EF4-FFF2-40B4-BE49-F238E27FC236}">
                <a16:creationId xmlns:a16="http://schemas.microsoft.com/office/drawing/2014/main" id="{B1580449-DA7E-4F36-BEBE-969C5DD0AE88}"/>
              </a:ext>
            </a:extLst>
          </p:cNvPr>
          <p:cNvSpPr>
            <a:spLocks noGrp="1"/>
          </p:cNvSpPr>
          <p:nvPr/>
        </p:nvSpPr>
        <p:spPr>
          <a:xfrm>
            <a:off x="6276975" y="8953500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2</a:t>
            </a:r>
          </a:p>
        </p:txBody>
      </p:sp>
      <p:sp>
        <p:nvSpPr>
          <p:cNvPr id="139" name="repeat.sample-1-0">
            <a:extLst>
              <a:ext uri="{FF2B5EF4-FFF2-40B4-BE49-F238E27FC236}">
                <a16:creationId xmlns:a16="http://schemas.microsoft.com/office/drawing/2014/main" id="{2995ADE5-E0AD-4D15-8A7E-F78F4CFF4163}"/>
              </a:ext>
            </a:extLst>
          </p:cNvPr>
          <p:cNvSpPr>
            <a:spLocks noGrp="1"/>
          </p:cNvSpPr>
          <p:nvPr/>
        </p:nvSpPr>
        <p:spPr>
          <a:xfrm>
            <a:off x="8207348" y="907256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0" name="repeat.sample-1-1">
            <a:extLst>
              <a:ext uri="{FF2B5EF4-FFF2-40B4-BE49-F238E27FC236}">
                <a16:creationId xmlns:a16="http://schemas.microsoft.com/office/drawing/2014/main" id="{9A491B7B-319C-4C6F-892E-2CC9EDA0C93F}"/>
              </a:ext>
            </a:extLst>
          </p:cNvPr>
          <p:cNvSpPr>
            <a:spLocks noGrp="1"/>
          </p:cNvSpPr>
          <p:nvPr/>
        </p:nvSpPr>
        <p:spPr>
          <a:xfrm>
            <a:off x="8280052" y="907256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1" name="repeat.sample-1-2">
            <a:extLst>
              <a:ext uri="{FF2B5EF4-FFF2-40B4-BE49-F238E27FC236}">
                <a16:creationId xmlns:a16="http://schemas.microsoft.com/office/drawing/2014/main" id="{B65EC554-FC7A-4994-85E6-6AB23630632F}"/>
              </a:ext>
            </a:extLst>
          </p:cNvPr>
          <p:cNvSpPr>
            <a:spLocks noGrp="1"/>
          </p:cNvSpPr>
          <p:nvPr/>
        </p:nvSpPr>
        <p:spPr>
          <a:xfrm>
            <a:off x="8414047" y="907256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2" name="repeat.sample-1-3">
            <a:extLst>
              <a:ext uri="{FF2B5EF4-FFF2-40B4-BE49-F238E27FC236}">
                <a16:creationId xmlns:a16="http://schemas.microsoft.com/office/drawing/2014/main" id="{40CDC89D-265F-4B2E-AE18-A88A30729A61}"/>
              </a:ext>
            </a:extLst>
          </p:cNvPr>
          <p:cNvSpPr>
            <a:spLocks noGrp="1"/>
          </p:cNvSpPr>
          <p:nvPr/>
        </p:nvSpPr>
        <p:spPr>
          <a:xfrm>
            <a:off x="8588933" y="907256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3" name="repeat.sample-1-4">
            <a:extLst>
              <a:ext uri="{FF2B5EF4-FFF2-40B4-BE49-F238E27FC236}">
                <a16:creationId xmlns:a16="http://schemas.microsoft.com/office/drawing/2014/main" id="{D26EABED-5701-400E-A17B-2A76869DBA60}"/>
              </a:ext>
            </a:extLst>
          </p:cNvPr>
          <p:cNvSpPr>
            <a:spLocks noGrp="1"/>
          </p:cNvSpPr>
          <p:nvPr/>
        </p:nvSpPr>
        <p:spPr>
          <a:xfrm>
            <a:off x="8665099" y="907256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4" name="repeat.sample-1-5">
            <a:extLst>
              <a:ext uri="{FF2B5EF4-FFF2-40B4-BE49-F238E27FC236}">
                <a16:creationId xmlns:a16="http://schemas.microsoft.com/office/drawing/2014/main" id="{4B2DBC94-71CB-471A-BC0F-147C70224A86}"/>
              </a:ext>
            </a:extLst>
          </p:cNvPr>
          <p:cNvSpPr>
            <a:spLocks noGrp="1"/>
          </p:cNvSpPr>
          <p:nvPr/>
        </p:nvSpPr>
        <p:spPr>
          <a:xfrm>
            <a:off x="8732583" y="907256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5" name="repeat.sample-1-6">
            <a:extLst>
              <a:ext uri="{FF2B5EF4-FFF2-40B4-BE49-F238E27FC236}">
                <a16:creationId xmlns:a16="http://schemas.microsoft.com/office/drawing/2014/main" id="{5517B356-E977-4CAD-A089-C65069C63964}"/>
              </a:ext>
            </a:extLst>
          </p:cNvPr>
          <p:cNvSpPr>
            <a:spLocks noGrp="1"/>
          </p:cNvSpPr>
          <p:nvPr/>
        </p:nvSpPr>
        <p:spPr>
          <a:xfrm>
            <a:off x="9304951" y="907256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6" name="repeat.sample-label2">
            <a:extLst>
              <a:ext uri="{FF2B5EF4-FFF2-40B4-BE49-F238E27FC236}">
                <a16:creationId xmlns:a16="http://schemas.microsoft.com/office/drawing/2014/main" id="{41CB8849-FF6E-452B-88BB-EFA15C2EC91A}"/>
              </a:ext>
            </a:extLst>
          </p:cNvPr>
          <p:cNvSpPr>
            <a:spLocks noGrp="1"/>
          </p:cNvSpPr>
          <p:nvPr/>
        </p:nvSpPr>
        <p:spPr>
          <a:xfrm>
            <a:off x="6276975" y="9467850"/>
            <a:ext cx="952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3</a:t>
            </a:r>
          </a:p>
        </p:txBody>
      </p:sp>
      <p:sp>
        <p:nvSpPr>
          <p:cNvPr id="147" name="repeat.sample-2-0">
            <a:extLst>
              <a:ext uri="{FF2B5EF4-FFF2-40B4-BE49-F238E27FC236}">
                <a16:creationId xmlns:a16="http://schemas.microsoft.com/office/drawing/2014/main" id="{0362AFD1-FB56-4563-BB75-8E7AB8EA2992}"/>
              </a:ext>
            </a:extLst>
          </p:cNvPr>
          <p:cNvSpPr>
            <a:spLocks noGrp="1"/>
          </p:cNvSpPr>
          <p:nvPr/>
        </p:nvSpPr>
        <p:spPr>
          <a:xfrm>
            <a:off x="8278975" y="95869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8" name="repeat.sample-2-1">
            <a:extLst>
              <a:ext uri="{FF2B5EF4-FFF2-40B4-BE49-F238E27FC236}">
                <a16:creationId xmlns:a16="http://schemas.microsoft.com/office/drawing/2014/main" id="{C6A1B231-DCC6-451C-91B6-5DC4E675B1CB}"/>
              </a:ext>
            </a:extLst>
          </p:cNvPr>
          <p:cNvSpPr>
            <a:spLocks noGrp="1"/>
          </p:cNvSpPr>
          <p:nvPr/>
        </p:nvSpPr>
        <p:spPr>
          <a:xfrm>
            <a:off x="8294489" y="95869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49" name="repeat.sample-2-2">
            <a:extLst>
              <a:ext uri="{FF2B5EF4-FFF2-40B4-BE49-F238E27FC236}">
                <a16:creationId xmlns:a16="http://schemas.microsoft.com/office/drawing/2014/main" id="{C2794348-8A3D-433D-BAEF-FD9E68A1C8AA}"/>
              </a:ext>
            </a:extLst>
          </p:cNvPr>
          <p:cNvSpPr>
            <a:spLocks noGrp="1"/>
          </p:cNvSpPr>
          <p:nvPr/>
        </p:nvSpPr>
        <p:spPr>
          <a:xfrm>
            <a:off x="8478348" y="95869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0" name="repeat.sample-2-3">
            <a:extLst>
              <a:ext uri="{FF2B5EF4-FFF2-40B4-BE49-F238E27FC236}">
                <a16:creationId xmlns:a16="http://schemas.microsoft.com/office/drawing/2014/main" id="{4056BA2F-4B92-43F7-B9EA-BB2241975F49}"/>
              </a:ext>
            </a:extLst>
          </p:cNvPr>
          <p:cNvSpPr>
            <a:spLocks noGrp="1"/>
          </p:cNvSpPr>
          <p:nvPr/>
        </p:nvSpPr>
        <p:spPr>
          <a:xfrm>
            <a:off x="8537293" y="95869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1" name="repeat.sample-2-4">
            <a:extLst>
              <a:ext uri="{FF2B5EF4-FFF2-40B4-BE49-F238E27FC236}">
                <a16:creationId xmlns:a16="http://schemas.microsoft.com/office/drawing/2014/main" id="{538BEF09-EBB6-416B-822D-E8785E7F552B}"/>
              </a:ext>
            </a:extLst>
          </p:cNvPr>
          <p:cNvSpPr>
            <a:spLocks noGrp="1"/>
          </p:cNvSpPr>
          <p:nvPr/>
        </p:nvSpPr>
        <p:spPr>
          <a:xfrm>
            <a:off x="8562052" y="95869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2" name="repeat.sample-2-5">
            <a:extLst>
              <a:ext uri="{FF2B5EF4-FFF2-40B4-BE49-F238E27FC236}">
                <a16:creationId xmlns:a16="http://schemas.microsoft.com/office/drawing/2014/main" id="{BD2167EE-3242-411D-A44E-2569E19F2280}"/>
              </a:ext>
            </a:extLst>
          </p:cNvPr>
          <p:cNvSpPr>
            <a:spLocks noGrp="1"/>
          </p:cNvSpPr>
          <p:nvPr/>
        </p:nvSpPr>
        <p:spPr>
          <a:xfrm>
            <a:off x="8687675" y="95869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3" name="repeat.sample-2-6">
            <a:extLst>
              <a:ext uri="{FF2B5EF4-FFF2-40B4-BE49-F238E27FC236}">
                <a16:creationId xmlns:a16="http://schemas.microsoft.com/office/drawing/2014/main" id="{A97CCF04-179C-431B-AE80-E3B130449B86}"/>
              </a:ext>
            </a:extLst>
          </p:cNvPr>
          <p:cNvSpPr>
            <a:spLocks noGrp="1"/>
          </p:cNvSpPr>
          <p:nvPr/>
        </p:nvSpPr>
        <p:spPr>
          <a:xfrm>
            <a:off x="8923365" y="9586913"/>
            <a:ext cx="66675" cy="66675"/>
          </a:xfrm>
          <a:prstGeom prst="ellipse">
            <a:avLst/>
          </a:prstGeom>
          <a:solidFill>
            <a:srgbClr val="82878C"/>
          </a:solidFill>
          <a:ln w="13335">
            <a:solidFill>
              <a:srgbClr val="82878C"/>
            </a:solidFill>
          </a:ln>
        </p:spPr>
      </p:sp>
      <p:sp>
        <p:nvSpPr>
          <p:cNvPr id="154" name="repeat.ellipsis">
            <a:extLst>
              <a:ext uri="{FF2B5EF4-FFF2-40B4-BE49-F238E27FC236}">
                <a16:creationId xmlns:a16="http://schemas.microsoft.com/office/drawing/2014/main" id="{F0B96CC4-7148-419D-AC51-5A1CFFC3CFB3}"/>
              </a:ext>
            </a:extLst>
          </p:cNvPr>
          <p:cNvSpPr>
            <a:spLocks noGrp="1"/>
          </p:cNvSpPr>
          <p:nvPr/>
        </p:nvSpPr>
        <p:spPr>
          <a:xfrm>
            <a:off x="6286500" y="9934575"/>
            <a:ext cx="41719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55" name="repeat.rebuild">
            <a:extLst>
              <a:ext uri="{FF2B5EF4-FFF2-40B4-BE49-F238E27FC236}">
                <a16:creationId xmlns:a16="http://schemas.microsoft.com/office/drawing/2014/main" id="{70D73E0C-0B8A-4BC4-B901-C2F83EFCE6BF}"/>
              </a:ext>
            </a:extLst>
          </p:cNvPr>
          <p:cNvSpPr>
            <a:spLocks noGrp="1"/>
          </p:cNvSpPr>
          <p:nvPr/>
        </p:nvSpPr>
        <p:spPr>
          <a:xfrm>
            <a:off x="6191250" y="1048702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每组样本重新构造梯度曲线</a:t>
            </a:r>
          </a:p>
        </p:txBody>
      </p:sp>
      <p:sp>
        <p:nvSpPr>
          <p:cNvPr id="156" name="flow.repeat-curves">
            <a:extLst>
              <a:ext uri="{FF2B5EF4-FFF2-40B4-BE49-F238E27FC236}">
                <a16:creationId xmlns:a16="http://schemas.microsoft.com/office/drawing/2014/main" id="{1ABBFF6E-B639-4C3A-ADA8-D677A4B6734F}"/>
              </a:ext>
            </a:extLst>
          </p:cNvPr>
          <p:cNvSpPr>
            <a:spLocks noGrp="1"/>
          </p:cNvSpPr>
          <p:nvPr/>
        </p:nvSpPr>
        <p:spPr>
          <a:xfrm>
            <a:off x="10953750" y="884872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57" name="ensemble.boundary">
            <a:extLst>
              <a:ext uri="{FF2B5EF4-FFF2-40B4-BE49-F238E27FC236}">
                <a16:creationId xmlns:a16="http://schemas.microsoft.com/office/drawing/2014/main" id="{DC0535E6-D71A-4DD9-9C0D-B537B03B35D7}"/>
              </a:ext>
            </a:extLst>
          </p:cNvPr>
          <p:cNvSpPr>
            <a:spLocks noGrp="1"/>
          </p:cNvSpPr>
          <p:nvPr/>
        </p:nvSpPr>
        <p:spPr>
          <a:xfrm>
            <a:off x="11811000" y="6810375"/>
            <a:ext cx="10096500" cy="4191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158" name="ensemble.header">
            <a:extLst>
              <a:ext uri="{FF2B5EF4-FFF2-40B4-BE49-F238E27FC236}">
                <a16:creationId xmlns:a16="http://schemas.microsoft.com/office/drawing/2014/main" id="{68BE5F4A-FF69-4544-9F78-E9DC6421E067}"/>
              </a:ext>
            </a:extLst>
          </p:cNvPr>
          <p:cNvSpPr>
            <a:spLocks noGrp="1"/>
          </p:cNvSpPr>
          <p:nvPr/>
        </p:nvSpPr>
        <p:spPr>
          <a:xfrm>
            <a:off x="11811000" y="6810375"/>
            <a:ext cx="10096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159" name="ensemble.title">
            <a:extLst>
              <a:ext uri="{FF2B5EF4-FFF2-40B4-BE49-F238E27FC236}">
                <a16:creationId xmlns:a16="http://schemas.microsoft.com/office/drawing/2014/main" id="{4F10FE17-AE42-4B1B-9318-C3F4AE013D0A}"/>
              </a:ext>
            </a:extLst>
          </p:cNvPr>
          <p:cNvSpPr>
            <a:spLocks noGrp="1"/>
          </p:cNvSpPr>
          <p:nvPr/>
        </p:nvSpPr>
        <p:spPr>
          <a:xfrm>
            <a:off x="11906250" y="6829425"/>
            <a:ext cx="9906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c  同一真值下的30条样本梯度曲线</a:t>
            </a:r>
          </a:p>
        </p:txBody>
      </p:sp>
      <p:sp>
        <p:nvSpPr>
          <p:cNvPr id="160" name="ensemble.explain">
            <a:extLst>
              <a:ext uri="{FF2B5EF4-FFF2-40B4-BE49-F238E27FC236}">
                <a16:creationId xmlns:a16="http://schemas.microsoft.com/office/drawing/2014/main" id="{640B2135-53AF-4FF9-9931-7442D3816063}"/>
              </a:ext>
            </a:extLst>
          </p:cNvPr>
          <p:cNvSpPr>
            <a:spLocks noGrp="1"/>
          </p:cNvSpPr>
          <p:nvPr/>
        </p:nvSpPr>
        <p:spPr>
          <a:xfrm>
            <a:off x="12001500" y="7324725"/>
            <a:ext cx="97155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每条曲线对应一组随机样本</a:t>
            </a:r>
          </a:p>
        </p:txBody>
      </p:sp>
      <p:sp>
        <p:nvSpPr>
          <p:cNvPr id="161" name="ensemble.axisx">
            <a:extLst>
              <a:ext uri="{FF2B5EF4-FFF2-40B4-BE49-F238E27FC236}">
                <a16:creationId xmlns:a16="http://schemas.microsoft.com/office/drawing/2014/main" id="{C503D992-4890-4E51-8DBA-D0DA818E8611}"/>
              </a:ext>
            </a:extLst>
          </p:cNvPr>
          <p:cNvSpPr>
            <a:spLocks noGrp="1"/>
          </p:cNvSpPr>
          <p:nvPr/>
        </p:nvSpPr>
        <p:spPr>
          <a:xfrm>
            <a:off x="12954000" y="10191750"/>
            <a:ext cx="8210550" cy="953"/>
          </a:xfrm>
          <a:custGeom>
            <a:avLst/>
            <a:gdLst/>
            <a:ahLst/>
            <a:cxnLst/>
            <a:rect l="0" t="0" r="0" b="0"/>
            <a:pathLst>
              <a:path w="8210550" h="953">
                <a:moveTo>
                  <a:pt x="0" y="0"/>
                </a:moveTo>
                <a:lnTo>
                  <a:pt x="821055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162" name="ensemble.axisy">
            <a:extLst>
              <a:ext uri="{FF2B5EF4-FFF2-40B4-BE49-F238E27FC236}">
                <a16:creationId xmlns:a16="http://schemas.microsoft.com/office/drawing/2014/main" id="{8B142C4A-DCF1-43C5-8962-7088F64C32B6}"/>
              </a:ext>
            </a:extLst>
          </p:cNvPr>
          <p:cNvSpPr>
            <a:spLocks noGrp="1"/>
          </p:cNvSpPr>
          <p:nvPr/>
        </p:nvSpPr>
        <p:spPr>
          <a:xfrm>
            <a:off x="12954000" y="7991475"/>
            <a:ext cx="953" cy="2200275"/>
          </a:xfrm>
          <a:custGeom>
            <a:avLst/>
            <a:gdLst/>
            <a:ahLst/>
            <a:cxnLst/>
            <a:rect l="0" t="0" r="0" b="0"/>
            <a:pathLst>
              <a:path w="953" h="2200275">
                <a:moveTo>
                  <a:pt x="0" y="0"/>
                </a:moveTo>
                <a:lnTo>
                  <a:pt x="0" y="220027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163" name="ensemble.xtick0">
            <a:extLst>
              <a:ext uri="{FF2B5EF4-FFF2-40B4-BE49-F238E27FC236}">
                <a16:creationId xmlns:a16="http://schemas.microsoft.com/office/drawing/2014/main" id="{5EF94470-4A3A-42FD-8E9D-D2B33FE1FCE4}"/>
              </a:ext>
            </a:extLst>
          </p:cNvPr>
          <p:cNvSpPr>
            <a:spLocks noGrp="1"/>
          </p:cNvSpPr>
          <p:nvPr/>
        </p:nvSpPr>
        <p:spPr>
          <a:xfrm>
            <a:off x="13154257" y="1019175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4" name="ensemble.xtxt0">
            <a:extLst>
              <a:ext uri="{FF2B5EF4-FFF2-40B4-BE49-F238E27FC236}">
                <a16:creationId xmlns:a16="http://schemas.microsoft.com/office/drawing/2014/main" id="{7F9C43FA-8370-4B3A-8E05-419557E86C30}"/>
              </a:ext>
            </a:extLst>
          </p:cNvPr>
          <p:cNvSpPr>
            <a:spLocks noGrp="1"/>
          </p:cNvSpPr>
          <p:nvPr/>
        </p:nvSpPr>
        <p:spPr>
          <a:xfrm>
            <a:off x="12820882" y="10277475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5" name="ensemble.xtick500">
            <a:extLst>
              <a:ext uri="{FF2B5EF4-FFF2-40B4-BE49-F238E27FC236}">
                <a16:creationId xmlns:a16="http://schemas.microsoft.com/office/drawing/2014/main" id="{1A6DBAEB-63CD-4089-BF1A-4FBC53698097}"/>
              </a:ext>
            </a:extLst>
          </p:cNvPr>
          <p:cNvSpPr>
            <a:spLocks noGrp="1"/>
          </p:cNvSpPr>
          <p:nvPr/>
        </p:nvSpPr>
        <p:spPr>
          <a:xfrm>
            <a:off x="15379339" y="1019175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6" name="ensemble.xtxt500">
            <a:extLst>
              <a:ext uri="{FF2B5EF4-FFF2-40B4-BE49-F238E27FC236}">
                <a16:creationId xmlns:a16="http://schemas.microsoft.com/office/drawing/2014/main" id="{3A76E21A-8E41-42EA-9C00-325BECC3C783}"/>
              </a:ext>
            </a:extLst>
          </p:cNvPr>
          <p:cNvSpPr>
            <a:spLocks noGrp="1"/>
          </p:cNvSpPr>
          <p:nvPr/>
        </p:nvSpPr>
        <p:spPr>
          <a:xfrm>
            <a:off x="15045964" y="10277475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167" name="ensemble.xtick1000">
            <a:extLst>
              <a:ext uri="{FF2B5EF4-FFF2-40B4-BE49-F238E27FC236}">
                <a16:creationId xmlns:a16="http://schemas.microsoft.com/office/drawing/2014/main" id="{D6C37698-2C91-4CF5-B8BF-F3492A70376E}"/>
              </a:ext>
            </a:extLst>
          </p:cNvPr>
          <p:cNvSpPr>
            <a:spLocks noGrp="1"/>
          </p:cNvSpPr>
          <p:nvPr/>
        </p:nvSpPr>
        <p:spPr>
          <a:xfrm>
            <a:off x="17604420" y="1019175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68" name="ensemble.xtxt1000">
            <a:extLst>
              <a:ext uri="{FF2B5EF4-FFF2-40B4-BE49-F238E27FC236}">
                <a16:creationId xmlns:a16="http://schemas.microsoft.com/office/drawing/2014/main" id="{E2F5E3FF-9F43-49FA-8E85-71805999D862}"/>
              </a:ext>
            </a:extLst>
          </p:cNvPr>
          <p:cNvSpPr>
            <a:spLocks noGrp="1"/>
          </p:cNvSpPr>
          <p:nvPr/>
        </p:nvSpPr>
        <p:spPr>
          <a:xfrm>
            <a:off x="17271045" y="10277475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169" name="ensemble.xtick1500">
            <a:extLst>
              <a:ext uri="{FF2B5EF4-FFF2-40B4-BE49-F238E27FC236}">
                <a16:creationId xmlns:a16="http://schemas.microsoft.com/office/drawing/2014/main" id="{ADE8C682-DE2C-4AFD-AC39-C47931D35699}"/>
              </a:ext>
            </a:extLst>
          </p:cNvPr>
          <p:cNvSpPr>
            <a:spLocks noGrp="1"/>
          </p:cNvSpPr>
          <p:nvPr/>
        </p:nvSpPr>
        <p:spPr>
          <a:xfrm>
            <a:off x="19829501" y="10191750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0" name="ensemble.xtxt1500">
            <a:extLst>
              <a:ext uri="{FF2B5EF4-FFF2-40B4-BE49-F238E27FC236}">
                <a16:creationId xmlns:a16="http://schemas.microsoft.com/office/drawing/2014/main" id="{142BDB95-9170-4163-8C03-90BFDD512900}"/>
              </a:ext>
            </a:extLst>
          </p:cNvPr>
          <p:cNvSpPr>
            <a:spLocks noGrp="1"/>
          </p:cNvSpPr>
          <p:nvPr/>
        </p:nvSpPr>
        <p:spPr>
          <a:xfrm>
            <a:off x="19496126" y="10277475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171" name="ensemble.ytick0">
            <a:extLst>
              <a:ext uri="{FF2B5EF4-FFF2-40B4-BE49-F238E27FC236}">
                <a16:creationId xmlns:a16="http://schemas.microsoft.com/office/drawing/2014/main" id="{2DAF5C71-894B-4BD4-B9F4-BC48383681EE}"/>
              </a:ext>
            </a:extLst>
          </p:cNvPr>
          <p:cNvSpPr>
            <a:spLocks noGrp="1"/>
          </p:cNvSpPr>
          <p:nvPr/>
        </p:nvSpPr>
        <p:spPr>
          <a:xfrm>
            <a:off x="12896850" y="998639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2" name="ensemble.ytxt0">
            <a:extLst>
              <a:ext uri="{FF2B5EF4-FFF2-40B4-BE49-F238E27FC236}">
                <a16:creationId xmlns:a16="http://schemas.microsoft.com/office/drawing/2014/main" id="{10183BF1-41A9-4597-A079-E2E03B8BC74F}"/>
              </a:ext>
            </a:extLst>
          </p:cNvPr>
          <p:cNvSpPr>
            <a:spLocks noGrp="1"/>
          </p:cNvSpPr>
          <p:nvPr/>
        </p:nvSpPr>
        <p:spPr>
          <a:xfrm>
            <a:off x="12363450" y="986256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73" name="ensemble.ytick0.1">
            <a:extLst>
              <a:ext uri="{FF2B5EF4-FFF2-40B4-BE49-F238E27FC236}">
                <a16:creationId xmlns:a16="http://schemas.microsoft.com/office/drawing/2014/main" id="{B3EFA140-3DB3-44F1-AA89-F3CE216A34AE}"/>
              </a:ext>
            </a:extLst>
          </p:cNvPr>
          <p:cNvSpPr>
            <a:spLocks noGrp="1"/>
          </p:cNvSpPr>
          <p:nvPr/>
        </p:nvSpPr>
        <p:spPr>
          <a:xfrm>
            <a:off x="12896850" y="939965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4" name="ensemble.ytxt0.1">
            <a:extLst>
              <a:ext uri="{FF2B5EF4-FFF2-40B4-BE49-F238E27FC236}">
                <a16:creationId xmlns:a16="http://schemas.microsoft.com/office/drawing/2014/main" id="{B1B3608D-45D2-4266-AEC8-2213470BF416}"/>
              </a:ext>
            </a:extLst>
          </p:cNvPr>
          <p:cNvSpPr>
            <a:spLocks noGrp="1"/>
          </p:cNvSpPr>
          <p:nvPr/>
        </p:nvSpPr>
        <p:spPr>
          <a:xfrm>
            <a:off x="12363450" y="927582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175" name="ensemble.ytick0.2">
            <a:extLst>
              <a:ext uri="{FF2B5EF4-FFF2-40B4-BE49-F238E27FC236}">
                <a16:creationId xmlns:a16="http://schemas.microsoft.com/office/drawing/2014/main" id="{56D59707-0A6D-4815-8B8C-EFE1D0B8B446}"/>
              </a:ext>
            </a:extLst>
          </p:cNvPr>
          <p:cNvSpPr>
            <a:spLocks noGrp="1"/>
          </p:cNvSpPr>
          <p:nvPr/>
        </p:nvSpPr>
        <p:spPr>
          <a:xfrm>
            <a:off x="12896850" y="881291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6" name="ensemble.ytxt0.2">
            <a:extLst>
              <a:ext uri="{FF2B5EF4-FFF2-40B4-BE49-F238E27FC236}">
                <a16:creationId xmlns:a16="http://schemas.microsoft.com/office/drawing/2014/main" id="{12182A91-CDF3-4F89-945F-7EFC30BE6FCD}"/>
              </a:ext>
            </a:extLst>
          </p:cNvPr>
          <p:cNvSpPr>
            <a:spLocks noGrp="1"/>
          </p:cNvSpPr>
          <p:nvPr/>
        </p:nvSpPr>
        <p:spPr>
          <a:xfrm>
            <a:off x="12363450" y="868908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177" name="ensemble.ytick0.3">
            <a:extLst>
              <a:ext uri="{FF2B5EF4-FFF2-40B4-BE49-F238E27FC236}">
                <a16:creationId xmlns:a16="http://schemas.microsoft.com/office/drawing/2014/main" id="{F3364A0F-5C98-473B-B938-77DC2E85ACE2}"/>
              </a:ext>
            </a:extLst>
          </p:cNvPr>
          <p:cNvSpPr>
            <a:spLocks noGrp="1"/>
          </p:cNvSpPr>
          <p:nvPr/>
        </p:nvSpPr>
        <p:spPr>
          <a:xfrm>
            <a:off x="12896850" y="822617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78" name="ensemble.ytxt0.3">
            <a:extLst>
              <a:ext uri="{FF2B5EF4-FFF2-40B4-BE49-F238E27FC236}">
                <a16:creationId xmlns:a16="http://schemas.microsoft.com/office/drawing/2014/main" id="{6A9C6BCD-2919-470E-8103-0BA579581B34}"/>
              </a:ext>
            </a:extLst>
          </p:cNvPr>
          <p:cNvSpPr>
            <a:spLocks noGrp="1"/>
          </p:cNvSpPr>
          <p:nvPr/>
        </p:nvSpPr>
        <p:spPr>
          <a:xfrm>
            <a:off x="12363450" y="810234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179" name="ensemble.xlabel">
            <a:extLst>
              <a:ext uri="{FF2B5EF4-FFF2-40B4-BE49-F238E27FC236}">
                <a16:creationId xmlns:a16="http://schemas.microsoft.com/office/drawing/2014/main" id="{17C71AFE-5803-4F46-B13E-4E23F25C615A}"/>
              </a:ext>
            </a:extLst>
          </p:cNvPr>
          <p:cNvSpPr>
            <a:spLocks noGrp="1"/>
          </p:cNvSpPr>
          <p:nvPr/>
        </p:nvSpPr>
        <p:spPr>
          <a:xfrm>
            <a:off x="12954000" y="10601325"/>
            <a:ext cx="82105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180" name="ensemble.ylabel">
            <a:extLst>
              <a:ext uri="{FF2B5EF4-FFF2-40B4-BE49-F238E27FC236}">
                <a16:creationId xmlns:a16="http://schemas.microsoft.com/office/drawing/2014/main" id="{091F1266-AAB6-4497-8C45-9072F098DF6A}"/>
              </a:ext>
            </a:extLst>
          </p:cNvPr>
          <p:cNvSpPr>
            <a:spLocks noGrp="1"/>
          </p:cNvSpPr>
          <p:nvPr/>
        </p:nvSpPr>
        <p:spPr>
          <a:xfrm rot="16200000">
            <a:off x="11496675" y="8920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181" name="ensemble.curve-Sample-1-1.segment0">
            <a:extLst>
              <a:ext uri="{FF2B5EF4-FFF2-40B4-BE49-F238E27FC236}">
                <a16:creationId xmlns:a16="http://schemas.microsoft.com/office/drawing/2014/main" id="{2DEFD65D-6AD5-4111-AD92-F7D798096EFE}"/>
              </a:ext>
            </a:extLst>
          </p:cNvPr>
          <p:cNvSpPr>
            <a:spLocks noGrp="1"/>
          </p:cNvSpPr>
          <p:nvPr/>
        </p:nvSpPr>
        <p:spPr>
          <a:xfrm>
            <a:off x="13154257" y="10057584"/>
            <a:ext cx="3160508" cy="134166"/>
          </a:xfrm>
          <a:custGeom>
            <a:avLst/>
            <a:gdLst/>
            <a:ahLst/>
            <a:cxnLst/>
            <a:rect l="0" t="0" r="0" b="0"/>
            <a:pathLst>
              <a:path w="3160508" h="134166">
                <a:moveTo>
                  <a:pt x="0" y="0"/>
                </a:moveTo>
                <a:lnTo>
                  <a:pt x="211355" y="4022"/>
                </a:lnTo>
                <a:lnTo>
                  <a:pt x="415524" y="8247"/>
                </a:lnTo>
                <a:lnTo>
                  <a:pt x="612749" y="12682"/>
                </a:lnTo>
                <a:lnTo>
                  <a:pt x="803268" y="17337"/>
                </a:lnTo>
                <a:lnTo>
                  <a:pt x="987308" y="22220"/>
                </a:lnTo>
                <a:lnTo>
                  <a:pt x="1165091" y="27338"/>
                </a:lnTo>
                <a:lnTo>
                  <a:pt x="1336827" y="32703"/>
                </a:lnTo>
                <a:lnTo>
                  <a:pt x="1502724" y="38321"/>
                </a:lnTo>
                <a:lnTo>
                  <a:pt x="1662979" y="44204"/>
                </a:lnTo>
                <a:lnTo>
                  <a:pt x="1817785" y="50359"/>
                </a:lnTo>
                <a:lnTo>
                  <a:pt x="1967327" y="56797"/>
                </a:lnTo>
                <a:lnTo>
                  <a:pt x="2111784" y="63526"/>
                </a:lnTo>
                <a:lnTo>
                  <a:pt x="2251329" y="70556"/>
                </a:lnTo>
                <a:lnTo>
                  <a:pt x="2386128" y="77896"/>
                </a:lnTo>
                <a:lnTo>
                  <a:pt x="2516343" y="85556"/>
                </a:lnTo>
                <a:lnTo>
                  <a:pt x="2642131" y="93544"/>
                </a:lnTo>
                <a:lnTo>
                  <a:pt x="2763641" y="101869"/>
                </a:lnTo>
                <a:lnTo>
                  <a:pt x="2881019" y="110540"/>
                </a:lnTo>
                <a:lnTo>
                  <a:pt x="2994406" y="119564"/>
                </a:lnTo>
                <a:lnTo>
                  <a:pt x="3103937" y="128950"/>
                </a:lnTo>
                <a:lnTo>
                  <a:pt x="3160508" y="134166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82" name="ensemble.curve-Sample-1-1.segment1">
            <a:extLst>
              <a:ext uri="{FF2B5EF4-FFF2-40B4-BE49-F238E27FC236}">
                <a16:creationId xmlns:a16="http://schemas.microsoft.com/office/drawing/2014/main" id="{F20E2519-9E3F-4D51-81EC-D5B234F8A1F7}"/>
              </a:ext>
            </a:extLst>
          </p:cNvPr>
          <p:cNvSpPr>
            <a:spLocks noGrp="1"/>
          </p:cNvSpPr>
          <p:nvPr/>
        </p:nvSpPr>
        <p:spPr>
          <a:xfrm>
            <a:off x="18798903" y="7991475"/>
            <a:ext cx="217893" cy="2200275"/>
          </a:xfrm>
          <a:custGeom>
            <a:avLst/>
            <a:gdLst/>
            <a:ahLst/>
            <a:cxnLst/>
            <a:rect l="0" t="0" r="0" b="0"/>
            <a:pathLst>
              <a:path w="217893" h="2200275">
                <a:moveTo>
                  <a:pt x="0" y="2200275"/>
                </a:moveTo>
                <a:lnTo>
                  <a:pt x="19085" y="2115881"/>
                </a:lnTo>
                <a:lnTo>
                  <a:pt x="37847" y="2020019"/>
                </a:lnTo>
                <a:lnTo>
                  <a:pt x="42353" y="1994916"/>
                </a:lnTo>
                <a:lnTo>
                  <a:pt x="55970" y="1913743"/>
                </a:lnTo>
                <a:lnTo>
                  <a:pt x="73477" y="1796666"/>
                </a:lnTo>
                <a:lnTo>
                  <a:pt x="90388" y="1668443"/>
                </a:lnTo>
                <a:lnTo>
                  <a:pt x="106725" y="1528784"/>
                </a:lnTo>
                <a:lnTo>
                  <a:pt x="119442" y="1408176"/>
                </a:lnTo>
                <a:lnTo>
                  <a:pt x="122506" y="1377444"/>
                </a:lnTo>
                <a:lnTo>
                  <a:pt x="137750" y="1214232"/>
                </a:lnTo>
                <a:lnTo>
                  <a:pt x="152476" y="1039002"/>
                </a:lnTo>
                <a:lnTo>
                  <a:pt x="166702" y="851654"/>
                </a:lnTo>
                <a:lnTo>
                  <a:pt x="180443" y="652125"/>
                </a:lnTo>
                <a:lnTo>
                  <a:pt x="193717" y="440387"/>
                </a:lnTo>
                <a:lnTo>
                  <a:pt x="206540" y="216436"/>
                </a:lnTo>
                <a:lnTo>
                  <a:pt x="217893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83" name="ensemble.curve-Sample-1-2.segment0">
            <a:extLst>
              <a:ext uri="{FF2B5EF4-FFF2-40B4-BE49-F238E27FC236}">
                <a16:creationId xmlns:a16="http://schemas.microsoft.com/office/drawing/2014/main" id="{7FF53FF7-D68B-4D6B-92D0-F2BA2D192B54}"/>
              </a:ext>
            </a:extLst>
          </p:cNvPr>
          <p:cNvSpPr>
            <a:spLocks noGrp="1"/>
          </p:cNvSpPr>
          <p:nvPr/>
        </p:nvSpPr>
        <p:spPr>
          <a:xfrm>
            <a:off x="13154257" y="10155749"/>
            <a:ext cx="684451" cy="36001"/>
          </a:xfrm>
          <a:custGeom>
            <a:avLst/>
            <a:gdLst/>
            <a:ahLst/>
            <a:cxnLst/>
            <a:rect l="0" t="0" r="0" b="0"/>
            <a:pathLst>
              <a:path w="684451" h="36001">
                <a:moveTo>
                  <a:pt x="0" y="0"/>
                </a:moveTo>
                <a:lnTo>
                  <a:pt x="185197" y="8705"/>
                </a:lnTo>
                <a:lnTo>
                  <a:pt x="364096" y="17791"/>
                </a:lnTo>
                <a:lnTo>
                  <a:pt x="536911" y="27268"/>
                </a:lnTo>
                <a:lnTo>
                  <a:pt x="684451" y="36001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84" name="ensemble.curve-Sample-1-2.segment1">
            <a:extLst>
              <a:ext uri="{FF2B5EF4-FFF2-40B4-BE49-F238E27FC236}">
                <a16:creationId xmlns:a16="http://schemas.microsoft.com/office/drawing/2014/main" id="{33A971CD-8C84-46CC-BF4E-78CFBAD6E48F}"/>
              </a:ext>
            </a:extLst>
          </p:cNvPr>
          <p:cNvSpPr>
            <a:spLocks noGrp="1"/>
          </p:cNvSpPr>
          <p:nvPr/>
        </p:nvSpPr>
        <p:spPr>
          <a:xfrm>
            <a:off x="18051213" y="7991475"/>
            <a:ext cx="170836" cy="2200275"/>
          </a:xfrm>
          <a:custGeom>
            <a:avLst/>
            <a:gdLst/>
            <a:ahLst/>
            <a:cxnLst/>
            <a:rect l="0" t="0" r="0" b="0"/>
            <a:pathLst>
              <a:path w="170836" h="2200275">
                <a:moveTo>
                  <a:pt x="0" y="2200275"/>
                </a:moveTo>
                <a:lnTo>
                  <a:pt x="12924" y="2109698"/>
                </a:lnTo>
                <a:lnTo>
                  <a:pt x="27500" y="1994916"/>
                </a:lnTo>
                <a:lnTo>
                  <a:pt x="31161" y="1964220"/>
                </a:lnTo>
                <a:lnTo>
                  <a:pt x="48778" y="1805218"/>
                </a:lnTo>
                <a:lnTo>
                  <a:pt x="65795" y="1632392"/>
                </a:lnTo>
                <a:lnTo>
                  <a:pt x="82235" y="1445505"/>
                </a:lnTo>
                <a:lnTo>
                  <a:pt x="85312" y="1408176"/>
                </a:lnTo>
                <a:lnTo>
                  <a:pt x="98115" y="1244389"/>
                </a:lnTo>
                <a:lnTo>
                  <a:pt x="113455" y="1028936"/>
                </a:lnTo>
                <a:lnTo>
                  <a:pt x="128273" y="799100"/>
                </a:lnTo>
                <a:lnTo>
                  <a:pt x="142588" y="554889"/>
                </a:lnTo>
                <a:lnTo>
                  <a:pt x="156416" y="296360"/>
                </a:lnTo>
                <a:lnTo>
                  <a:pt x="169774" y="23612"/>
                </a:lnTo>
                <a:lnTo>
                  <a:pt x="170836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85" name="ensemble.curve-Sample-1-3.segment0">
            <a:extLst>
              <a:ext uri="{FF2B5EF4-FFF2-40B4-BE49-F238E27FC236}">
                <a16:creationId xmlns:a16="http://schemas.microsoft.com/office/drawing/2014/main" id="{2FCA012B-23CC-4F66-900A-28B8A0E581B0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5470581" cy="2056636"/>
          </a:xfrm>
          <a:custGeom>
            <a:avLst/>
            <a:gdLst/>
            <a:ahLst/>
            <a:cxnLst/>
            <a:rect l="0" t="0" r="0" b="0"/>
            <a:pathLst>
              <a:path w="5470581" h="2056636">
                <a:moveTo>
                  <a:pt x="0" y="2028605"/>
                </a:moveTo>
                <a:lnTo>
                  <a:pt x="200816" y="2030077"/>
                </a:lnTo>
                <a:lnTo>
                  <a:pt x="394803" y="2031579"/>
                </a:lnTo>
                <a:lnTo>
                  <a:pt x="582193" y="2033108"/>
                </a:lnTo>
                <a:lnTo>
                  <a:pt x="763212" y="2034657"/>
                </a:lnTo>
                <a:lnTo>
                  <a:pt x="938075" y="2036225"/>
                </a:lnTo>
                <a:lnTo>
                  <a:pt x="1106991" y="2037804"/>
                </a:lnTo>
                <a:lnTo>
                  <a:pt x="1270164" y="2039389"/>
                </a:lnTo>
                <a:lnTo>
                  <a:pt x="1427788" y="2040973"/>
                </a:lnTo>
                <a:lnTo>
                  <a:pt x="1580052" y="2042548"/>
                </a:lnTo>
                <a:lnTo>
                  <a:pt x="1727138" y="2044106"/>
                </a:lnTo>
                <a:lnTo>
                  <a:pt x="1869223" y="2045637"/>
                </a:lnTo>
                <a:lnTo>
                  <a:pt x="2006476" y="2047130"/>
                </a:lnTo>
                <a:lnTo>
                  <a:pt x="2139062" y="2048573"/>
                </a:lnTo>
                <a:lnTo>
                  <a:pt x="2267140" y="2049953"/>
                </a:lnTo>
                <a:lnTo>
                  <a:pt x="2390862" y="2051255"/>
                </a:lnTo>
                <a:lnTo>
                  <a:pt x="2510377" y="2052464"/>
                </a:lnTo>
                <a:lnTo>
                  <a:pt x="2625827" y="2053560"/>
                </a:lnTo>
                <a:lnTo>
                  <a:pt x="2737352" y="2054527"/>
                </a:lnTo>
                <a:lnTo>
                  <a:pt x="2845085" y="2055341"/>
                </a:lnTo>
                <a:lnTo>
                  <a:pt x="2949154" y="2055981"/>
                </a:lnTo>
                <a:lnTo>
                  <a:pt x="3049684" y="2056422"/>
                </a:lnTo>
                <a:lnTo>
                  <a:pt x="3146796" y="2056636"/>
                </a:lnTo>
                <a:lnTo>
                  <a:pt x="3240606" y="2056596"/>
                </a:lnTo>
                <a:lnTo>
                  <a:pt x="3331225" y="2056269"/>
                </a:lnTo>
                <a:lnTo>
                  <a:pt x="3418763" y="2055622"/>
                </a:lnTo>
                <a:lnTo>
                  <a:pt x="3503324" y="2054619"/>
                </a:lnTo>
                <a:lnTo>
                  <a:pt x="3585010" y="2053221"/>
                </a:lnTo>
                <a:lnTo>
                  <a:pt x="3663918" y="2051388"/>
                </a:lnTo>
                <a:lnTo>
                  <a:pt x="3740143" y="2049074"/>
                </a:lnTo>
                <a:lnTo>
                  <a:pt x="3813776" y="2046234"/>
                </a:lnTo>
                <a:lnTo>
                  <a:pt x="3884905" y="2042817"/>
                </a:lnTo>
                <a:lnTo>
                  <a:pt x="3953615" y="2038770"/>
                </a:lnTo>
                <a:lnTo>
                  <a:pt x="4019989" y="2034038"/>
                </a:lnTo>
                <a:lnTo>
                  <a:pt x="4084106" y="2028561"/>
                </a:lnTo>
                <a:lnTo>
                  <a:pt x="4146042" y="2022278"/>
                </a:lnTo>
                <a:lnTo>
                  <a:pt x="4205873" y="2015123"/>
                </a:lnTo>
                <a:lnTo>
                  <a:pt x="4263668" y="2007028"/>
                </a:lnTo>
                <a:lnTo>
                  <a:pt x="4319499" y="1997920"/>
                </a:lnTo>
                <a:lnTo>
                  <a:pt x="4336220" y="1994916"/>
                </a:lnTo>
                <a:lnTo>
                  <a:pt x="4373431" y="1987725"/>
                </a:lnTo>
                <a:lnTo>
                  <a:pt x="4425529" y="1976366"/>
                </a:lnTo>
                <a:lnTo>
                  <a:pt x="4475855" y="1963759"/>
                </a:lnTo>
                <a:lnTo>
                  <a:pt x="4524470" y="1949821"/>
                </a:lnTo>
                <a:lnTo>
                  <a:pt x="4571432" y="1934465"/>
                </a:lnTo>
                <a:lnTo>
                  <a:pt x="4616797" y="1917600"/>
                </a:lnTo>
                <a:lnTo>
                  <a:pt x="4660620" y="1899132"/>
                </a:lnTo>
                <a:lnTo>
                  <a:pt x="4702952" y="1878965"/>
                </a:lnTo>
                <a:lnTo>
                  <a:pt x="4743845" y="1857001"/>
                </a:lnTo>
                <a:lnTo>
                  <a:pt x="4783347" y="1833137"/>
                </a:lnTo>
                <a:lnTo>
                  <a:pt x="4821506" y="1807271"/>
                </a:lnTo>
                <a:lnTo>
                  <a:pt x="4858367" y="1779294"/>
                </a:lnTo>
                <a:lnTo>
                  <a:pt x="4893975" y="1749099"/>
                </a:lnTo>
                <a:lnTo>
                  <a:pt x="4928372" y="1716576"/>
                </a:lnTo>
                <a:lnTo>
                  <a:pt x="4961599" y="1681611"/>
                </a:lnTo>
                <a:lnTo>
                  <a:pt x="4993697" y="1644089"/>
                </a:lnTo>
                <a:lnTo>
                  <a:pt x="5024703" y="1603896"/>
                </a:lnTo>
                <a:lnTo>
                  <a:pt x="5054654" y="1560913"/>
                </a:lnTo>
                <a:lnTo>
                  <a:pt x="5083587" y="1515020"/>
                </a:lnTo>
                <a:lnTo>
                  <a:pt x="5111537" y="1466098"/>
                </a:lnTo>
                <a:lnTo>
                  <a:pt x="5138535" y="1414025"/>
                </a:lnTo>
                <a:lnTo>
                  <a:pt x="5141411" y="1408176"/>
                </a:lnTo>
                <a:lnTo>
                  <a:pt x="5164616" y="1358677"/>
                </a:lnTo>
                <a:lnTo>
                  <a:pt x="5189810" y="1299931"/>
                </a:lnTo>
                <a:lnTo>
                  <a:pt x="5214147" y="1237663"/>
                </a:lnTo>
                <a:lnTo>
                  <a:pt x="5237657" y="1171746"/>
                </a:lnTo>
                <a:lnTo>
                  <a:pt x="5260367" y="1102055"/>
                </a:lnTo>
                <a:lnTo>
                  <a:pt x="5282305" y="1028463"/>
                </a:lnTo>
                <a:lnTo>
                  <a:pt x="5303497" y="950842"/>
                </a:lnTo>
                <a:lnTo>
                  <a:pt x="5323968" y="869066"/>
                </a:lnTo>
                <a:lnTo>
                  <a:pt x="5343743" y="783008"/>
                </a:lnTo>
                <a:lnTo>
                  <a:pt x="5362846" y="692539"/>
                </a:lnTo>
                <a:lnTo>
                  <a:pt x="5381299" y="597533"/>
                </a:lnTo>
                <a:lnTo>
                  <a:pt x="5399125" y="497863"/>
                </a:lnTo>
                <a:lnTo>
                  <a:pt x="5416344" y="393404"/>
                </a:lnTo>
                <a:lnTo>
                  <a:pt x="5432978" y="284032"/>
                </a:lnTo>
                <a:lnTo>
                  <a:pt x="5449046" y="169624"/>
                </a:lnTo>
                <a:lnTo>
                  <a:pt x="5464568" y="50061"/>
                </a:lnTo>
                <a:lnTo>
                  <a:pt x="5470581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86" name="ensemble.curve-Sample-1-4.segment0">
            <a:extLst>
              <a:ext uri="{FF2B5EF4-FFF2-40B4-BE49-F238E27FC236}">
                <a16:creationId xmlns:a16="http://schemas.microsoft.com/office/drawing/2014/main" id="{A3340762-8D59-4752-8922-1C2E00C3F37E}"/>
              </a:ext>
            </a:extLst>
          </p:cNvPr>
          <p:cNvSpPr>
            <a:spLocks noGrp="1"/>
          </p:cNvSpPr>
          <p:nvPr/>
        </p:nvSpPr>
        <p:spPr>
          <a:xfrm>
            <a:off x="13154257" y="10058458"/>
            <a:ext cx="3479498" cy="133292"/>
          </a:xfrm>
          <a:custGeom>
            <a:avLst/>
            <a:gdLst/>
            <a:ahLst/>
            <a:cxnLst/>
            <a:rect l="0" t="0" r="0" b="0"/>
            <a:pathLst>
              <a:path w="3479498" h="133292">
                <a:moveTo>
                  <a:pt x="0" y="0"/>
                </a:moveTo>
                <a:lnTo>
                  <a:pt x="201150" y="3907"/>
                </a:lnTo>
                <a:lnTo>
                  <a:pt x="395460" y="7980"/>
                </a:lnTo>
                <a:lnTo>
                  <a:pt x="583163" y="12221"/>
                </a:lnTo>
                <a:lnTo>
                  <a:pt x="764483" y="16631"/>
                </a:lnTo>
                <a:lnTo>
                  <a:pt x="939637" y="21209"/>
                </a:lnTo>
                <a:lnTo>
                  <a:pt x="1108835" y="25955"/>
                </a:lnTo>
                <a:lnTo>
                  <a:pt x="1272279" y="30866"/>
                </a:lnTo>
                <a:lnTo>
                  <a:pt x="1430166" y="35940"/>
                </a:lnTo>
                <a:lnTo>
                  <a:pt x="1582683" y="41171"/>
                </a:lnTo>
                <a:lnTo>
                  <a:pt x="1730015" y="46551"/>
                </a:lnTo>
                <a:lnTo>
                  <a:pt x="1872336" y="52072"/>
                </a:lnTo>
                <a:lnTo>
                  <a:pt x="2009818" y="57723"/>
                </a:lnTo>
                <a:lnTo>
                  <a:pt x="2142625" y="63488"/>
                </a:lnTo>
                <a:lnTo>
                  <a:pt x="2270915" y="69350"/>
                </a:lnTo>
                <a:lnTo>
                  <a:pt x="2394843" y="75289"/>
                </a:lnTo>
                <a:lnTo>
                  <a:pt x="2514557" y="81279"/>
                </a:lnTo>
                <a:lnTo>
                  <a:pt x="2630200" y="87292"/>
                </a:lnTo>
                <a:lnTo>
                  <a:pt x="2741911" y="93293"/>
                </a:lnTo>
                <a:lnTo>
                  <a:pt x="2849823" y="99242"/>
                </a:lnTo>
                <a:lnTo>
                  <a:pt x="2954065" y="105094"/>
                </a:lnTo>
                <a:lnTo>
                  <a:pt x="3054763" y="110796"/>
                </a:lnTo>
                <a:lnTo>
                  <a:pt x="3152037" y="116287"/>
                </a:lnTo>
                <a:lnTo>
                  <a:pt x="3246002" y="121500"/>
                </a:lnTo>
                <a:lnTo>
                  <a:pt x="3336773" y="126358"/>
                </a:lnTo>
                <a:lnTo>
                  <a:pt x="3424457" y="130773"/>
                </a:lnTo>
                <a:lnTo>
                  <a:pt x="3479498" y="133292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87" name="ensemble.curve-Sample-1-4.segment1">
            <a:extLst>
              <a:ext uri="{FF2B5EF4-FFF2-40B4-BE49-F238E27FC236}">
                <a16:creationId xmlns:a16="http://schemas.microsoft.com/office/drawing/2014/main" id="{A97BBF4F-13CD-4527-977D-3E35DFE68D78}"/>
              </a:ext>
            </a:extLst>
          </p:cNvPr>
          <p:cNvSpPr>
            <a:spLocks noGrp="1"/>
          </p:cNvSpPr>
          <p:nvPr/>
        </p:nvSpPr>
        <p:spPr>
          <a:xfrm>
            <a:off x="17212127" y="7991475"/>
            <a:ext cx="1237432" cy="2200275"/>
          </a:xfrm>
          <a:custGeom>
            <a:avLst/>
            <a:gdLst/>
            <a:ahLst/>
            <a:cxnLst/>
            <a:rect l="0" t="0" r="0" b="0"/>
            <a:pathLst>
              <a:path w="1237432" h="2200275">
                <a:moveTo>
                  <a:pt x="0" y="2200275"/>
                </a:moveTo>
                <a:lnTo>
                  <a:pt x="33038" y="2197477"/>
                </a:lnTo>
                <a:lnTo>
                  <a:pt x="95078" y="2190045"/>
                </a:lnTo>
                <a:lnTo>
                  <a:pt x="155008" y="2180392"/>
                </a:lnTo>
                <a:lnTo>
                  <a:pt x="212900" y="2168279"/>
                </a:lnTo>
                <a:lnTo>
                  <a:pt x="268823" y="2153456"/>
                </a:lnTo>
                <a:lnTo>
                  <a:pt x="322845" y="2135666"/>
                </a:lnTo>
                <a:lnTo>
                  <a:pt x="375030" y="2114649"/>
                </a:lnTo>
                <a:lnTo>
                  <a:pt x="425440" y="2090142"/>
                </a:lnTo>
                <a:lnTo>
                  <a:pt x="474136" y="2061884"/>
                </a:lnTo>
                <a:lnTo>
                  <a:pt x="521176" y="2029620"/>
                </a:lnTo>
                <a:lnTo>
                  <a:pt x="564521" y="1994916"/>
                </a:lnTo>
                <a:lnTo>
                  <a:pt x="566617" y="1993105"/>
                </a:lnTo>
                <a:lnTo>
                  <a:pt x="610512" y="1952107"/>
                </a:lnTo>
                <a:lnTo>
                  <a:pt x="652915" y="1906411"/>
                </a:lnTo>
                <a:lnTo>
                  <a:pt x="693876" y="1855824"/>
                </a:lnTo>
                <a:lnTo>
                  <a:pt x="733444" y="1800173"/>
                </a:lnTo>
                <a:lnTo>
                  <a:pt x="771666" y="1739313"/>
                </a:lnTo>
                <a:lnTo>
                  <a:pt x="808589" y="1673127"/>
                </a:lnTo>
                <a:lnTo>
                  <a:pt x="844256" y="1601521"/>
                </a:lnTo>
                <a:lnTo>
                  <a:pt x="878710" y="1524433"/>
                </a:lnTo>
                <a:lnTo>
                  <a:pt x="911993" y="1441822"/>
                </a:lnTo>
                <a:lnTo>
                  <a:pt x="924637" y="1408176"/>
                </a:lnTo>
                <a:lnTo>
                  <a:pt x="944144" y="1353673"/>
                </a:lnTo>
                <a:lnTo>
                  <a:pt x="975201" y="1259993"/>
                </a:lnTo>
                <a:lnTo>
                  <a:pt x="1005203" y="1160807"/>
                </a:lnTo>
                <a:lnTo>
                  <a:pt x="1034184" y="1056152"/>
                </a:lnTo>
                <a:lnTo>
                  <a:pt x="1062180" y="946083"/>
                </a:lnTo>
                <a:lnTo>
                  <a:pt x="1089224" y="830661"/>
                </a:lnTo>
                <a:lnTo>
                  <a:pt x="1115348" y="709953"/>
                </a:lnTo>
                <a:lnTo>
                  <a:pt x="1140584" y="584035"/>
                </a:lnTo>
                <a:lnTo>
                  <a:pt x="1164961" y="452982"/>
                </a:lnTo>
                <a:lnTo>
                  <a:pt x="1188510" y="316875"/>
                </a:lnTo>
                <a:lnTo>
                  <a:pt x="1211258" y="175795"/>
                </a:lnTo>
                <a:lnTo>
                  <a:pt x="1233233" y="29828"/>
                </a:lnTo>
                <a:lnTo>
                  <a:pt x="1237432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88" name="ensemble.curve-Sample-1-5.segment0">
            <a:extLst>
              <a:ext uri="{FF2B5EF4-FFF2-40B4-BE49-F238E27FC236}">
                <a16:creationId xmlns:a16="http://schemas.microsoft.com/office/drawing/2014/main" id="{42F30577-EB4E-44B0-8376-2DFDF7445DA1}"/>
              </a:ext>
            </a:extLst>
          </p:cNvPr>
          <p:cNvSpPr>
            <a:spLocks noGrp="1"/>
          </p:cNvSpPr>
          <p:nvPr/>
        </p:nvSpPr>
        <p:spPr>
          <a:xfrm>
            <a:off x="13154257" y="10042722"/>
            <a:ext cx="3633420" cy="149028"/>
          </a:xfrm>
          <a:custGeom>
            <a:avLst/>
            <a:gdLst/>
            <a:ahLst/>
            <a:cxnLst/>
            <a:rect l="0" t="0" r="0" b="0"/>
            <a:pathLst>
              <a:path w="3633420" h="149028">
                <a:moveTo>
                  <a:pt x="0" y="0"/>
                </a:moveTo>
                <a:lnTo>
                  <a:pt x="215297" y="3324"/>
                </a:lnTo>
                <a:lnTo>
                  <a:pt x="423273" y="6825"/>
                </a:lnTo>
                <a:lnTo>
                  <a:pt x="624177" y="10508"/>
                </a:lnTo>
                <a:lnTo>
                  <a:pt x="818249" y="14382"/>
                </a:lnTo>
                <a:lnTo>
                  <a:pt x="1005722" y="18454"/>
                </a:lnTo>
                <a:lnTo>
                  <a:pt x="1186820" y="22731"/>
                </a:lnTo>
                <a:lnTo>
                  <a:pt x="1361759" y="27221"/>
                </a:lnTo>
                <a:lnTo>
                  <a:pt x="1530750" y="31933"/>
                </a:lnTo>
                <a:lnTo>
                  <a:pt x="1693994" y="36873"/>
                </a:lnTo>
                <a:lnTo>
                  <a:pt x="1851688" y="42049"/>
                </a:lnTo>
                <a:lnTo>
                  <a:pt x="2004019" y="47469"/>
                </a:lnTo>
                <a:lnTo>
                  <a:pt x="2151169" y="53140"/>
                </a:lnTo>
                <a:lnTo>
                  <a:pt x="2293316" y="59069"/>
                </a:lnTo>
                <a:lnTo>
                  <a:pt x="2430630" y="65263"/>
                </a:lnTo>
                <a:lnTo>
                  <a:pt x="2563274" y="71729"/>
                </a:lnTo>
                <a:lnTo>
                  <a:pt x="2691407" y="78471"/>
                </a:lnTo>
                <a:lnTo>
                  <a:pt x="2815184" y="85496"/>
                </a:lnTo>
                <a:lnTo>
                  <a:pt x="2934751" y="92809"/>
                </a:lnTo>
                <a:lnTo>
                  <a:pt x="3050253" y="100412"/>
                </a:lnTo>
                <a:lnTo>
                  <a:pt x="3161826" y="108309"/>
                </a:lnTo>
                <a:lnTo>
                  <a:pt x="3269606" y="116501"/>
                </a:lnTo>
                <a:lnTo>
                  <a:pt x="3373721" y="124989"/>
                </a:lnTo>
                <a:lnTo>
                  <a:pt x="3474296" y="133772"/>
                </a:lnTo>
                <a:lnTo>
                  <a:pt x="3571450" y="142846"/>
                </a:lnTo>
                <a:lnTo>
                  <a:pt x="3633420" y="149028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89" name="ensemble.curve-Sample-1-5.segment1">
            <a:extLst>
              <a:ext uri="{FF2B5EF4-FFF2-40B4-BE49-F238E27FC236}">
                <a16:creationId xmlns:a16="http://schemas.microsoft.com/office/drawing/2014/main" id="{1EF614F2-7344-4BD9-8E1E-8A56C9369EA4}"/>
              </a:ext>
            </a:extLst>
          </p:cNvPr>
          <p:cNvSpPr>
            <a:spLocks noGrp="1"/>
          </p:cNvSpPr>
          <p:nvPr/>
        </p:nvSpPr>
        <p:spPr>
          <a:xfrm>
            <a:off x="18741420" y="7991475"/>
            <a:ext cx="356243" cy="2200275"/>
          </a:xfrm>
          <a:custGeom>
            <a:avLst/>
            <a:gdLst/>
            <a:ahLst/>
            <a:cxnLst/>
            <a:rect l="0" t="0" r="0" b="0"/>
            <a:pathLst>
              <a:path w="356243" h="2200275">
                <a:moveTo>
                  <a:pt x="0" y="2200275"/>
                </a:moveTo>
                <a:lnTo>
                  <a:pt x="2993" y="2195226"/>
                </a:lnTo>
                <a:lnTo>
                  <a:pt x="28198" y="2145233"/>
                </a:lnTo>
                <a:lnTo>
                  <a:pt x="52546" y="2088913"/>
                </a:lnTo>
                <a:lnTo>
                  <a:pt x="76066" y="2025925"/>
                </a:lnTo>
                <a:lnTo>
                  <a:pt x="86519" y="1994916"/>
                </a:lnTo>
                <a:lnTo>
                  <a:pt x="98786" y="1955949"/>
                </a:lnTo>
                <a:lnTo>
                  <a:pt x="120733" y="1878685"/>
                </a:lnTo>
                <a:lnTo>
                  <a:pt x="141935" y="1793859"/>
                </a:lnTo>
                <a:lnTo>
                  <a:pt x="162415" y="1701229"/>
                </a:lnTo>
                <a:lnTo>
                  <a:pt x="182199" y="1600584"/>
                </a:lnTo>
                <a:lnTo>
                  <a:pt x="201310" y="1491752"/>
                </a:lnTo>
                <a:lnTo>
                  <a:pt x="214677" y="1408176"/>
                </a:lnTo>
                <a:lnTo>
                  <a:pt x="219771" y="1374601"/>
                </a:lnTo>
                <a:lnTo>
                  <a:pt x="237604" y="1249042"/>
                </a:lnTo>
                <a:lnTo>
                  <a:pt x="254831" y="1115029"/>
                </a:lnTo>
                <a:lnTo>
                  <a:pt x="271473" y="972559"/>
                </a:lnTo>
                <a:lnTo>
                  <a:pt x="287548" y="821678"/>
                </a:lnTo>
                <a:lnTo>
                  <a:pt x="303077" y="662475"/>
                </a:lnTo>
                <a:lnTo>
                  <a:pt x="318077" y="495084"/>
                </a:lnTo>
                <a:lnTo>
                  <a:pt x="332568" y="319684"/>
                </a:lnTo>
                <a:lnTo>
                  <a:pt x="346566" y="136495"/>
                </a:lnTo>
                <a:lnTo>
                  <a:pt x="356243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90" name="ensemble.curve-Sample-2-1.segment0">
            <a:extLst>
              <a:ext uri="{FF2B5EF4-FFF2-40B4-BE49-F238E27FC236}">
                <a16:creationId xmlns:a16="http://schemas.microsoft.com/office/drawing/2014/main" id="{04BFEAD0-19F8-460A-8F96-A3DD3D7FDCD5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7449671" cy="1993441"/>
          </a:xfrm>
          <a:custGeom>
            <a:avLst/>
            <a:gdLst/>
            <a:ahLst/>
            <a:cxnLst/>
            <a:rect l="0" t="0" r="0" b="0"/>
            <a:pathLst>
              <a:path w="7449671" h="1993441">
                <a:moveTo>
                  <a:pt x="0" y="1993441"/>
                </a:moveTo>
                <a:lnTo>
                  <a:pt x="272108" y="1993202"/>
                </a:lnTo>
                <a:lnTo>
                  <a:pt x="534963" y="1992932"/>
                </a:lnTo>
                <a:lnTo>
                  <a:pt x="788879" y="1992628"/>
                </a:lnTo>
                <a:lnTo>
                  <a:pt x="1034162" y="1992287"/>
                </a:lnTo>
                <a:lnTo>
                  <a:pt x="1271103" y="1991905"/>
                </a:lnTo>
                <a:lnTo>
                  <a:pt x="1499987" y="1991476"/>
                </a:lnTo>
                <a:lnTo>
                  <a:pt x="1721088" y="1990996"/>
                </a:lnTo>
                <a:lnTo>
                  <a:pt x="1934671" y="1990460"/>
                </a:lnTo>
                <a:lnTo>
                  <a:pt x="2140991" y="1989861"/>
                </a:lnTo>
                <a:lnTo>
                  <a:pt x="2340295" y="1989192"/>
                </a:lnTo>
                <a:lnTo>
                  <a:pt x="2532821" y="1988447"/>
                </a:lnTo>
                <a:lnTo>
                  <a:pt x="2718801" y="1987618"/>
                </a:lnTo>
                <a:lnTo>
                  <a:pt x="2898457" y="1986696"/>
                </a:lnTo>
                <a:lnTo>
                  <a:pt x="3072003" y="1985672"/>
                </a:lnTo>
                <a:lnTo>
                  <a:pt x="3239648" y="1984534"/>
                </a:lnTo>
                <a:lnTo>
                  <a:pt x="3401592" y="1983273"/>
                </a:lnTo>
                <a:lnTo>
                  <a:pt x="3558030" y="1981876"/>
                </a:lnTo>
                <a:lnTo>
                  <a:pt x="3709147" y="1980330"/>
                </a:lnTo>
                <a:lnTo>
                  <a:pt x="3855126" y="1978619"/>
                </a:lnTo>
                <a:lnTo>
                  <a:pt x="3996141" y="1976730"/>
                </a:lnTo>
                <a:lnTo>
                  <a:pt x="4132361" y="1974643"/>
                </a:lnTo>
                <a:lnTo>
                  <a:pt x="4263949" y="1972343"/>
                </a:lnTo>
                <a:lnTo>
                  <a:pt x="4391062" y="1969807"/>
                </a:lnTo>
                <a:lnTo>
                  <a:pt x="4513853" y="1967016"/>
                </a:lnTo>
                <a:lnTo>
                  <a:pt x="4632468" y="1963945"/>
                </a:lnTo>
                <a:lnTo>
                  <a:pt x="4747049" y="1960570"/>
                </a:lnTo>
                <a:lnTo>
                  <a:pt x="4857735" y="1956865"/>
                </a:lnTo>
                <a:lnTo>
                  <a:pt x="4964656" y="1952799"/>
                </a:lnTo>
                <a:lnTo>
                  <a:pt x="5067942" y="1948344"/>
                </a:lnTo>
                <a:lnTo>
                  <a:pt x="5167715" y="1943465"/>
                </a:lnTo>
                <a:lnTo>
                  <a:pt x="5264096" y="1938127"/>
                </a:lnTo>
                <a:lnTo>
                  <a:pt x="5357199" y="1932292"/>
                </a:lnTo>
                <a:lnTo>
                  <a:pt x="5447137" y="1925920"/>
                </a:lnTo>
                <a:lnTo>
                  <a:pt x="5534016" y="1918969"/>
                </a:lnTo>
                <a:lnTo>
                  <a:pt x="5617940" y="1911393"/>
                </a:lnTo>
                <a:lnTo>
                  <a:pt x="5699011" y="1903143"/>
                </a:lnTo>
                <a:lnTo>
                  <a:pt x="5777325" y="1894168"/>
                </a:lnTo>
                <a:lnTo>
                  <a:pt x="5852976" y="1884415"/>
                </a:lnTo>
                <a:lnTo>
                  <a:pt x="5926055" y="1873826"/>
                </a:lnTo>
                <a:lnTo>
                  <a:pt x="5996648" y="1862340"/>
                </a:lnTo>
                <a:lnTo>
                  <a:pt x="6064841" y="1849896"/>
                </a:lnTo>
                <a:lnTo>
                  <a:pt x="6130715" y="1836426"/>
                </a:lnTo>
                <a:lnTo>
                  <a:pt x="6194349" y="1821861"/>
                </a:lnTo>
                <a:lnTo>
                  <a:pt x="6255819" y="1806129"/>
                </a:lnTo>
                <a:lnTo>
                  <a:pt x="6315199" y="1789153"/>
                </a:lnTo>
                <a:lnTo>
                  <a:pt x="6372560" y="1770855"/>
                </a:lnTo>
                <a:lnTo>
                  <a:pt x="6427970" y="1751153"/>
                </a:lnTo>
                <a:lnTo>
                  <a:pt x="6481496" y="1729961"/>
                </a:lnTo>
                <a:lnTo>
                  <a:pt x="6533202" y="1707192"/>
                </a:lnTo>
                <a:lnTo>
                  <a:pt x="6583149" y="1682756"/>
                </a:lnTo>
                <a:lnTo>
                  <a:pt x="6631398" y="1656558"/>
                </a:lnTo>
                <a:lnTo>
                  <a:pt x="6678007" y="1628504"/>
                </a:lnTo>
                <a:lnTo>
                  <a:pt x="6723030" y="1598494"/>
                </a:lnTo>
                <a:lnTo>
                  <a:pt x="6766523" y="1566429"/>
                </a:lnTo>
                <a:lnTo>
                  <a:pt x="6808536" y="1532206"/>
                </a:lnTo>
                <a:lnTo>
                  <a:pt x="6849121" y="1495722"/>
                </a:lnTo>
                <a:lnTo>
                  <a:pt x="6888326" y="1456871"/>
                </a:lnTo>
                <a:lnTo>
                  <a:pt x="6926197" y="1415547"/>
                </a:lnTo>
                <a:lnTo>
                  <a:pt x="6932585" y="1408176"/>
                </a:lnTo>
                <a:lnTo>
                  <a:pt x="6962781" y="1371643"/>
                </a:lnTo>
                <a:lnTo>
                  <a:pt x="6998121" y="1325052"/>
                </a:lnTo>
                <a:lnTo>
                  <a:pt x="7032259" y="1275668"/>
                </a:lnTo>
                <a:lnTo>
                  <a:pt x="7065236" y="1223385"/>
                </a:lnTo>
                <a:lnTo>
                  <a:pt x="7097092" y="1168098"/>
                </a:lnTo>
                <a:lnTo>
                  <a:pt x="7127865" y="1109705"/>
                </a:lnTo>
                <a:lnTo>
                  <a:pt x="7157591" y="1048105"/>
                </a:lnTo>
                <a:lnTo>
                  <a:pt x="7186306" y="983202"/>
                </a:lnTo>
                <a:lnTo>
                  <a:pt x="7214045" y="914904"/>
                </a:lnTo>
                <a:lnTo>
                  <a:pt x="7240840" y="843123"/>
                </a:lnTo>
                <a:lnTo>
                  <a:pt x="7266725" y="767778"/>
                </a:lnTo>
                <a:lnTo>
                  <a:pt x="7291729" y="688795"/>
                </a:lnTo>
                <a:lnTo>
                  <a:pt x="7315883" y="606107"/>
                </a:lnTo>
                <a:lnTo>
                  <a:pt x="7339216" y="519659"/>
                </a:lnTo>
                <a:lnTo>
                  <a:pt x="7361755" y="429403"/>
                </a:lnTo>
                <a:lnTo>
                  <a:pt x="7383528" y="335307"/>
                </a:lnTo>
                <a:lnTo>
                  <a:pt x="7404560" y="237350"/>
                </a:lnTo>
                <a:lnTo>
                  <a:pt x="7424877" y="135525"/>
                </a:lnTo>
                <a:lnTo>
                  <a:pt x="7444503" y="29845"/>
                </a:lnTo>
                <a:lnTo>
                  <a:pt x="7449671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91" name="ensemble.curve-Sample-2-2.segment0">
            <a:extLst>
              <a:ext uri="{FF2B5EF4-FFF2-40B4-BE49-F238E27FC236}">
                <a16:creationId xmlns:a16="http://schemas.microsoft.com/office/drawing/2014/main" id="{9F40FFBD-A613-4E7A-AEEE-C5EC69851A28}"/>
              </a:ext>
            </a:extLst>
          </p:cNvPr>
          <p:cNvSpPr>
            <a:spLocks noGrp="1"/>
          </p:cNvSpPr>
          <p:nvPr/>
        </p:nvSpPr>
        <p:spPr>
          <a:xfrm>
            <a:off x="13154257" y="10156534"/>
            <a:ext cx="665245" cy="35216"/>
          </a:xfrm>
          <a:custGeom>
            <a:avLst/>
            <a:gdLst/>
            <a:ahLst/>
            <a:cxnLst/>
            <a:rect l="0" t="0" r="0" b="0"/>
            <a:pathLst>
              <a:path w="665245" h="35216">
                <a:moveTo>
                  <a:pt x="0" y="0"/>
                </a:moveTo>
                <a:lnTo>
                  <a:pt x="167439" y="8048"/>
                </a:lnTo>
                <a:lnTo>
                  <a:pt x="329185" y="16319"/>
                </a:lnTo>
                <a:lnTo>
                  <a:pt x="485430" y="24797"/>
                </a:lnTo>
                <a:lnTo>
                  <a:pt x="636363" y="33466"/>
                </a:lnTo>
                <a:lnTo>
                  <a:pt x="665245" y="35216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92" name="ensemble.curve-Sample-2-2.segment1">
            <a:extLst>
              <a:ext uri="{FF2B5EF4-FFF2-40B4-BE49-F238E27FC236}">
                <a16:creationId xmlns:a16="http://schemas.microsoft.com/office/drawing/2014/main" id="{F08EBEDA-7EAD-4C08-BAEB-19FC2E1EB871}"/>
              </a:ext>
            </a:extLst>
          </p:cNvPr>
          <p:cNvSpPr>
            <a:spLocks noGrp="1"/>
          </p:cNvSpPr>
          <p:nvPr/>
        </p:nvSpPr>
        <p:spPr>
          <a:xfrm>
            <a:off x="16466497" y="7991475"/>
            <a:ext cx="834036" cy="2200275"/>
          </a:xfrm>
          <a:custGeom>
            <a:avLst/>
            <a:gdLst/>
            <a:ahLst/>
            <a:cxnLst/>
            <a:rect l="0" t="0" r="0" b="0"/>
            <a:pathLst>
              <a:path w="834036" h="2200275">
                <a:moveTo>
                  <a:pt x="0" y="2200275"/>
                </a:moveTo>
                <a:lnTo>
                  <a:pt x="39609" y="2176754"/>
                </a:lnTo>
                <a:lnTo>
                  <a:pt x="93070" y="2138701"/>
                </a:lnTo>
                <a:lnTo>
                  <a:pt x="144712" y="2095090"/>
                </a:lnTo>
                <a:lnTo>
                  <a:pt x="194598" y="2045557"/>
                </a:lnTo>
                <a:lnTo>
                  <a:pt x="238619" y="1994916"/>
                </a:lnTo>
                <a:lnTo>
                  <a:pt x="242788" y="1989751"/>
                </a:lnTo>
                <a:lnTo>
                  <a:pt x="289339" y="1927338"/>
                </a:lnTo>
                <a:lnTo>
                  <a:pt x="334307" y="1858007"/>
                </a:lnTo>
                <a:lnTo>
                  <a:pt x="377746" y="1781475"/>
                </a:lnTo>
                <a:lnTo>
                  <a:pt x="419708" y="1697486"/>
                </a:lnTo>
                <a:lnTo>
                  <a:pt x="460243" y="1605823"/>
                </a:lnTo>
                <a:lnTo>
                  <a:pt x="499400" y="1506300"/>
                </a:lnTo>
                <a:lnTo>
                  <a:pt x="534078" y="1408176"/>
                </a:lnTo>
                <a:lnTo>
                  <a:pt x="537225" y="1398774"/>
                </a:lnTo>
                <a:lnTo>
                  <a:pt x="573764" y="1283139"/>
                </a:lnTo>
                <a:lnTo>
                  <a:pt x="609061" y="1159327"/>
                </a:lnTo>
                <a:lnTo>
                  <a:pt x="643157" y="1027307"/>
                </a:lnTo>
                <a:lnTo>
                  <a:pt x="676093" y="887086"/>
                </a:lnTo>
                <a:lnTo>
                  <a:pt x="707910" y="738702"/>
                </a:lnTo>
                <a:lnTo>
                  <a:pt x="738645" y="582225"/>
                </a:lnTo>
                <a:lnTo>
                  <a:pt x="768335" y="417751"/>
                </a:lnTo>
                <a:lnTo>
                  <a:pt x="797015" y="245401"/>
                </a:lnTo>
                <a:lnTo>
                  <a:pt x="824720" y="65322"/>
                </a:lnTo>
                <a:lnTo>
                  <a:pt x="834036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93" name="ensemble.curve-Sample-2-3.segment0">
            <a:extLst>
              <a:ext uri="{FF2B5EF4-FFF2-40B4-BE49-F238E27FC236}">
                <a16:creationId xmlns:a16="http://schemas.microsoft.com/office/drawing/2014/main" id="{3632656C-1BA9-4BD6-BB1F-AA6403E7401B}"/>
              </a:ext>
            </a:extLst>
          </p:cNvPr>
          <p:cNvSpPr>
            <a:spLocks noGrp="1"/>
          </p:cNvSpPr>
          <p:nvPr/>
        </p:nvSpPr>
        <p:spPr>
          <a:xfrm>
            <a:off x="13154257" y="10112448"/>
            <a:ext cx="1971111" cy="79302"/>
          </a:xfrm>
          <a:custGeom>
            <a:avLst/>
            <a:gdLst/>
            <a:ahLst/>
            <a:cxnLst/>
            <a:rect l="0" t="0" r="0" b="0"/>
            <a:pathLst>
              <a:path w="1971111" h="79302">
                <a:moveTo>
                  <a:pt x="0" y="0"/>
                </a:moveTo>
                <a:lnTo>
                  <a:pt x="198355" y="5756"/>
                </a:lnTo>
                <a:lnTo>
                  <a:pt x="389966" y="11691"/>
                </a:lnTo>
                <a:lnTo>
                  <a:pt x="575060" y="17802"/>
                </a:lnTo>
                <a:lnTo>
                  <a:pt x="753861" y="24086"/>
                </a:lnTo>
                <a:lnTo>
                  <a:pt x="926581" y="30540"/>
                </a:lnTo>
                <a:lnTo>
                  <a:pt x="1093428" y="37158"/>
                </a:lnTo>
                <a:lnTo>
                  <a:pt x="1254602" y="43936"/>
                </a:lnTo>
                <a:lnTo>
                  <a:pt x="1410294" y="50864"/>
                </a:lnTo>
                <a:lnTo>
                  <a:pt x="1560693" y="57935"/>
                </a:lnTo>
                <a:lnTo>
                  <a:pt x="1705977" y="65139"/>
                </a:lnTo>
                <a:lnTo>
                  <a:pt x="1846321" y="72462"/>
                </a:lnTo>
                <a:lnTo>
                  <a:pt x="1971111" y="79302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94" name="ensemble.curve-Sample-2-3.segment1">
            <a:extLst>
              <a:ext uri="{FF2B5EF4-FFF2-40B4-BE49-F238E27FC236}">
                <a16:creationId xmlns:a16="http://schemas.microsoft.com/office/drawing/2014/main" id="{C7B6EEA7-31C3-479F-8465-BDDCFC72B158}"/>
              </a:ext>
            </a:extLst>
          </p:cNvPr>
          <p:cNvSpPr>
            <a:spLocks noGrp="1"/>
          </p:cNvSpPr>
          <p:nvPr/>
        </p:nvSpPr>
        <p:spPr>
          <a:xfrm>
            <a:off x="17810687" y="7991475"/>
            <a:ext cx="692768" cy="2200275"/>
          </a:xfrm>
          <a:custGeom>
            <a:avLst/>
            <a:gdLst/>
            <a:ahLst/>
            <a:cxnLst/>
            <a:rect l="0" t="0" r="0" b="0"/>
            <a:pathLst>
              <a:path w="692768" h="2200275">
                <a:moveTo>
                  <a:pt x="0" y="2200275"/>
                </a:moveTo>
                <a:lnTo>
                  <a:pt x="29292" y="2181923"/>
                </a:lnTo>
                <a:lnTo>
                  <a:pt x="68310" y="2153472"/>
                </a:lnTo>
                <a:lnTo>
                  <a:pt x="106002" y="2121681"/>
                </a:lnTo>
                <a:lnTo>
                  <a:pt x="142411" y="2086350"/>
                </a:lnTo>
                <a:lnTo>
                  <a:pt x="177583" y="2047276"/>
                </a:lnTo>
                <a:lnTo>
                  <a:pt x="211559" y="2004255"/>
                </a:lnTo>
                <a:lnTo>
                  <a:pt x="218389" y="1994916"/>
                </a:lnTo>
                <a:lnTo>
                  <a:pt x="244379" y="1957075"/>
                </a:lnTo>
                <a:lnTo>
                  <a:pt x="276083" y="1905528"/>
                </a:lnTo>
                <a:lnTo>
                  <a:pt x="306709" y="1849400"/>
                </a:lnTo>
                <a:lnTo>
                  <a:pt x="336294" y="1788478"/>
                </a:lnTo>
                <a:lnTo>
                  <a:pt x="364872" y="1722548"/>
                </a:lnTo>
                <a:lnTo>
                  <a:pt x="392479" y="1651396"/>
                </a:lnTo>
                <a:lnTo>
                  <a:pt x="419147" y="1574811"/>
                </a:lnTo>
                <a:lnTo>
                  <a:pt x="444908" y="1492579"/>
                </a:lnTo>
                <a:lnTo>
                  <a:pt x="468802" y="1408176"/>
                </a:lnTo>
                <a:lnTo>
                  <a:pt x="469794" y="1404492"/>
                </a:lnTo>
                <a:lnTo>
                  <a:pt x="493833" y="1310342"/>
                </a:lnTo>
                <a:lnTo>
                  <a:pt x="517054" y="1209925"/>
                </a:lnTo>
                <a:lnTo>
                  <a:pt x="539486" y="1103039"/>
                </a:lnTo>
                <a:lnTo>
                  <a:pt x="561155" y="989487"/>
                </a:lnTo>
                <a:lnTo>
                  <a:pt x="582087" y="869075"/>
                </a:lnTo>
                <a:lnTo>
                  <a:pt x="602308" y="741616"/>
                </a:lnTo>
                <a:lnTo>
                  <a:pt x="621841" y="606924"/>
                </a:lnTo>
                <a:lnTo>
                  <a:pt x="640709" y="464822"/>
                </a:lnTo>
                <a:lnTo>
                  <a:pt x="658936" y="315140"/>
                </a:lnTo>
                <a:lnTo>
                  <a:pt x="676544" y="157710"/>
                </a:lnTo>
                <a:lnTo>
                  <a:pt x="692768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95" name="ensemble.curve-Sample-2-4.segment0">
            <a:extLst>
              <a:ext uri="{FF2B5EF4-FFF2-40B4-BE49-F238E27FC236}">
                <a16:creationId xmlns:a16="http://schemas.microsoft.com/office/drawing/2014/main" id="{8D838EFC-7729-497A-BD39-E58DEDCFA56A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4040195" cy="1797537"/>
          </a:xfrm>
          <a:custGeom>
            <a:avLst/>
            <a:gdLst/>
            <a:ahLst/>
            <a:cxnLst/>
            <a:rect l="0" t="0" r="0" b="0"/>
            <a:pathLst>
              <a:path w="4040195" h="1797537">
                <a:moveTo>
                  <a:pt x="0" y="1797537"/>
                </a:moveTo>
                <a:lnTo>
                  <a:pt x="173502" y="1786018"/>
                </a:lnTo>
                <a:lnTo>
                  <a:pt x="341105" y="1773877"/>
                </a:lnTo>
                <a:lnTo>
                  <a:pt x="503008" y="1761087"/>
                </a:lnTo>
                <a:lnTo>
                  <a:pt x="659405" y="1747616"/>
                </a:lnTo>
                <a:lnTo>
                  <a:pt x="810484" y="1733434"/>
                </a:lnTo>
                <a:lnTo>
                  <a:pt x="956426" y="1718505"/>
                </a:lnTo>
                <a:lnTo>
                  <a:pt x="1097405" y="1702796"/>
                </a:lnTo>
                <a:lnTo>
                  <a:pt x="1233590" y="1686270"/>
                </a:lnTo>
                <a:lnTo>
                  <a:pt x="1365145" y="1668890"/>
                </a:lnTo>
                <a:lnTo>
                  <a:pt x="1492225" y="1650618"/>
                </a:lnTo>
                <a:lnTo>
                  <a:pt x="1614985" y="1631412"/>
                </a:lnTo>
                <a:lnTo>
                  <a:pt x="1733570" y="1611230"/>
                </a:lnTo>
                <a:lnTo>
                  <a:pt x="1848122" y="1590030"/>
                </a:lnTo>
                <a:lnTo>
                  <a:pt x="1958779" y="1567767"/>
                </a:lnTo>
                <a:lnTo>
                  <a:pt x="2065674" y="1544394"/>
                </a:lnTo>
                <a:lnTo>
                  <a:pt x="2168933" y="1519862"/>
                </a:lnTo>
                <a:lnTo>
                  <a:pt x="2268681" y="1494123"/>
                </a:lnTo>
                <a:lnTo>
                  <a:pt x="2365037" y="1467125"/>
                </a:lnTo>
                <a:lnTo>
                  <a:pt x="2458117" y="1438814"/>
                </a:lnTo>
                <a:lnTo>
                  <a:pt x="2548031" y="1409136"/>
                </a:lnTo>
                <a:lnTo>
                  <a:pt x="2550820" y="1408176"/>
                </a:lnTo>
                <a:lnTo>
                  <a:pt x="2634888" y="1378035"/>
                </a:lnTo>
                <a:lnTo>
                  <a:pt x="2718791" y="1345452"/>
                </a:lnTo>
                <a:lnTo>
                  <a:pt x="2799841" y="1311327"/>
                </a:lnTo>
                <a:lnTo>
                  <a:pt x="2878136" y="1275599"/>
                </a:lnTo>
                <a:lnTo>
                  <a:pt x="2953767" y="1238205"/>
                </a:lnTo>
                <a:lnTo>
                  <a:pt x="3026827" y="1199080"/>
                </a:lnTo>
                <a:lnTo>
                  <a:pt x="3097403" y="1158158"/>
                </a:lnTo>
                <a:lnTo>
                  <a:pt x="3165578" y="1115370"/>
                </a:lnTo>
                <a:lnTo>
                  <a:pt x="3231435" y="1070648"/>
                </a:lnTo>
                <a:lnTo>
                  <a:pt x="3295053" y="1023920"/>
                </a:lnTo>
                <a:lnTo>
                  <a:pt x="3356508" y="975116"/>
                </a:lnTo>
                <a:lnTo>
                  <a:pt x="3415873" y="924162"/>
                </a:lnTo>
                <a:lnTo>
                  <a:pt x="3473219" y="870985"/>
                </a:lnTo>
                <a:lnTo>
                  <a:pt x="3528615" y="815509"/>
                </a:lnTo>
                <a:lnTo>
                  <a:pt x="3582127" y="757661"/>
                </a:lnTo>
                <a:lnTo>
                  <a:pt x="3633820" y="697365"/>
                </a:lnTo>
                <a:lnTo>
                  <a:pt x="3683754" y="634547"/>
                </a:lnTo>
                <a:lnTo>
                  <a:pt x="3731991" y="569132"/>
                </a:lnTo>
                <a:lnTo>
                  <a:pt x="3778588" y="501048"/>
                </a:lnTo>
                <a:lnTo>
                  <a:pt x="3823600" y="430222"/>
                </a:lnTo>
                <a:lnTo>
                  <a:pt x="3867081" y="356585"/>
                </a:lnTo>
                <a:lnTo>
                  <a:pt x="3909084" y="280071"/>
                </a:lnTo>
                <a:lnTo>
                  <a:pt x="3949658" y="200617"/>
                </a:lnTo>
                <a:lnTo>
                  <a:pt x="3988853" y="118163"/>
                </a:lnTo>
                <a:lnTo>
                  <a:pt x="4026715" y="32657"/>
                </a:lnTo>
                <a:lnTo>
                  <a:pt x="4040195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96" name="ensemble.curve-Sample-2-5.segment0">
            <a:extLst>
              <a:ext uri="{FF2B5EF4-FFF2-40B4-BE49-F238E27FC236}">
                <a16:creationId xmlns:a16="http://schemas.microsoft.com/office/drawing/2014/main" id="{7A33715F-5759-40CE-9706-A0EE1A6A416F}"/>
              </a:ext>
            </a:extLst>
          </p:cNvPr>
          <p:cNvSpPr>
            <a:spLocks noGrp="1"/>
          </p:cNvSpPr>
          <p:nvPr/>
        </p:nvSpPr>
        <p:spPr>
          <a:xfrm>
            <a:off x="13154257" y="10006766"/>
            <a:ext cx="5610537" cy="184984"/>
          </a:xfrm>
          <a:custGeom>
            <a:avLst/>
            <a:gdLst/>
            <a:ahLst/>
            <a:cxnLst/>
            <a:rect l="0" t="0" r="0" b="0"/>
            <a:pathLst>
              <a:path w="5610537" h="184984">
                <a:moveTo>
                  <a:pt x="0" y="0"/>
                </a:moveTo>
                <a:lnTo>
                  <a:pt x="248671" y="1287"/>
                </a:lnTo>
                <a:lnTo>
                  <a:pt x="488886" y="2651"/>
                </a:lnTo>
                <a:lnTo>
                  <a:pt x="720932" y="4095"/>
                </a:lnTo>
                <a:lnTo>
                  <a:pt x="945088" y="5624"/>
                </a:lnTo>
                <a:lnTo>
                  <a:pt x="1161622" y="7241"/>
                </a:lnTo>
                <a:lnTo>
                  <a:pt x="1370792" y="8952"/>
                </a:lnTo>
                <a:lnTo>
                  <a:pt x="1572849" y="10760"/>
                </a:lnTo>
                <a:lnTo>
                  <a:pt x="1768036" y="12672"/>
                </a:lnTo>
                <a:lnTo>
                  <a:pt x="1956585" y="14692"/>
                </a:lnTo>
                <a:lnTo>
                  <a:pt x="2138723" y="16826"/>
                </a:lnTo>
                <a:lnTo>
                  <a:pt x="2314667" y="19079"/>
                </a:lnTo>
                <a:lnTo>
                  <a:pt x="2484628" y="21456"/>
                </a:lnTo>
                <a:lnTo>
                  <a:pt x="2648810" y="23963"/>
                </a:lnTo>
                <a:lnTo>
                  <a:pt x="2807408" y="26608"/>
                </a:lnTo>
                <a:lnTo>
                  <a:pt x="2960614" y="29395"/>
                </a:lnTo>
                <a:lnTo>
                  <a:pt x="3108610" y="32331"/>
                </a:lnTo>
                <a:lnTo>
                  <a:pt x="3251573" y="35422"/>
                </a:lnTo>
                <a:lnTo>
                  <a:pt x="3389675" y="38677"/>
                </a:lnTo>
                <a:lnTo>
                  <a:pt x="3523080" y="42100"/>
                </a:lnTo>
                <a:lnTo>
                  <a:pt x="3651950" y="45700"/>
                </a:lnTo>
                <a:lnTo>
                  <a:pt x="3776437" y="49483"/>
                </a:lnTo>
                <a:lnTo>
                  <a:pt x="3896691" y="53456"/>
                </a:lnTo>
                <a:lnTo>
                  <a:pt x="4012855" y="57628"/>
                </a:lnTo>
                <a:lnTo>
                  <a:pt x="4125070" y="62004"/>
                </a:lnTo>
                <a:lnTo>
                  <a:pt x="4233469" y="66594"/>
                </a:lnTo>
                <a:lnTo>
                  <a:pt x="4338181" y="71404"/>
                </a:lnTo>
                <a:lnTo>
                  <a:pt x="4439333" y="76441"/>
                </a:lnTo>
                <a:lnTo>
                  <a:pt x="4537045" y="81713"/>
                </a:lnTo>
                <a:lnTo>
                  <a:pt x="4631435" y="87227"/>
                </a:lnTo>
                <a:lnTo>
                  <a:pt x="4722615" y="92991"/>
                </a:lnTo>
                <a:lnTo>
                  <a:pt x="4810694" y="99011"/>
                </a:lnTo>
                <a:lnTo>
                  <a:pt x="4895778" y="105294"/>
                </a:lnTo>
                <a:lnTo>
                  <a:pt x="4977969" y="111846"/>
                </a:lnTo>
                <a:lnTo>
                  <a:pt x="5057365" y="118673"/>
                </a:lnTo>
                <a:lnTo>
                  <a:pt x="5134061" y="125781"/>
                </a:lnTo>
                <a:lnTo>
                  <a:pt x="5208150" y="133174"/>
                </a:lnTo>
                <a:lnTo>
                  <a:pt x="5279718" y="140858"/>
                </a:lnTo>
                <a:lnTo>
                  <a:pt x="5348853" y="148834"/>
                </a:lnTo>
                <a:lnTo>
                  <a:pt x="5415638" y="157106"/>
                </a:lnTo>
                <a:lnTo>
                  <a:pt x="5480151" y="165675"/>
                </a:lnTo>
                <a:lnTo>
                  <a:pt x="5542470" y="174541"/>
                </a:lnTo>
                <a:lnTo>
                  <a:pt x="5602670" y="183704"/>
                </a:lnTo>
                <a:lnTo>
                  <a:pt x="5610537" y="184984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97" name="ensemble.curve-Sample-2-5.segment1">
            <a:extLst>
              <a:ext uri="{FF2B5EF4-FFF2-40B4-BE49-F238E27FC236}">
                <a16:creationId xmlns:a16="http://schemas.microsoft.com/office/drawing/2014/main" id="{4FB7D1C6-652C-485F-B45F-E9F14821C303}"/>
              </a:ext>
            </a:extLst>
          </p:cNvPr>
          <p:cNvSpPr>
            <a:spLocks noGrp="1"/>
          </p:cNvSpPr>
          <p:nvPr/>
        </p:nvSpPr>
        <p:spPr>
          <a:xfrm>
            <a:off x="20056121" y="7991475"/>
            <a:ext cx="179060" cy="2200275"/>
          </a:xfrm>
          <a:custGeom>
            <a:avLst/>
            <a:gdLst/>
            <a:ahLst/>
            <a:cxnLst/>
            <a:rect l="0" t="0" r="0" b="0"/>
            <a:pathLst>
              <a:path w="179060" h="2200275">
                <a:moveTo>
                  <a:pt x="0" y="2200275"/>
                </a:moveTo>
                <a:lnTo>
                  <a:pt x="11024" y="2157474"/>
                </a:lnTo>
                <a:lnTo>
                  <a:pt x="24624" y="2095619"/>
                </a:lnTo>
                <a:lnTo>
                  <a:pt x="37761" y="2026044"/>
                </a:lnTo>
                <a:lnTo>
                  <a:pt x="43058" y="1994916"/>
                </a:lnTo>
                <a:lnTo>
                  <a:pt x="50451" y="1948219"/>
                </a:lnTo>
                <a:lnTo>
                  <a:pt x="62710" y="1861601"/>
                </a:lnTo>
                <a:lnTo>
                  <a:pt x="74552" y="1765642"/>
                </a:lnTo>
                <a:lnTo>
                  <a:pt x="85991" y="1659794"/>
                </a:lnTo>
                <a:lnTo>
                  <a:pt x="97041" y="1543506"/>
                </a:lnTo>
                <a:lnTo>
                  <a:pt x="107716" y="1416237"/>
                </a:lnTo>
                <a:lnTo>
                  <a:pt x="108350" y="1408176"/>
                </a:lnTo>
                <a:lnTo>
                  <a:pt x="118027" y="1277454"/>
                </a:lnTo>
                <a:lnTo>
                  <a:pt x="127988" y="1126639"/>
                </a:lnTo>
                <a:lnTo>
                  <a:pt x="137610" y="963296"/>
                </a:lnTo>
                <a:lnTo>
                  <a:pt x="146905" y="786955"/>
                </a:lnTo>
                <a:lnTo>
                  <a:pt x="155884" y="597178"/>
                </a:lnTo>
                <a:lnTo>
                  <a:pt x="164558" y="393563"/>
                </a:lnTo>
                <a:lnTo>
                  <a:pt x="172936" y="175755"/>
                </a:lnTo>
                <a:lnTo>
                  <a:pt x="179060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98" name="ensemble.curve-Sample-3-1.segment0">
            <a:extLst>
              <a:ext uri="{FF2B5EF4-FFF2-40B4-BE49-F238E27FC236}">
                <a16:creationId xmlns:a16="http://schemas.microsoft.com/office/drawing/2014/main" id="{C6FC1F2D-7484-417D-8EE8-C127924CBAEA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4396208" cy="2072142"/>
          </a:xfrm>
          <a:custGeom>
            <a:avLst/>
            <a:gdLst/>
            <a:ahLst/>
            <a:cxnLst/>
            <a:rect l="0" t="0" r="0" b="0"/>
            <a:pathLst>
              <a:path w="4396208" h="2072142">
                <a:moveTo>
                  <a:pt x="0" y="2072142"/>
                </a:moveTo>
                <a:lnTo>
                  <a:pt x="190905" y="2070012"/>
                </a:lnTo>
                <a:lnTo>
                  <a:pt x="375319" y="2067100"/>
                </a:lnTo>
                <a:lnTo>
                  <a:pt x="553462" y="2063314"/>
                </a:lnTo>
                <a:lnTo>
                  <a:pt x="725547" y="2058555"/>
                </a:lnTo>
                <a:lnTo>
                  <a:pt x="891780" y="2052719"/>
                </a:lnTo>
                <a:lnTo>
                  <a:pt x="1052360" y="2045696"/>
                </a:lnTo>
                <a:lnTo>
                  <a:pt x="1207480" y="2037372"/>
                </a:lnTo>
                <a:lnTo>
                  <a:pt x="1357326" y="2027629"/>
                </a:lnTo>
                <a:lnTo>
                  <a:pt x="1502075" y="2016349"/>
                </a:lnTo>
                <a:lnTo>
                  <a:pt x="1641903" y="2003408"/>
                </a:lnTo>
                <a:lnTo>
                  <a:pt x="1722417" y="1994916"/>
                </a:lnTo>
                <a:lnTo>
                  <a:pt x="1776976" y="1988684"/>
                </a:lnTo>
                <a:lnTo>
                  <a:pt x="1907455" y="1972057"/>
                </a:lnTo>
                <a:lnTo>
                  <a:pt x="2033498" y="1953407"/>
                </a:lnTo>
                <a:lnTo>
                  <a:pt x="2155254" y="1932617"/>
                </a:lnTo>
                <a:lnTo>
                  <a:pt x="2272871" y="1909577"/>
                </a:lnTo>
                <a:lnTo>
                  <a:pt x="2386488" y="1884182"/>
                </a:lnTo>
                <a:lnTo>
                  <a:pt x="2496241" y="1856334"/>
                </a:lnTo>
                <a:lnTo>
                  <a:pt x="2602262" y="1825941"/>
                </a:lnTo>
                <a:lnTo>
                  <a:pt x="2704678" y="1792923"/>
                </a:lnTo>
                <a:lnTo>
                  <a:pt x="2803611" y="1757205"/>
                </a:lnTo>
                <a:lnTo>
                  <a:pt x="2899180" y="1718724"/>
                </a:lnTo>
                <a:lnTo>
                  <a:pt x="2991499" y="1677424"/>
                </a:lnTo>
                <a:lnTo>
                  <a:pt x="3080679" y="1633259"/>
                </a:lnTo>
                <a:lnTo>
                  <a:pt x="3166827" y="1586189"/>
                </a:lnTo>
                <a:lnTo>
                  <a:pt x="3250045" y="1536184"/>
                </a:lnTo>
                <a:lnTo>
                  <a:pt x="3330433" y="1483218"/>
                </a:lnTo>
                <a:lnTo>
                  <a:pt x="3408087" y="1427273"/>
                </a:lnTo>
                <a:lnTo>
                  <a:pt x="3433101" y="1408176"/>
                </a:lnTo>
                <a:lnTo>
                  <a:pt x="3483101" y="1368333"/>
                </a:lnTo>
                <a:lnTo>
                  <a:pt x="3555564" y="1306388"/>
                </a:lnTo>
                <a:lnTo>
                  <a:pt x="3625563" y="1241431"/>
                </a:lnTo>
                <a:lnTo>
                  <a:pt x="3693182" y="1173459"/>
                </a:lnTo>
                <a:lnTo>
                  <a:pt x="3758501" y="1102470"/>
                </a:lnTo>
                <a:lnTo>
                  <a:pt x="3821600" y="1028464"/>
                </a:lnTo>
                <a:lnTo>
                  <a:pt x="3882552" y="951446"/>
                </a:lnTo>
                <a:lnTo>
                  <a:pt x="3941432" y="871421"/>
                </a:lnTo>
                <a:lnTo>
                  <a:pt x="3998310" y="788397"/>
                </a:lnTo>
                <a:lnTo>
                  <a:pt x="4053253" y="702388"/>
                </a:lnTo>
                <a:lnTo>
                  <a:pt x="4106328" y="613410"/>
                </a:lnTo>
                <a:lnTo>
                  <a:pt x="4157599" y="521484"/>
                </a:lnTo>
                <a:lnTo>
                  <a:pt x="4207126" y="426641"/>
                </a:lnTo>
                <a:lnTo>
                  <a:pt x="4254968" y="328914"/>
                </a:lnTo>
                <a:lnTo>
                  <a:pt x="4301184" y="228348"/>
                </a:lnTo>
                <a:lnTo>
                  <a:pt x="4345829" y="124998"/>
                </a:lnTo>
                <a:lnTo>
                  <a:pt x="4388955" y="18928"/>
                </a:lnTo>
                <a:lnTo>
                  <a:pt x="4396208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199" name="ensemble.curve-Sample-3-2.segment0">
            <a:extLst>
              <a:ext uri="{FF2B5EF4-FFF2-40B4-BE49-F238E27FC236}">
                <a16:creationId xmlns:a16="http://schemas.microsoft.com/office/drawing/2014/main" id="{49B6BFEB-122F-4652-A3C6-437A92D60F69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7420499" cy="1975391"/>
          </a:xfrm>
          <a:custGeom>
            <a:avLst/>
            <a:gdLst/>
            <a:ahLst/>
            <a:cxnLst/>
            <a:rect l="0" t="0" r="0" b="0"/>
            <a:pathLst>
              <a:path w="7420499" h="1975391">
                <a:moveTo>
                  <a:pt x="0" y="1975391"/>
                </a:moveTo>
                <a:lnTo>
                  <a:pt x="255939" y="1974384"/>
                </a:lnTo>
                <a:lnTo>
                  <a:pt x="503175" y="1973333"/>
                </a:lnTo>
                <a:lnTo>
                  <a:pt x="742003" y="1972238"/>
                </a:lnTo>
                <a:lnTo>
                  <a:pt x="972711" y="1971097"/>
                </a:lnTo>
                <a:lnTo>
                  <a:pt x="1195573" y="1969910"/>
                </a:lnTo>
                <a:lnTo>
                  <a:pt x="1410856" y="1968675"/>
                </a:lnTo>
                <a:lnTo>
                  <a:pt x="1618820" y="1967390"/>
                </a:lnTo>
                <a:lnTo>
                  <a:pt x="1819711" y="1966056"/>
                </a:lnTo>
                <a:lnTo>
                  <a:pt x="2013771" y="1964669"/>
                </a:lnTo>
                <a:lnTo>
                  <a:pt x="2201232" y="1963230"/>
                </a:lnTo>
                <a:lnTo>
                  <a:pt x="2382318" y="1961737"/>
                </a:lnTo>
                <a:lnTo>
                  <a:pt x="2557247" y="1960189"/>
                </a:lnTo>
                <a:lnTo>
                  <a:pt x="2726227" y="1958585"/>
                </a:lnTo>
                <a:lnTo>
                  <a:pt x="2889461" y="1956923"/>
                </a:lnTo>
                <a:lnTo>
                  <a:pt x="3047145" y="1955202"/>
                </a:lnTo>
                <a:lnTo>
                  <a:pt x="3199466" y="1953422"/>
                </a:lnTo>
                <a:lnTo>
                  <a:pt x="3346608" y="1951581"/>
                </a:lnTo>
                <a:lnTo>
                  <a:pt x="3488746" y="1949679"/>
                </a:lnTo>
                <a:lnTo>
                  <a:pt x="3626051" y="1947714"/>
                </a:lnTo>
                <a:lnTo>
                  <a:pt x="3758686" y="1945684"/>
                </a:lnTo>
                <a:lnTo>
                  <a:pt x="3886812" y="1943590"/>
                </a:lnTo>
                <a:lnTo>
                  <a:pt x="4010580" y="1941430"/>
                </a:lnTo>
                <a:lnTo>
                  <a:pt x="4130140" y="1939203"/>
                </a:lnTo>
                <a:lnTo>
                  <a:pt x="4245635" y="1936908"/>
                </a:lnTo>
                <a:lnTo>
                  <a:pt x="4357202" y="1934545"/>
                </a:lnTo>
                <a:lnTo>
                  <a:pt x="4464975" y="1932111"/>
                </a:lnTo>
                <a:lnTo>
                  <a:pt x="4569083" y="1929607"/>
                </a:lnTo>
                <a:lnTo>
                  <a:pt x="4669651" y="1927031"/>
                </a:lnTo>
                <a:lnTo>
                  <a:pt x="4766799" y="1924382"/>
                </a:lnTo>
                <a:lnTo>
                  <a:pt x="4860644" y="1921660"/>
                </a:lnTo>
                <a:lnTo>
                  <a:pt x="4951298" y="1918862"/>
                </a:lnTo>
                <a:lnTo>
                  <a:pt x="5038869" y="1915990"/>
                </a:lnTo>
                <a:lnTo>
                  <a:pt x="5123462" y="1913040"/>
                </a:lnTo>
                <a:lnTo>
                  <a:pt x="5205178" y="1910013"/>
                </a:lnTo>
                <a:lnTo>
                  <a:pt x="5284116" y="1906906"/>
                </a:lnTo>
                <a:lnTo>
                  <a:pt x="5360370" y="1903720"/>
                </a:lnTo>
                <a:lnTo>
                  <a:pt x="5434030" y="1900453"/>
                </a:lnTo>
                <a:lnTo>
                  <a:pt x="5505186" y="1897103"/>
                </a:lnTo>
                <a:lnTo>
                  <a:pt x="5573922" y="1893670"/>
                </a:lnTo>
                <a:lnTo>
                  <a:pt x="5640321" y="1890151"/>
                </a:lnTo>
                <a:lnTo>
                  <a:pt x="5704462" y="1886546"/>
                </a:lnTo>
                <a:lnTo>
                  <a:pt x="5766421" y="1882853"/>
                </a:lnTo>
                <a:lnTo>
                  <a:pt x="5826274" y="1879071"/>
                </a:lnTo>
                <a:lnTo>
                  <a:pt x="5884092" y="1875197"/>
                </a:lnTo>
                <a:lnTo>
                  <a:pt x="5939943" y="1871230"/>
                </a:lnTo>
                <a:lnTo>
                  <a:pt x="5993896" y="1867167"/>
                </a:lnTo>
                <a:lnTo>
                  <a:pt x="6046013" y="1863008"/>
                </a:lnTo>
                <a:lnTo>
                  <a:pt x="6096358" y="1858748"/>
                </a:lnTo>
                <a:lnTo>
                  <a:pt x="6144992" y="1854387"/>
                </a:lnTo>
                <a:lnTo>
                  <a:pt x="6191971" y="1849921"/>
                </a:lnTo>
                <a:lnTo>
                  <a:pt x="6237354" y="1845347"/>
                </a:lnTo>
                <a:lnTo>
                  <a:pt x="6281192" y="1840662"/>
                </a:lnTo>
                <a:lnTo>
                  <a:pt x="6323541" y="1835864"/>
                </a:lnTo>
                <a:lnTo>
                  <a:pt x="6364449" y="1830948"/>
                </a:lnTo>
                <a:lnTo>
                  <a:pt x="6403966" y="1825911"/>
                </a:lnTo>
                <a:lnTo>
                  <a:pt x="6442139" y="1820749"/>
                </a:lnTo>
                <a:lnTo>
                  <a:pt x="6479014" y="1815457"/>
                </a:lnTo>
                <a:lnTo>
                  <a:pt x="6514635" y="1810031"/>
                </a:lnTo>
                <a:lnTo>
                  <a:pt x="6549045" y="1804465"/>
                </a:lnTo>
                <a:lnTo>
                  <a:pt x="6582285" y="1798754"/>
                </a:lnTo>
                <a:lnTo>
                  <a:pt x="6614395" y="1792893"/>
                </a:lnTo>
                <a:lnTo>
                  <a:pt x="6645412" y="1786875"/>
                </a:lnTo>
                <a:lnTo>
                  <a:pt x="6675375" y="1780694"/>
                </a:lnTo>
                <a:lnTo>
                  <a:pt x="6704319" y="1774342"/>
                </a:lnTo>
                <a:lnTo>
                  <a:pt x="6732279" y="1767811"/>
                </a:lnTo>
                <a:lnTo>
                  <a:pt x="6759288" y="1761094"/>
                </a:lnTo>
                <a:lnTo>
                  <a:pt x="6785379" y="1754182"/>
                </a:lnTo>
                <a:lnTo>
                  <a:pt x="6810582" y="1747066"/>
                </a:lnTo>
                <a:lnTo>
                  <a:pt x="6834928" y="1739734"/>
                </a:lnTo>
                <a:lnTo>
                  <a:pt x="6858447" y="1732178"/>
                </a:lnTo>
                <a:lnTo>
                  <a:pt x="6881165" y="1724384"/>
                </a:lnTo>
                <a:lnTo>
                  <a:pt x="6903112" y="1716342"/>
                </a:lnTo>
                <a:lnTo>
                  <a:pt x="6924311" y="1708037"/>
                </a:lnTo>
                <a:lnTo>
                  <a:pt x="6944790" y="1699456"/>
                </a:lnTo>
                <a:lnTo>
                  <a:pt x="6964573" y="1690585"/>
                </a:lnTo>
                <a:lnTo>
                  <a:pt x="6983683" y="1681406"/>
                </a:lnTo>
                <a:lnTo>
                  <a:pt x="7002143" y="1671903"/>
                </a:lnTo>
                <a:lnTo>
                  <a:pt x="7019975" y="1662058"/>
                </a:lnTo>
                <a:lnTo>
                  <a:pt x="7037201" y="1651851"/>
                </a:lnTo>
                <a:lnTo>
                  <a:pt x="7053841" y="1641261"/>
                </a:lnTo>
                <a:lnTo>
                  <a:pt x="7069916" y="1630267"/>
                </a:lnTo>
                <a:lnTo>
                  <a:pt x="7085443" y="1618844"/>
                </a:lnTo>
                <a:lnTo>
                  <a:pt x="7100443" y="1606967"/>
                </a:lnTo>
                <a:lnTo>
                  <a:pt x="7114933" y="1594608"/>
                </a:lnTo>
                <a:lnTo>
                  <a:pt x="7128930" y="1581739"/>
                </a:lnTo>
                <a:lnTo>
                  <a:pt x="7142451" y="1568329"/>
                </a:lnTo>
                <a:lnTo>
                  <a:pt x="7155512" y="1554344"/>
                </a:lnTo>
                <a:lnTo>
                  <a:pt x="7168129" y="1539748"/>
                </a:lnTo>
                <a:lnTo>
                  <a:pt x="7180317" y="1524504"/>
                </a:lnTo>
                <a:lnTo>
                  <a:pt x="7192091" y="1508570"/>
                </a:lnTo>
                <a:lnTo>
                  <a:pt x="7203464" y="1491903"/>
                </a:lnTo>
                <a:lnTo>
                  <a:pt x="7214450" y="1474456"/>
                </a:lnTo>
                <a:lnTo>
                  <a:pt x="7225063" y="1456178"/>
                </a:lnTo>
                <a:lnTo>
                  <a:pt x="7235315" y="1437016"/>
                </a:lnTo>
                <a:lnTo>
                  <a:pt x="7245218" y="1416912"/>
                </a:lnTo>
                <a:lnTo>
                  <a:pt x="7249275" y="1408176"/>
                </a:lnTo>
                <a:lnTo>
                  <a:pt x="7254785" y="1395804"/>
                </a:lnTo>
                <a:lnTo>
                  <a:pt x="7264026" y="1373625"/>
                </a:lnTo>
                <a:lnTo>
                  <a:pt x="7272953" y="1350303"/>
                </a:lnTo>
                <a:lnTo>
                  <a:pt x="7281577" y="1325763"/>
                </a:lnTo>
                <a:lnTo>
                  <a:pt x="7289907" y="1299921"/>
                </a:lnTo>
                <a:lnTo>
                  <a:pt x="7297954" y="1272690"/>
                </a:lnTo>
                <a:lnTo>
                  <a:pt x="7305727" y="1243973"/>
                </a:lnTo>
                <a:lnTo>
                  <a:pt x="7313236" y="1213669"/>
                </a:lnTo>
                <a:lnTo>
                  <a:pt x="7320490" y="1181668"/>
                </a:lnTo>
                <a:lnTo>
                  <a:pt x="7327497" y="1147851"/>
                </a:lnTo>
                <a:lnTo>
                  <a:pt x="7334266" y="1112090"/>
                </a:lnTo>
                <a:lnTo>
                  <a:pt x="7340804" y="1074250"/>
                </a:lnTo>
                <a:lnTo>
                  <a:pt x="7347120" y="1034182"/>
                </a:lnTo>
                <a:lnTo>
                  <a:pt x="7353222" y="991728"/>
                </a:lnTo>
                <a:lnTo>
                  <a:pt x="7359116" y="946716"/>
                </a:lnTo>
                <a:lnTo>
                  <a:pt x="7364809" y="898963"/>
                </a:lnTo>
                <a:lnTo>
                  <a:pt x="7370309" y="848271"/>
                </a:lnTo>
                <a:lnTo>
                  <a:pt x="7375622" y="794426"/>
                </a:lnTo>
                <a:lnTo>
                  <a:pt x="7380754" y="737197"/>
                </a:lnTo>
                <a:lnTo>
                  <a:pt x="7385712" y="676338"/>
                </a:lnTo>
                <a:lnTo>
                  <a:pt x="7390501" y="611582"/>
                </a:lnTo>
                <a:lnTo>
                  <a:pt x="7395128" y="542640"/>
                </a:lnTo>
                <a:lnTo>
                  <a:pt x="7399597" y="469204"/>
                </a:lnTo>
                <a:lnTo>
                  <a:pt x="7403914" y="390939"/>
                </a:lnTo>
                <a:lnTo>
                  <a:pt x="7408084" y="307487"/>
                </a:lnTo>
                <a:lnTo>
                  <a:pt x="7412112" y="218460"/>
                </a:lnTo>
                <a:lnTo>
                  <a:pt x="7416004" y="123443"/>
                </a:lnTo>
                <a:lnTo>
                  <a:pt x="7419763" y="21986"/>
                </a:lnTo>
                <a:lnTo>
                  <a:pt x="7420499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00" name="ensemble.curve-Sample-3-3.segment0">
            <a:extLst>
              <a:ext uri="{FF2B5EF4-FFF2-40B4-BE49-F238E27FC236}">
                <a16:creationId xmlns:a16="http://schemas.microsoft.com/office/drawing/2014/main" id="{943929C1-58D1-411C-80D9-3AB47523F5BF}"/>
              </a:ext>
            </a:extLst>
          </p:cNvPr>
          <p:cNvSpPr>
            <a:spLocks noGrp="1"/>
          </p:cNvSpPr>
          <p:nvPr/>
        </p:nvSpPr>
        <p:spPr>
          <a:xfrm>
            <a:off x="13154257" y="10132635"/>
            <a:ext cx="1255616" cy="59115"/>
          </a:xfrm>
          <a:custGeom>
            <a:avLst/>
            <a:gdLst/>
            <a:ahLst/>
            <a:cxnLst/>
            <a:rect l="0" t="0" r="0" b="0"/>
            <a:pathLst>
              <a:path w="1255616" h="59115">
                <a:moveTo>
                  <a:pt x="0" y="0"/>
                </a:moveTo>
                <a:lnTo>
                  <a:pt x="199527" y="7544"/>
                </a:lnTo>
                <a:lnTo>
                  <a:pt x="392270" y="15398"/>
                </a:lnTo>
                <a:lnTo>
                  <a:pt x="578458" y="23568"/>
                </a:lnTo>
                <a:lnTo>
                  <a:pt x="758315" y="32059"/>
                </a:lnTo>
                <a:lnTo>
                  <a:pt x="932056" y="40874"/>
                </a:lnTo>
                <a:lnTo>
                  <a:pt x="1099889" y="50016"/>
                </a:lnTo>
                <a:lnTo>
                  <a:pt x="1255616" y="59115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01" name="ensemble.curve-Sample-3-3.segment1">
            <a:extLst>
              <a:ext uri="{FF2B5EF4-FFF2-40B4-BE49-F238E27FC236}">
                <a16:creationId xmlns:a16="http://schemas.microsoft.com/office/drawing/2014/main" id="{C35A05DA-19B3-4761-B0EE-259854CE731B}"/>
              </a:ext>
            </a:extLst>
          </p:cNvPr>
          <p:cNvSpPr>
            <a:spLocks noGrp="1"/>
          </p:cNvSpPr>
          <p:nvPr/>
        </p:nvSpPr>
        <p:spPr>
          <a:xfrm>
            <a:off x="18110572" y="7991475"/>
            <a:ext cx="415747" cy="2200275"/>
          </a:xfrm>
          <a:custGeom>
            <a:avLst/>
            <a:gdLst/>
            <a:ahLst/>
            <a:cxnLst/>
            <a:rect l="0" t="0" r="0" b="0"/>
            <a:pathLst>
              <a:path w="415747" h="2200275">
                <a:moveTo>
                  <a:pt x="0" y="2200275"/>
                </a:moveTo>
                <a:lnTo>
                  <a:pt x="5345" y="2190762"/>
                </a:lnTo>
                <a:lnTo>
                  <a:pt x="36152" y="2127656"/>
                </a:lnTo>
                <a:lnTo>
                  <a:pt x="65912" y="2057904"/>
                </a:lnTo>
                <a:lnTo>
                  <a:pt x="89785" y="1994916"/>
                </a:lnTo>
                <a:lnTo>
                  <a:pt x="94659" y="1981221"/>
                </a:lnTo>
                <a:lnTo>
                  <a:pt x="122429" y="1897343"/>
                </a:lnTo>
                <a:lnTo>
                  <a:pt x="149255" y="1806024"/>
                </a:lnTo>
                <a:lnTo>
                  <a:pt x="175168" y="1707044"/>
                </a:lnTo>
                <a:lnTo>
                  <a:pt x="200201" y="1600213"/>
                </a:lnTo>
                <a:lnTo>
                  <a:pt x="224382" y="1485373"/>
                </a:lnTo>
                <a:lnTo>
                  <a:pt x="239319" y="1408176"/>
                </a:lnTo>
                <a:lnTo>
                  <a:pt x="247740" y="1362401"/>
                </a:lnTo>
                <a:lnTo>
                  <a:pt x="270305" y="1231217"/>
                </a:lnTo>
                <a:lnTo>
                  <a:pt x="292102" y="1091782"/>
                </a:lnTo>
                <a:lnTo>
                  <a:pt x="313158" y="944104"/>
                </a:lnTo>
                <a:lnTo>
                  <a:pt x="333498" y="788240"/>
                </a:lnTo>
                <a:lnTo>
                  <a:pt x="353146" y="624301"/>
                </a:lnTo>
                <a:lnTo>
                  <a:pt x="372126" y="452447"/>
                </a:lnTo>
                <a:lnTo>
                  <a:pt x="390461" y="272895"/>
                </a:lnTo>
                <a:lnTo>
                  <a:pt x="408172" y="85919"/>
                </a:lnTo>
                <a:lnTo>
                  <a:pt x="415747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02" name="ensemble.curve-Sample-3-4.segment0">
            <a:extLst>
              <a:ext uri="{FF2B5EF4-FFF2-40B4-BE49-F238E27FC236}">
                <a16:creationId xmlns:a16="http://schemas.microsoft.com/office/drawing/2014/main" id="{34CA38FA-272D-4B1B-8040-D18259C91556}"/>
              </a:ext>
            </a:extLst>
          </p:cNvPr>
          <p:cNvSpPr>
            <a:spLocks noGrp="1"/>
          </p:cNvSpPr>
          <p:nvPr/>
        </p:nvSpPr>
        <p:spPr>
          <a:xfrm>
            <a:off x="13154257" y="10015954"/>
            <a:ext cx="3741146" cy="175796"/>
          </a:xfrm>
          <a:custGeom>
            <a:avLst/>
            <a:gdLst/>
            <a:ahLst/>
            <a:cxnLst/>
            <a:rect l="0" t="0" r="0" b="0"/>
            <a:pathLst>
              <a:path w="3741146" h="175796">
                <a:moveTo>
                  <a:pt x="0" y="0"/>
                </a:moveTo>
                <a:lnTo>
                  <a:pt x="175925" y="1749"/>
                </a:lnTo>
                <a:lnTo>
                  <a:pt x="345868" y="3593"/>
                </a:lnTo>
                <a:lnTo>
                  <a:pt x="510032" y="5536"/>
                </a:lnTo>
                <a:lnTo>
                  <a:pt x="668614" y="7582"/>
                </a:lnTo>
                <a:lnTo>
                  <a:pt x="821803" y="9738"/>
                </a:lnTo>
                <a:lnTo>
                  <a:pt x="969783" y="12007"/>
                </a:lnTo>
                <a:lnTo>
                  <a:pt x="1112731" y="14395"/>
                </a:lnTo>
                <a:lnTo>
                  <a:pt x="1250818" y="16907"/>
                </a:lnTo>
                <a:lnTo>
                  <a:pt x="1384210" y="19548"/>
                </a:lnTo>
                <a:lnTo>
                  <a:pt x="1513065" y="22325"/>
                </a:lnTo>
                <a:lnTo>
                  <a:pt x="1637539" y="25243"/>
                </a:lnTo>
                <a:lnTo>
                  <a:pt x="1757780" y="28308"/>
                </a:lnTo>
                <a:lnTo>
                  <a:pt x="1873932" y="31527"/>
                </a:lnTo>
                <a:lnTo>
                  <a:pt x="1986135" y="34905"/>
                </a:lnTo>
                <a:lnTo>
                  <a:pt x="2094522" y="38451"/>
                </a:lnTo>
                <a:lnTo>
                  <a:pt x="2199223" y="42170"/>
                </a:lnTo>
                <a:lnTo>
                  <a:pt x="2300364" y="46069"/>
                </a:lnTo>
                <a:lnTo>
                  <a:pt x="2398066" y="50157"/>
                </a:lnTo>
                <a:lnTo>
                  <a:pt x="2492446" y="54440"/>
                </a:lnTo>
                <a:lnTo>
                  <a:pt x="2583616" y="58925"/>
                </a:lnTo>
                <a:lnTo>
                  <a:pt x="2671686" y="63622"/>
                </a:lnTo>
                <a:lnTo>
                  <a:pt x="2756761" y="68538"/>
                </a:lnTo>
                <a:lnTo>
                  <a:pt x="2838943" y="73681"/>
                </a:lnTo>
                <a:lnTo>
                  <a:pt x="2918330" y="79059"/>
                </a:lnTo>
                <a:lnTo>
                  <a:pt x="2995018" y="84682"/>
                </a:lnTo>
                <a:lnTo>
                  <a:pt x="3069098" y="90559"/>
                </a:lnTo>
                <a:lnTo>
                  <a:pt x="3140660" y="96697"/>
                </a:lnTo>
                <a:lnTo>
                  <a:pt x="3209787" y="103107"/>
                </a:lnTo>
                <a:lnTo>
                  <a:pt x="3276564" y="109798"/>
                </a:lnTo>
                <a:lnTo>
                  <a:pt x="3341071" y="116780"/>
                </a:lnTo>
                <a:lnTo>
                  <a:pt x="3403383" y="124061"/>
                </a:lnTo>
                <a:lnTo>
                  <a:pt x="3463577" y="131653"/>
                </a:lnTo>
                <a:lnTo>
                  <a:pt x="3521724" y="139566"/>
                </a:lnTo>
                <a:lnTo>
                  <a:pt x="3577894" y="147808"/>
                </a:lnTo>
                <a:lnTo>
                  <a:pt x="3632153" y="156391"/>
                </a:lnTo>
                <a:lnTo>
                  <a:pt x="3684568" y="165325"/>
                </a:lnTo>
                <a:lnTo>
                  <a:pt x="3735200" y="174621"/>
                </a:lnTo>
                <a:lnTo>
                  <a:pt x="3741146" y="175796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03" name="ensemble.curve-Sample-3-4.segment1">
            <a:extLst>
              <a:ext uri="{FF2B5EF4-FFF2-40B4-BE49-F238E27FC236}">
                <a16:creationId xmlns:a16="http://schemas.microsoft.com/office/drawing/2014/main" id="{93A3D137-05D6-4746-BAA0-2A91F886EC8B}"/>
              </a:ext>
            </a:extLst>
          </p:cNvPr>
          <p:cNvSpPr>
            <a:spLocks noGrp="1"/>
          </p:cNvSpPr>
          <p:nvPr/>
        </p:nvSpPr>
        <p:spPr>
          <a:xfrm>
            <a:off x="18208935" y="7991475"/>
            <a:ext cx="32633" cy="2200275"/>
          </a:xfrm>
          <a:custGeom>
            <a:avLst/>
            <a:gdLst/>
            <a:ahLst/>
            <a:cxnLst/>
            <a:rect l="0" t="0" r="0" b="0"/>
            <a:pathLst>
              <a:path w="32633" h="2200275">
                <a:moveTo>
                  <a:pt x="0" y="2200275"/>
                </a:moveTo>
                <a:lnTo>
                  <a:pt x="3773" y="2053966"/>
                </a:lnTo>
                <a:lnTo>
                  <a:pt x="5163" y="1994916"/>
                </a:lnTo>
                <a:lnTo>
                  <a:pt x="7686" y="1880392"/>
                </a:lnTo>
                <a:lnTo>
                  <a:pt x="11467" y="1689365"/>
                </a:lnTo>
                <a:lnTo>
                  <a:pt x="15119" y="1479873"/>
                </a:lnTo>
                <a:lnTo>
                  <a:pt x="16270" y="1408176"/>
                </a:lnTo>
                <a:lnTo>
                  <a:pt x="18646" y="1250891"/>
                </a:lnTo>
                <a:lnTo>
                  <a:pt x="22054" y="1001382"/>
                </a:lnTo>
                <a:lnTo>
                  <a:pt x="25346" y="730303"/>
                </a:lnTo>
                <a:lnTo>
                  <a:pt x="28526" y="436609"/>
                </a:lnTo>
                <a:lnTo>
                  <a:pt x="31598" y="119254"/>
                </a:lnTo>
                <a:lnTo>
                  <a:pt x="32633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04" name="ensemble.curve-Sample-3-5.segment0">
            <a:extLst>
              <a:ext uri="{FF2B5EF4-FFF2-40B4-BE49-F238E27FC236}">
                <a16:creationId xmlns:a16="http://schemas.microsoft.com/office/drawing/2014/main" id="{EA5500E2-A6C0-42AE-8189-F3E46085CB2F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4079697" cy="1771000"/>
          </a:xfrm>
          <a:custGeom>
            <a:avLst/>
            <a:gdLst/>
            <a:ahLst/>
            <a:cxnLst/>
            <a:rect l="0" t="0" r="0" b="0"/>
            <a:pathLst>
              <a:path w="4079697" h="1771000">
                <a:moveTo>
                  <a:pt x="0" y="1771000"/>
                </a:moveTo>
                <a:lnTo>
                  <a:pt x="175008" y="1757322"/>
                </a:lnTo>
                <a:lnTo>
                  <a:pt x="344065" y="1742895"/>
                </a:lnTo>
                <a:lnTo>
                  <a:pt x="507373" y="1727686"/>
                </a:lnTo>
                <a:lnTo>
                  <a:pt x="665128" y="1711664"/>
                </a:lnTo>
                <a:lnTo>
                  <a:pt x="817519" y="1694791"/>
                </a:lnTo>
                <a:lnTo>
                  <a:pt x="964727" y="1677034"/>
                </a:lnTo>
                <a:lnTo>
                  <a:pt x="1106930" y="1658355"/>
                </a:lnTo>
                <a:lnTo>
                  <a:pt x="1244297" y="1638720"/>
                </a:lnTo>
                <a:lnTo>
                  <a:pt x="1376993" y="1618089"/>
                </a:lnTo>
                <a:lnTo>
                  <a:pt x="1505177" y="1596427"/>
                </a:lnTo>
                <a:lnTo>
                  <a:pt x="1629002" y="1573695"/>
                </a:lnTo>
                <a:lnTo>
                  <a:pt x="1748616" y="1549857"/>
                </a:lnTo>
                <a:lnTo>
                  <a:pt x="1864163" y="1524875"/>
                </a:lnTo>
                <a:lnTo>
                  <a:pt x="1975780" y="1498711"/>
                </a:lnTo>
                <a:lnTo>
                  <a:pt x="2083602" y="1471330"/>
                </a:lnTo>
                <a:lnTo>
                  <a:pt x="2187758" y="1442695"/>
                </a:lnTo>
                <a:lnTo>
                  <a:pt x="2288372" y="1412773"/>
                </a:lnTo>
                <a:lnTo>
                  <a:pt x="2303153" y="1408176"/>
                </a:lnTo>
                <a:lnTo>
                  <a:pt x="2385564" y="1381530"/>
                </a:lnTo>
                <a:lnTo>
                  <a:pt x="2479452" y="1348935"/>
                </a:lnTo>
                <a:lnTo>
                  <a:pt x="2570147" y="1314957"/>
                </a:lnTo>
                <a:lnTo>
                  <a:pt x="2657757" y="1279571"/>
                </a:lnTo>
                <a:lnTo>
                  <a:pt x="2742389" y="1242751"/>
                </a:lnTo>
                <a:lnTo>
                  <a:pt x="2824143" y="1204478"/>
                </a:lnTo>
                <a:lnTo>
                  <a:pt x="2903116" y="1164733"/>
                </a:lnTo>
                <a:lnTo>
                  <a:pt x="2979404" y="1123505"/>
                </a:lnTo>
                <a:lnTo>
                  <a:pt x="3053098" y="1080784"/>
                </a:lnTo>
                <a:lnTo>
                  <a:pt x="3124286" y="1036569"/>
                </a:lnTo>
                <a:lnTo>
                  <a:pt x="3193054" y="990863"/>
                </a:lnTo>
                <a:lnTo>
                  <a:pt x="3259483" y="943676"/>
                </a:lnTo>
                <a:lnTo>
                  <a:pt x="3323653" y="895026"/>
                </a:lnTo>
                <a:lnTo>
                  <a:pt x="3385641" y="844937"/>
                </a:lnTo>
                <a:lnTo>
                  <a:pt x="3445521" y="793443"/>
                </a:lnTo>
                <a:lnTo>
                  <a:pt x="3503364" y="740587"/>
                </a:lnTo>
                <a:lnTo>
                  <a:pt x="3559241" y="686422"/>
                </a:lnTo>
                <a:lnTo>
                  <a:pt x="3613218" y="631011"/>
                </a:lnTo>
                <a:lnTo>
                  <a:pt x="3665359" y="574427"/>
                </a:lnTo>
                <a:lnTo>
                  <a:pt x="3715727" y="516754"/>
                </a:lnTo>
                <a:lnTo>
                  <a:pt x="3764383" y="458090"/>
                </a:lnTo>
                <a:lnTo>
                  <a:pt x="3811384" y="398541"/>
                </a:lnTo>
                <a:lnTo>
                  <a:pt x="3856787" y="338229"/>
                </a:lnTo>
                <a:lnTo>
                  <a:pt x="3900645" y="277284"/>
                </a:lnTo>
                <a:lnTo>
                  <a:pt x="3943013" y="215848"/>
                </a:lnTo>
                <a:lnTo>
                  <a:pt x="3983939" y="154077"/>
                </a:lnTo>
                <a:lnTo>
                  <a:pt x="4023474" y="92133"/>
                </a:lnTo>
                <a:lnTo>
                  <a:pt x="4061665" y="30189"/>
                </a:lnTo>
                <a:lnTo>
                  <a:pt x="4079697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05" name="ensemble.curve-Sample-4-1.segment0">
            <a:extLst>
              <a:ext uri="{FF2B5EF4-FFF2-40B4-BE49-F238E27FC236}">
                <a16:creationId xmlns:a16="http://schemas.microsoft.com/office/drawing/2014/main" id="{DA1740A1-CC35-4430-850C-646C2B59A234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5384267" cy="2058377"/>
          </a:xfrm>
          <a:custGeom>
            <a:avLst/>
            <a:gdLst/>
            <a:ahLst/>
            <a:cxnLst/>
            <a:rect l="0" t="0" r="0" b="0"/>
            <a:pathLst>
              <a:path w="5384267" h="2058377">
                <a:moveTo>
                  <a:pt x="0" y="2018577"/>
                </a:moveTo>
                <a:lnTo>
                  <a:pt x="198697" y="2019870"/>
                </a:lnTo>
                <a:lnTo>
                  <a:pt x="390638" y="2021216"/>
                </a:lnTo>
                <a:lnTo>
                  <a:pt x="576052" y="2022615"/>
                </a:lnTo>
                <a:lnTo>
                  <a:pt x="755160" y="2024065"/>
                </a:lnTo>
                <a:lnTo>
                  <a:pt x="928178" y="2025568"/>
                </a:lnTo>
                <a:lnTo>
                  <a:pt x="1095313" y="2027120"/>
                </a:lnTo>
                <a:lnTo>
                  <a:pt x="1256764" y="2028721"/>
                </a:lnTo>
                <a:lnTo>
                  <a:pt x="1412726" y="2030368"/>
                </a:lnTo>
                <a:lnTo>
                  <a:pt x="1563383" y="2032057"/>
                </a:lnTo>
                <a:lnTo>
                  <a:pt x="1708918" y="2033784"/>
                </a:lnTo>
                <a:lnTo>
                  <a:pt x="1849504" y="2035545"/>
                </a:lnTo>
                <a:lnTo>
                  <a:pt x="1985309" y="2037334"/>
                </a:lnTo>
                <a:lnTo>
                  <a:pt x="2116496" y="2039142"/>
                </a:lnTo>
                <a:lnTo>
                  <a:pt x="2243223" y="2040963"/>
                </a:lnTo>
                <a:lnTo>
                  <a:pt x="2365639" y="2042786"/>
                </a:lnTo>
                <a:lnTo>
                  <a:pt x="2483894" y="2044599"/>
                </a:lnTo>
                <a:lnTo>
                  <a:pt x="2598126" y="2046388"/>
                </a:lnTo>
                <a:lnTo>
                  <a:pt x="2708475" y="2048140"/>
                </a:lnTo>
                <a:lnTo>
                  <a:pt x="2815071" y="2049836"/>
                </a:lnTo>
                <a:lnTo>
                  <a:pt x="2918042" y="2051456"/>
                </a:lnTo>
                <a:lnTo>
                  <a:pt x="3017512" y="2052978"/>
                </a:lnTo>
                <a:lnTo>
                  <a:pt x="3113599" y="2054375"/>
                </a:lnTo>
                <a:lnTo>
                  <a:pt x="3206419" y="2055621"/>
                </a:lnTo>
                <a:lnTo>
                  <a:pt x="3296083" y="2056681"/>
                </a:lnTo>
                <a:lnTo>
                  <a:pt x="3382697" y="2057522"/>
                </a:lnTo>
                <a:lnTo>
                  <a:pt x="3466366" y="2058102"/>
                </a:lnTo>
                <a:lnTo>
                  <a:pt x="3547191" y="2058377"/>
                </a:lnTo>
                <a:lnTo>
                  <a:pt x="3625266" y="2058300"/>
                </a:lnTo>
                <a:lnTo>
                  <a:pt x="3700687" y="2057816"/>
                </a:lnTo>
                <a:lnTo>
                  <a:pt x="3773543" y="2056866"/>
                </a:lnTo>
                <a:lnTo>
                  <a:pt x="3843922" y="2055387"/>
                </a:lnTo>
                <a:lnTo>
                  <a:pt x="3911907" y="2053309"/>
                </a:lnTo>
                <a:lnTo>
                  <a:pt x="3977581" y="2050555"/>
                </a:lnTo>
                <a:lnTo>
                  <a:pt x="4041021" y="2047044"/>
                </a:lnTo>
                <a:lnTo>
                  <a:pt x="4102304" y="2042688"/>
                </a:lnTo>
                <a:lnTo>
                  <a:pt x="4161503" y="2037394"/>
                </a:lnTo>
                <a:lnTo>
                  <a:pt x="4218689" y="2031059"/>
                </a:lnTo>
                <a:lnTo>
                  <a:pt x="4273931" y="2023578"/>
                </a:lnTo>
                <a:lnTo>
                  <a:pt x="4327294" y="2014837"/>
                </a:lnTo>
                <a:lnTo>
                  <a:pt x="4378842" y="2004720"/>
                </a:lnTo>
                <a:lnTo>
                  <a:pt x="4421391" y="1994916"/>
                </a:lnTo>
                <a:lnTo>
                  <a:pt x="4428638" y="1993100"/>
                </a:lnTo>
                <a:lnTo>
                  <a:pt x="4476740" y="1979851"/>
                </a:lnTo>
                <a:lnTo>
                  <a:pt x="4523206" y="1964838"/>
                </a:lnTo>
                <a:lnTo>
                  <a:pt x="4568093" y="1947925"/>
                </a:lnTo>
                <a:lnTo>
                  <a:pt x="4611453" y="1928971"/>
                </a:lnTo>
                <a:lnTo>
                  <a:pt x="4653338" y="1907834"/>
                </a:lnTo>
                <a:lnTo>
                  <a:pt x="4693800" y="1884371"/>
                </a:lnTo>
                <a:lnTo>
                  <a:pt x="4732885" y="1858438"/>
                </a:lnTo>
                <a:lnTo>
                  <a:pt x="4770642" y="1829892"/>
                </a:lnTo>
                <a:lnTo>
                  <a:pt x="4807114" y="1798590"/>
                </a:lnTo>
                <a:lnTo>
                  <a:pt x="4842346" y="1764393"/>
                </a:lnTo>
                <a:lnTo>
                  <a:pt x="4876380" y="1727165"/>
                </a:lnTo>
                <a:lnTo>
                  <a:pt x="4909257" y="1686774"/>
                </a:lnTo>
                <a:lnTo>
                  <a:pt x="4941016" y="1643094"/>
                </a:lnTo>
                <a:lnTo>
                  <a:pt x="4971695" y="1596001"/>
                </a:lnTo>
                <a:lnTo>
                  <a:pt x="5001331" y="1545382"/>
                </a:lnTo>
                <a:lnTo>
                  <a:pt x="5029958" y="1491127"/>
                </a:lnTo>
                <a:lnTo>
                  <a:pt x="5057613" y="1433134"/>
                </a:lnTo>
                <a:lnTo>
                  <a:pt x="5068712" y="1408176"/>
                </a:lnTo>
                <a:lnTo>
                  <a:pt x="5084327" y="1371308"/>
                </a:lnTo>
                <a:lnTo>
                  <a:pt x="5110133" y="1305562"/>
                </a:lnTo>
                <a:lnTo>
                  <a:pt x="5135061" y="1235813"/>
                </a:lnTo>
                <a:lnTo>
                  <a:pt x="5159141" y="1161991"/>
                </a:lnTo>
                <a:lnTo>
                  <a:pt x="5182403" y="1084028"/>
                </a:lnTo>
                <a:lnTo>
                  <a:pt x="5204873" y="1001866"/>
                </a:lnTo>
                <a:lnTo>
                  <a:pt x="5226580" y="915455"/>
                </a:lnTo>
                <a:lnTo>
                  <a:pt x="5247548" y="824753"/>
                </a:lnTo>
                <a:lnTo>
                  <a:pt x="5267803" y="729724"/>
                </a:lnTo>
                <a:lnTo>
                  <a:pt x="5287370" y="630342"/>
                </a:lnTo>
                <a:lnTo>
                  <a:pt x="5306271" y="526591"/>
                </a:lnTo>
                <a:lnTo>
                  <a:pt x="5324530" y="418462"/>
                </a:lnTo>
                <a:lnTo>
                  <a:pt x="5342167" y="305960"/>
                </a:lnTo>
                <a:lnTo>
                  <a:pt x="5359205" y="189098"/>
                </a:lnTo>
                <a:lnTo>
                  <a:pt x="5375663" y="67905"/>
                </a:lnTo>
                <a:lnTo>
                  <a:pt x="5384267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06" name="ensemble.curve-Sample-4-2.segment0">
            <a:extLst>
              <a:ext uri="{FF2B5EF4-FFF2-40B4-BE49-F238E27FC236}">
                <a16:creationId xmlns:a16="http://schemas.microsoft.com/office/drawing/2014/main" id="{D49004F7-BF26-4805-B05F-60485880BAE6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4347046" cy="1959708"/>
          </a:xfrm>
          <a:custGeom>
            <a:avLst/>
            <a:gdLst/>
            <a:ahLst/>
            <a:cxnLst/>
            <a:rect l="0" t="0" r="0" b="0"/>
            <a:pathLst>
              <a:path w="4347046" h="1959708">
                <a:moveTo>
                  <a:pt x="0" y="1959708"/>
                </a:moveTo>
                <a:lnTo>
                  <a:pt x="174935" y="1953669"/>
                </a:lnTo>
                <a:lnTo>
                  <a:pt x="343921" y="1947019"/>
                </a:lnTo>
                <a:lnTo>
                  <a:pt x="507161" y="1939717"/>
                </a:lnTo>
                <a:lnTo>
                  <a:pt x="664850" y="1931717"/>
                </a:lnTo>
                <a:lnTo>
                  <a:pt x="817177" y="1922973"/>
                </a:lnTo>
                <a:lnTo>
                  <a:pt x="964324" y="1913437"/>
                </a:lnTo>
                <a:lnTo>
                  <a:pt x="1106468" y="1903061"/>
                </a:lnTo>
                <a:lnTo>
                  <a:pt x="1243777" y="1891794"/>
                </a:lnTo>
                <a:lnTo>
                  <a:pt x="1376418" y="1879585"/>
                </a:lnTo>
                <a:lnTo>
                  <a:pt x="1504548" y="1866383"/>
                </a:lnTo>
                <a:lnTo>
                  <a:pt x="1628321" y="1852135"/>
                </a:lnTo>
                <a:lnTo>
                  <a:pt x="1747885" y="1836791"/>
                </a:lnTo>
                <a:lnTo>
                  <a:pt x="1863384" y="1820296"/>
                </a:lnTo>
                <a:lnTo>
                  <a:pt x="1974955" y="1802601"/>
                </a:lnTo>
                <a:lnTo>
                  <a:pt x="2082732" y="1783653"/>
                </a:lnTo>
                <a:lnTo>
                  <a:pt x="2186844" y="1763402"/>
                </a:lnTo>
                <a:lnTo>
                  <a:pt x="2287415" y="1741801"/>
                </a:lnTo>
                <a:lnTo>
                  <a:pt x="2384567" y="1718803"/>
                </a:lnTo>
                <a:lnTo>
                  <a:pt x="2478415" y="1694362"/>
                </a:lnTo>
                <a:lnTo>
                  <a:pt x="2569072" y="1668438"/>
                </a:lnTo>
                <a:lnTo>
                  <a:pt x="2656647" y="1640992"/>
                </a:lnTo>
                <a:lnTo>
                  <a:pt x="2741243" y="1611988"/>
                </a:lnTo>
                <a:lnTo>
                  <a:pt x="2822962" y="1581395"/>
                </a:lnTo>
                <a:lnTo>
                  <a:pt x="2901903" y="1549186"/>
                </a:lnTo>
                <a:lnTo>
                  <a:pt x="2978159" y="1515341"/>
                </a:lnTo>
                <a:lnTo>
                  <a:pt x="3051822" y="1479843"/>
                </a:lnTo>
                <a:lnTo>
                  <a:pt x="3122981" y="1442681"/>
                </a:lnTo>
                <a:lnTo>
                  <a:pt x="3184324" y="1408176"/>
                </a:lnTo>
                <a:lnTo>
                  <a:pt x="3191719" y="1403852"/>
                </a:lnTo>
                <a:lnTo>
                  <a:pt x="3258120" y="1363359"/>
                </a:lnTo>
                <a:lnTo>
                  <a:pt x="3322264" y="1321213"/>
                </a:lnTo>
                <a:lnTo>
                  <a:pt x="3384226" y="1277432"/>
                </a:lnTo>
                <a:lnTo>
                  <a:pt x="3444081" y="1232043"/>
                </a:lnTo>
                <a:lnTo>
                  <a:pt x="3501900" y="1185081"/>
                </a:lnTo>
                <a:lnTo>
                  <a:pt x="3557754" y="1136591"/>
                </a:lnTo>
                <a:lnTo>
                  <a:pt x="3611708" y="1086626"/>
                </a:lnTo>
                <a:lnTo>
                  <a:pt x="3663827" y="1035250"/>
                </a:lnTo>
                <a:lnTo>
                  <a:pt x="3714175" y="982534"/>
                </a:lnTo>
                <a:lnTo>
                  <a:pt x="3762810" y="928563"/>
                </a:lnTo>
                <a:lnTo>
                  <a:pt x="3809791" y="873427"/>
                </a:lnTo>
                <a:lnTo>
                  <a:pt x="3855175" y="817229"/>
                </a:lnTo>
                <a:lnTo>
                  <a:pt x="3899015" y="760080"/>
                </a:lnTo>
                <a:lnTo>
                  <a:pt x="3941365" y="702100"/>
                </a:lnTo>
                <a:lnTo>
                  <a:pt x="3982274" y="643416"/>
                </a:lnTo>
                <a:lnTo>
                  <a:pt x="4021793" y="584165"/>
                </a:lnTo>
                <a:lnTo>
                  <a:pt x="4059967" y="524490"/>
                </a:lnTo>
                <a:lnTo>
                  <a:pt x="4096844" y="464539"/>
                </a:lnTo>
                <a:lnTo>
                  <a:pt x="4132466" y="404466"/>
                </a:lnTo>
                <a:lnTo>
                  <a:pt x="4166878" y="344427"/>
                </a:lnTo>
                <a:lnTo>
                  <a:pt x="4200119" y="284581"/>
                </a:lnTo>
                <a:lnTo>
                  <a:pt x="4232229" y="225089"/>
                </a:lnTo>
                <a:lnTo>
                  <a:pt x="4263248" y="166109"/>
                </a:lnTo>
                <a:lnTo>
                  <a:pt x="4293212" y="107798"/>
                </a:lnTo>
                <a:lnTo>
                  <a:pt x="4322157" y="50310"/>
                </a:lnTo>
                <a:lnTo>
                  <a:pt x="4347046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07" name="ensemble.curve-Sample-4-3.segment0">
            <a:extLst>
              <a:ext uri="{FF2B5EF4-FFF2-40B4-BE49-F238E27FC236}">
                <a16:creationId xmlns:a16="http://schemas.microsoft.com/office/drawing/2014/main" id="{796B7DBF-39AA-4DF2-ADDC-DFBB8DE3968F}"/>
              </a:ext>
            </a:extLst>
          </p:cNvPr>
          <p:cNvSpPr>
            <a:spLocks noGrp="1"/>
          </p:cNvSpPr>
          <p:nvPr/>
        </p:nvSpPr>
        <p:spPr>
          <a:xfrm>
            <a:off x="13154257" y="8434655"/>
            <a:ext cx="6124892" cy="1493530"/>
          </a:xfrm>
          <a:custGeom>
            <a:avLst/>
            <a:gdLst/>
            <a:ahLst/>
            <a:cxnLst/>
            <a:rect l="0" t="0" r="0" b="0"/>
            <a:pathLst>
              <a:path w="6124892" h="1493530">
                <a:moveTo>
                  <a:pt x="0" y="1493530"/>
                </a:moveTo>
                <a:lnTo>
                  <a:pt x="208276" y="1489280"/>
                </a:lnTo>
                <a:lnTo>
                  <a:pt x="409469" y="1484740"/>
                </a:lnTo>
                <a:lnTo>
                  <a:pt x="603821" y="1479895"/>
                </a:lnTo>
                <a:lnTo>
                  <a:pt x="791564" y="1474727"/>
                </a:lnTo>
                <a:lnTo>
                  <a:pt x="972923" y="1469218"/>
                </a:lnTo>
                <a:lnTo>
                  <a:pt x="1148115" y="1463350"/>
                </a:lnTo>
                <a:lnTo>
                  <a:pt x="1317349" y="1457102"/>
                </a:lnTo>
                <a:lnTo>
                  <a:pt x="1480829" y="1450457"/>
                </a:lnTo>
                <a:lnTo>
                  <a:pt x="1638749" y="1443392"/>
                </a:lnTo>
                <a:lnTo>
                  <a:pt x="1791300" y="1435887"/>
                </a:lnTo>
                <a:lnTo>
                  <a:pt x="1938663" y="1427922"/>
                </a:lnTo>
                <a:lnTo>
                  <a:pt x="2081015" y="1419475"/>
                </a:lnTo>
                <a:lnTo>
                  <a:pt x="2218526" y="1410524"/>
                </a:lnTo>
                <a:lnTo>
                  <a:pt x="2351361" y="1401047"/>
                </a:lnTo>
                <a:lnTo>
                  <a:pt x="2479680" y="1391022"/>
                </a:lnTo>
                <a:lnTo>
                  <a:pt x="2603634" y="1380428"/>
                </a:lnTo>
                <a:lnTo>
                  <a:pt x="2723374" y="1369242"/>
                </a:lnTo>
                <a:lnTo>
                  <a:pt x="2839042" y="1357444"/>
                </a:lnTo>
                <a:lnTo>
                  <a:pt x="2950777" y="1345012"/>
                </a:lnTo>
                <a:lnTo>
                  <a:pt x="3058712" y="1331926"/>
                </a:lnTo>
                <a:lnTo>
                  <a:pt x="3162977" y="1318166"/>
                </a:lnTo>
                <a:lnTo>
                  <a:pt x="3263696" y="1303714"/>
                </a:lnTo>
                <a:lnTo>
                  <a:pt x="3360991" y="1288552"/>
                </a:lnTo>
                <a:lnTo>
                  <a:pt x="3454977" y="1272665"/>
                </a:lnTo>
                <a:lnTo>
                  <a:pt x="3545767" y="1256037"/>
                </a:lnTo>
                <a:lnTo>
                  <a:pt x="3633469" y="1238656"/>
                </a:lnTo>
                <a:lnTo>
                  <a:pt x="3718190" y="1220513"/>
                </a:lnTo>
                <a:lnTo>
                  <a:pt x="3800029" y="1201598"/>
                </a:lnTo>
                <a:lnTo>
                  <a:pt x="3879086" y="1181907"/>
                </a:lnTo>
                <a:lnTo>
                  <a:pt x="3955454" y="1161436"/>
                </a:lnTo>
                <a:lnTo>
                  <a:pt x="4029225" y="1140187"/>
                </a:lnTo>
                <a:lnTo>
                  <a:pt x="4100488" y="1118163"/>
                </a:lnTo>
                <a:lnTo>
                  <a:pt x="4169328" y="1095372"/>
                </a:lnTo>
                <a:lnTo>
                  <a:pt x="4235826" y="1071827"/>
                </a:lnTo>
                <a:lnTo>
                  <a:pt x="4300064" y="1047542"/>
                </a:lnTo>
                <a:lnTo>
                  <a:pt x="4362117" y="1022538"/>
                </a:lnTo>
                <a:lnTo>
                  <a:pt x="4422059" y="996840"/>
                </a:lnTo>
                <a:lnTo>
                  <a:pt x="4479964" y="970478"/>
                </a:lnTo>
                <a:lnTo>
                  <a:pt x="4491585" y="964996"/>
                </a:lnTo>
                <a:lnTo>
                  <a:pt x="4535899" y="943486"/>
                </a:lnTo>
                <a:lnTo>
                  <a:pt x="4589933" y="915904"/>
                </a:lnTo>
                <a:lnTo>
                  <a:pt x="4642129" y="887777"/>
                </a:lnTo>
                <a:lnTo>
                  <a:pt x="4692550" y="859153"/>
                </a:lnTo>
                <a:lnTo>
                  <a:pt x="4741256" y="830089"/>
                </a:lnTo>
                <a:lnTo>
                  <a:pt x="4788307" y="800641"/>
                </a:lnTo>
                <a:lnTo>
                  <a:pt x="4833757" y="770875"/>
                </a:lnTo>
                <a:lnTo>
                  <a:pt x="4877662" y="740859"/>
                </a:lnTo>
                <a:lnTo>
                  <a:pt x="4920074" y="710662"/>
                </a:lnTo>
                <a:lnTo>
                  <a:pt x="4961043" y="680362"/>
                </a:lnTo>
                <a:lnTo>
                  <a:pt x="5000620" y="650035"/>
                </a:lnTo>
                <a:lnTo>
                  <a:pt x="5038850" y="619761"/>
                </a:lnTo>
                <a:lnTo>
                  <a:pt x="5075781" y="589621"/>
                </a:lnTo>
                <a:lnTo>
                  <a:pt x="5111456" y="559698"/>
                </a:lnTo>
                <a:lnTo>
                  <a:pt x="5145918" y="530073"/>
                </a:lnTo>
                <a:lnTo>
                  <a:pt x="5179207" y="500828"/>
                </a:lnTo>
                <a:lnTo>
                  <a:pt x="5211365" y="472043"/>
                </a:lnTo>
                <a:lnTo>
                  <a:pt x="5242430" y="443793"/>
                </a:lnTo>
                <a:lnTo>
                  <a:pt x="5272437" y="416154"/>
                </a:lnTo>
                <a:lnTo>
                  <a:pt x="5301425" y="389194"/>
                </a:lnTo>
                <a:lnTo>
                  <a:pt x="5329427" y="362980"/>
                </a:lnTo>
                <a:lnTo>
                  <a:pt x="5356477" y="337569"/>
                </a:lnTo>
                <a:lnTo>
                  <a:pt x="5382606" y="313017"/>
                </a:lnTo>
                <a:lnTo>
                  <a:pt x="5407848" y="289370"/>
                </a:lnTo>
                <a:lnTo>
                  <a:pt x="5432231" y="266670"/>
                </a:lnTo>
                <a:lnTo>
                  <a:pt x="5455784" y="244949"/>
                </a:lnTo>
                <a:lnTo>
                  <a:pt x="5478537" y="224234"/>
                </a:lnTo>
                <a:lnTo>
                  <a:pt x="5500516" y="204546"/>
                </a:lnTo>
                <a:lnTo>
                  <a:pt x="5521748" y="185896"/>
                </a:lnTo>
                <a:lnTo>
                  <a:pt x="5542258" y="168292"/>
                </a:lnTo>
                <a:lnTo>
                  <a:pt x="5562070" y="151732"/>
                </a:lnTo>
                <a:lnTo>
                  <a:pt x="5581209" y="136209"/>
                </a:lnTo>
                <a:lnTo>
                  <a:pt x="5599697" y="121713"/>
                </a:lnTo>
                <a:lnTo>
                  <a:pt x="5617556" y="108225"/>
                </a:lnTo>
                <a:lnTo>
                  <a:pt x="5634808" y="95724"/>
                </a:lnTo>
                <a:lnTo>
                  <a:pt x="5651473" y="84183"/>
                </a:lnTo>
                <a:lnTo>
                  <a:pt x="5667572" y="73574"/>
                </a:lnTo>
                <a:lnTo>
                  <a:pt x="5683123" y="63864"/>
                </a:lnTo>
                <a:lnTo>
                  <a:pt x="5698145" y="55019"/>
                </a:lnTo>
                <a:lnTo>
                  <a:pt x="5712656" y="47001"/>
                </a:lnTo>
                <a:lnTo>
                  <a:pt x="5726674" y="39773"/>
                </a:lnTo>
                <a:lnTo>
                  <a:pt x="5740216" y="33295"/>
                </a:lnTo>
                <a:lnTo>
                  <a:pt x="5753296" y="27529"/>
                </a:lnTo>
                <a:lnTo>
                  <a:pt x="5765933" y="22434"/>
                </a:lnTo>
                <a:lnTo>
                  <a:pt x="5778139" y="17971"/>
                </a:lnTo>
                <a:lnTo>
                  <a:pt x="5789930" y="14100"/>
                </a:lnTo>
                <a:lnTo>
                  <a:pt x="5801320" y="10785"/>
                </a:lnTo>
                <a:lnTo>
                  <a:pt x="5812323" y="7987"/>
                </a:lnTo>
                <a:lnTo>
                  <a:pt x="5822952" y="5669"/>
                </a:lnTo>
                <a:lnTo>
                  <a:pt x="5833220" y="3798"/>
                </a:lnTo>
                <a:lnTo>
                  <a:pt x="5843138" y="2338"/>
                </a:lnTo>
                <a:lnTo>
                  <a:pt x="5852719" y="1259"/>
                </a:lnTo>
                <a:lnTo>
                  <a:pt x="5861974" y="528"/>
                </a:lnTo>
                <a:lnTo>
                  <a:pt x="5870915" y="118"/>
                </a:lnTo>
                <a:lnTo>
                  <a:pt x="5879551" y="0"/>
                </a:lnTo>
                <a:lnTo>
                  <a:pt x="5887894" y="148"/>
                </a:lnTo>
                <a:lnTo>
                  <a:pt x="5895953" y="537"/>
                </a:lnTo>
                <a:lnTo>
                  <a:pt x="5903738" y="1145"/>
                </a:lnTo>
                <a:lnTo>
                  <a:pt x="5911258" y="1950"/>
                </a:lnTo>
                <a:lnTo>
                  <a:pt x="5918523" y="2931"/>
                </a:lnTo>
                <a:lnTo>
                  <a:pt x="5925540" y="4069"/>
                </a:lnTo>
                <a:lnTo>
                  <a:pt x="5932319" y="5348"/>
                </a:lnTo>
                <a:lnTo>
                  <a:pt x="5938868" y="6750"/>
                </a:lnTo>
                <a:lnTo>
                  <a:pt x="5945193" y="8261"/>
                </a:lnTo>
                <a:lnTo>
                  <a:pt x="5951304" y="9866"/>
                </a:lnTo>
                <a:lnTo>
                  <a:pt x="5957207" y="11554"/>
                </a:lnTo>
                <a:lnTo>
                  <a:pt x="5962909" y="13311"/>
                </a:lnTo>
                <a:lnTo>
                  <a:pt x="5968417" y="15127"/>
                </a:lnTo>
                <a:lnTo>
                  <a:pt x="5973738" y="16992"/>
                </a:lnTo>
                <a:lnTo>
                  <a:pt x="5978878" y="18897"/>
                </a:lnTo>
                <a:lnTo>
                  <a:pt x="5983843" y="20833"/>
                </a:lnTo>
                <a:lnTo>
                  <a:pt x="5988639" y="22793"/>
                </a:lnTo>
                <a:lnTo>
                  <a:pt x="5993273" y="24770"/>
                </a:lnTo>
                <a:lnTo>
                  <a:pt x="5997748" y="26757"/>
                </a:lnTo>
                <a:lnTo>
                  <a:pt x="6002072" y="28750"/>
                </a:lnTo>
                <a:lnTo>
                  <a:pt x="6006248" y="30742"/>
                </a:lnTo>
                <a:lnTo>
                  <a:pt x="6010283" y="32729"/>
                </a:lnTo>
                <a:lnTo>
                  <a:pt x="6014180" y="34706"/>
                </a:lnTo>
                <a:lnTo>
                  <a:pt x="6017945" y="36671"/>
                </a:lnTo>
                <a:lnTo>
                  <a:pt x="6021581" y="38620"/>
                </a:lnTo>
                <a:lnTo>
                  <a:pt x="6025094" y="40549"/>
                </a:lnTo>
                <a:lnTo>
                  <a:pt x="6028488" y="42457"/>
                </a:lnTo>
                <a:lnTo>
                  <a:pt x="6031766" y="44340"/>
                </a:lnTo>
                <a:lnTo>
                  <a:pt x="6034933" y="46197"/>
                </a:lnTo>
                <a:lnTo>
                  <a:pt x="6037992" y="48027"/>
                </a:lnTo>
                <a:lnTo>
                  <a:pt x="6040947" y="49827"/>
                </a:lnTo>
                <a:lnTo>
                  <a:pt x="6043801" y="51596"/>
                </a:lnTo>
                <a:lnTo>
                  <a:pt x="6046559" y="53333"/>
                </a:lnTo>
                <a:lnTo>
                  <a:pt x="6049223" y="55038"/>
                </a:lnTo>
                <a:lnTo>
                  <a:pt x="6051796" y="56709"/>
                </a:lnTo>
                <a:lnTo>
                  <a:pt x="6054281" y="58347"/>
                </a:lnTo>
                <a:lnTo>
                  <a:pt x="6056682" y="59950"/>
                </a:lnTo>
                <a:lnTo>
                  <a:pt x="6059002" y="61518"/>
                </a:lnTo>
                <a:lnTo>
                  <a:pt x="6061242" y="63052"/>
                </a:lnTo>
                <a:lnTo>
                  <a:pt x="6063407" y="64550"/>
                </a:lnTo>
                <a:lnTo>
                  <a:pt x="6065498" y="66013"/>
                </a:lnTo>
                <a:lnTo>
                  <a:pt x="6067517" y="67442"/>
                </a:lnTo>
                <a:lnTo>
                  <a:pt x="6069468" y="68835"/>
                </a:lnTo>
                <a:lnTo>
                  <a:pt x="6071353" y="70194"/>
                </a:lnTo>
                <a:lnTo>
                  <a:pt x="6073174" y="71519"/>
                </a:lnTo>
                <a:lnTo>
                  <a:pt x="6074932" y="72810"/>
                </a:lnTo>
                <a:lnTo>
                  <a:pt x="6076631" y="74067"/>
                </a:lnTo>
                <a:lnTo>
                  <a:pt x="6078272" y="75292"/>
                </a:lnTo>
                <a:lnTo>
                  <a:pt x="6079857" y="76483"/>
                </a:lnTo>
                <a:lnTo>
                  <a:pt x="6081389" y="77643"/>
                </a:lnTo>
                <a:lnTo>
                  <a:pt x="6082868" y="78770"/>
                </a:lnTo>
                <a:lnTo>
                  <a:pt x="6084297" y="79867"/>
                </a:lnTo>
                <a:lnTo>
                  <a:pt x="6085678" y="80933"/>
                </a:lnTo>
                <a:lnTo>
                  <a:pt x="6087011" y="81969"/>
                </a:lnTo>
                <a:lnTo>
                  <a:pt x="6088299" y="82976"/>
                </a:lnTo>
                <a:lnTo>
                  <a:pt x="6089543" y="83954"/>
                </a:lnTo>
                <a:lnTo>
                  <a:pt x="6090745" y="84904"/>
                </a:lnTo>
                <a:lnTo>
                  <a:pt x="6091907" y="85826"/>
                </a:lnTo>
                <a:lnTo>
                  <a:pt x="6093028" y="86721"/>
                </a:lnTo>
                <a:lnTo>
                  <a:pt x="6094112" y="87590"/>
                </a:lnTo>
                <a:lnTo>
                  <a:pt x="6095158" y="88433"/>
                </a:lnTo>
                <a:lnTo>
                  <a:pt x="6096169" y="89251"/>
                </a:lnTo>
                <a:lnTo>
                  <a:pt x="6097146" y="90045"/>
                </a:lnTo>
                <a:lnTo>
                  <a:pt x="6098090" y="90814"/>
                </a:lnTo>
                <a:lnTo>
                  <a:pt x="6099001" y="91561"/>
                </a:lnTo>
                <a:lnTo>
                  <a:pt x="6099881" y="92284"/>
                </a:lnTo>
                <a:lnTo>
                  <a:pt x="6100732" y="92986"/>
                </a:lnTo>
                <a:lnTo>
                  <a:pt x="6101553" y="93666"/>
                </a:lnTo>
                <a:lnTo>
                  <a:pt x="6102347" y="94325"/>
                </a:lnTo>
                <a:lnTo>
                  <a:pt x="6103114" y="94963"/>
                </a:lnTo>
                <a:lnTo>
                  <a:pt x="6103854" y="95582"/>
                </a:lnTo>
                <a:lnTo>
                  <a:pt x="6104570" y="96182"/>
                </a:lnTo>
                <a:lnTo>
                  <a:pt x="6105261" y="96762"/>
                </a:lnTo>
                <a:lnTo>
                  <a:pt x="6105928" y="97325"/>
                </a:lnTo>
                <a:lnTo>
                  <a:pt x="6106573" y="97870"/>
                </a:lnTo>
                <a:lnTo>
                  <a:pt x="6107196" y="98397"/>
                </a:lnTo>
                <a:lnTo>
                  <a:pt x="6107798" y="98908"/>
                </a:lnTo>
                <a:lnTo>
                  <a:pt x="6108379" y="99403"/>
                </a:lnTo>
                <a:lnTo>
                  <a:pt x="6108941" y="99882"/>
                </a:lnTo>
                <a:lnTo>
                  <a:pt x="6109483" y="100345"/>
                </a:lnTo>
                <a:lnTo>
                  <a:pt x="6110007" y="100794"/>
                </a:lnTo>
                <a:lnTo>
                  <a:pt x="6110513" y="101229"/>
                </a:lnTo>
                <a:lnTo>
                  <a:pt x="6111002" y="101649"/>
                </a:lnTo>
                <a:lnTo>
                  <a:pt x="6111474" y="102056"/>
                </a:lnTo>
                <a:lnTo>
                  <a:pt x="6111931" y="102450"/>
                </a:lnTo>
                <a:lnTo>
                  <a:pt x="6112371" y="102831"/>
                </a:lnTo>
                <a:lnTo>
                  <a:pt x="6112797" y="103199"/>
                </a:lnTo>
                <a:lnTo>
                  <a:pt x="6113208" y="103556"/>
                </a:lnTo>
                <a:lnTo>
                  <a:pt x="6113606" y="103901"/>
                </a:lnTo>
                <a:lnTo>
                  <a:pt x="6113989" y="104235"/>
                </a:lnTo>
                <a:lnTo>
                  <a:pt x="6114360" y="104558"/>
                </a:lnTo>
                <a:lnTo>
                  <a:pt x="6114718" y="104870"/>
                </a:lnTo>
                <a:lnTo>
                  <a:pt x="6115064" y="105173"/>
                </a:lnTo>
                <a:lnTo>
                  <a:pt x="6115398" y="105465"/>
                </a:lnTo>
                <a:lnTo>
                  <a:pt x="6115721" y="105748"/>
                </a:lnTo>
                <a:lnTo>
                  <a:pt x="6116033" y="106021"/>
                </a:lnTo>
                <a:lnTo>
                  <a:pt x="6116334" y="106286"/>
                </a:lnTo>
                <a:lnTo>
                  <a:pt x="6116625" y="106541"/>
                </a:lnTo>
                <a:lnTo>
                  <a:pt x="6116906" y="106789"/>
                </a:lnTo>
                <a:lnTo>
                  <a:pt x="6117178" y="107028"/>
                </a:lnTo>
                <a:lnTo>
                  <a:pt x="6117440" y="107259"/>
                </a:lnTo>
                <a:lnTo>
                  <a:pt x="6117694" y="107482"/>
                </a:lnTo>
                <a:lnTo>
                  <a:pt x="6117938" y="107699"/>
                </a:lnTo>
                <a:lnTo>
                  <a:pt x="6118175" y="107908"/>
                </a:lnTo>
                <a:lnTo>
                  <a:pt x="6118403" y="108110"/>
                </a:lnTo>
                <a:lnTo>
                  <a:pt x="6118624" y="108305"/>
                </a:lnTo>
                <a:lnTo>
                  <a:pt x="6118837" y="108494"/>
                </a:lnTo>
                <a:lnTo>
                  <a:pt x="6119043" y="108677"/>
                </a:lnTo>
                <a:lnTo>
                  <a:pt x="6119242" y="108853"/>
                </a:lnTo>
                <a:lnTo>
                  <a:pt x="6119434" y="109024"/>
                </a:lnTo>
                <a:lnTo>
                  <a:pt x="6119619" y="109189"/>
                </a:lnTo>
                <a:lnTo>
                  <a:pt x="6119799" y="109348"/>
                </a:lnTo>
                <a:lnTo>
                  <a:pt x="6119972" y="109502"/>
                </a:lnTo>
                <a:lnTo>
                  <a:pt x="6120139" y="109651"/>
                </a:lnTo>
                <a:lnTo>
                  <a:pt x="6120301" y="109795"/>
                </a:lnTo>
                <a:lnTo>
                  <a:pt x="6120457" y="109934"/>
                </a:lnTo>
                <a:lnTo>
                  <a:pt x="6120608" y="110069"/>
                </a:lnTo>
                <a:lnTo>
                  <a:pt x="6120753" y="110199"/>
                </a:lnTo>
                <a:lnTo>
                  <a:pt x="6120894" y="110325"/>
                </a:lnTo>
                <a:lnTo>
                  <a:pt x="6121030" y="110446"/>
                </a:lnTo>
                <a:lnTo>
                  <a:pt x="6121161" y="110563"/>
                </a:lnTo>
                <a:lnTo>
                  <a:pt x="6121288" y="110677"/>
                </a:lnTo>
                <a:lnTo>
                  <a:pt x="6121411" y="110786"/>
                </a:lnTo>
                <a:lnTo>
                  <a:pt x="6121529" y="110892"/>
                </a:lnTo>
                <a:lnTo>
                  <a:pt x="6121643" y="110995"/>
                </a:lnTo>
                <a:lnTo>
                  <a:pt x="6121754" y="111094"/>
                </a:lnTo>
                <a:lnTo>
                  <a:pt x="6121861" y="111189"/>
                </a:lnTo>
                <a:lnTo>
                  <a:pt x="6121964" y="111282"/>
                </a:lnTo>
                <a:lnTo>
                  <a:pt x="6122063" y="111371"/>
                </a:lnTo>
                <a:lnTo>
                  <a:pt x="6122159" y="111457"/>
                </a:lnTo>
                <a:lnTo>
                  <a:pt x="6122252" y="111541"/>
                </a:lnTo>
                <a:lnTo>
                  <a:pt x="6122342" y="111621"/>
                </a:lnTo>
                <a:lnTo>
                  <a:pt x="6122429" y="111699"/>
                </a:lnTo>
                <a:lnTo>
                  <a:pt x="6122513" y="111774"/>
                </a:lnTo>
                <a:lnTo>
                  <a:pt x="6122593" y="111847"/>
                </a:lnTo>
                <a:lnTo>
                  <a:pt x="6122672" y="111917"/>
                </a:lnTo>
                <a:lnTo>
                  <a:pt x="6122747" y="111985"/>
                </a:lnTo>
                <a:lnTo>
                  <a:pt x="6122820" y="112051"/>
                </a:lnTo>
                <a:lnTo>
                  <a:pt x="6122890" y="112114"/>
                </a:lnTo>
                <a:lnTo>
                  <a:pt x="6122958" y="112175"/>
                </a:lnTo>
                <a:lnTo>
                  <a:pt x="6123024" y="112235"/>
                </a:lnTo>
                <a:lnTo>
                  <a:pt x="6123088" y="112292"/>
                </a:lnTo>
                <a:lnTo>
                  <a:pt x="6123149" y="112347"/>
                </a:lnTo>
                <a:lnTo>
                  <a:pt x="6123208" y="112400"/>
                </a:lnTo>
                <a:lnTo>
                  <a:pt x="6123266" y="112452"/>
                </a:lnTo>
                <a:lnTo>
                  <a:pt x="6123321" y="112502"/>
                </a:lnTo>
                <a:lnTo>
                  <a:pt x="6123374" y="112550"/>
                </a:lnTo>
                <a:lnTo>
                  <a:pt x="6123426" y="112596"/>
                </a:lnTo>
                <a:lnTo>
                  <a:pt x="6123476" y="112641"/>
                </a:lnTo>
                <a:lnTo>
                  <a:pt x="6123524" y="112685"/>
                </a:lnTo>
                <a:lnTo>
                  <a:pt x="6123570" y="112727"/>
                </a:lnTo>
                <a:lnTo>
                  <a:pt x="6123615" y="112767"/>
                </a:lnTo>
                <a:lnTo>
                  <a:pt x="6123659" y="112806"/>
                </a:lnTo>
                <a:lnTo>
                  <a:pt x="6123701" y="112844"/>
                </a:lnTo>
                <a:lnTo>
                  <a:pt x="6123741" y="112881"/>
                </a:lnTo>
                <a:lnTo>
                  <a:pt x="6123780" y="112916"/>
                </a:lnTo>
                <a:lnTo>
                  <a:pt x="6123818" y="112950"/>
                </a:lnTo>
                <a:lnTo>
                  <a:pt x="6123855" y="112983"/>
                </a:lnTo>
                <a:lnTo>
                  <a:pt x="6123890" y="113015"/>
                </a:lnTo>
                <a:lnTo>
                  <a:pt x="6123924" y="113046"/>
                </a:lnTo>
                <a:lnTo>
                  <a:pt x="6123957" y="113075"/>
                </a:lnTo>
                <a:lnTo>
                  <a:pt x="6123989" y="113104"/>
                </a:lnTo>
                <a:lnTo>
                  <a:pt x="6124019" y="113132"/>
                </a:lnTo>
                <a:lnTo>
                  <a:pt x="6124049" y="113159"/>
                </a:lnTo>
                <a:lnTo>
                  <a:pt x="6124078" y="113185"/>
                </a:lnTo>
                <a:lnTo>
                  <a:pt x="6124105" y="113210"/>
                </a:lnTo>
                <a:lnTo>
                  <a:pt x="6124132" y="113234"/>
                </a:lnTo>
                <a:lnTo>
                  <a:pt x="6124158" y="113257"/>
                </a:lnTo>
                <a:lnTo>
                  <a:pt x="6124183" y="113280"/>
                </a:lnTo>
                <a:lnTo>
                  <a:pt x="6124207" y="113301"/>
                </a:lnTo>
                <a:lnTo>
                  <a:pt x="6124230" y="113322"/>
                </a:lnTo>
                <a:lnTo>
                  <a:pt x="6124253" y="113343"/>
                </a:lnTo>
                <a:lnTo>
                  <a:pt x="6124274" y="113362"/>
                </a:lnTo>
                <a:lnTo>
                  <a:pt x="6124295" y="113381"/>
                </a:lnTo>
                <a:lnTo>
                  <a:pt x="6124316" y="113400"/>
                </a:lnTo>
                <a:lnTo>
                  <a:pt x="6124335" y="113417"/>
                </a:lnTo>
                <a:lnTo>
                  <a:pt x="6124354" y="113435"/>
                </a:lnTo>
                <a:lnTo>
                  <a:pt x="6124372" y="113451"/>
                </a:lnTo>
                <a:lnTo>
                  <a:pt x="6124390" y="113467"/>
                </a:lnTo>
                <a:lnTo>
                  <a:pt x="6124407" y="113482"/>
                </a:lnTo>
                <a:lnTo>
                  <a:pt x="6124424" y="113497"/>
                </a:lnTo>
                <a:lnTo>
                  <a:pt x="6124440" y="113512"/>
                </a:lnTo>
                <a:lnTo>
                  <a:pt x="6124455" y="113526"/>
                </a:lnTo>
                <a:lnTo>
                  <a:pt x="6124470" y="113539"/>
                </a:lnTo>
                <a:lnTo>
                  <a:pt x="6124484" y="113552"/>
                </a:lnTo>
                <a:lnTo>
                  <a:pt x="6124498" y="113565"/>
                </a:lnTo>
                <a:lnTo>
                  <a:pt x="6124511" y="113577"/>
                </a:lnTo>
                <a:lnTo>
                  <a:pt x="6124524" y="113588"/>
                </a:lnTo>
                <a:lnTo>
                  <a:pt x="6124537" y="113600"/>
                </a:lnTo>
                <a:lnTo>
                  <a:pt x="6124549" y="113611"/>
                </a:lnTo>
                <a:lnTo>
                  <a:pt x="6124561" y="113621"/>
                </a:lnTo>
                <a:lnTo>
                  <a:pt x="6124572" y="113631"/>
                </a:lnTo>
                <a:lnTo>
                  <a:pt x="6124583" y="113641"/>
                </a:lnTo>
                <a:lnTo>
                  <a:pt x="6124593" y="113651"/>
                </a:lnTo>
                <a:lnTo>
                  <a:pt x="6124603" y="113660"/>
                </a:lnTo>
                <a:lnTo>
                  <a:pt x="6124613" y="113669"/>
                </a:lnTo>
                <a:lnTo>
                  <a:pt x="6124623" y="113677"/>
                </a:lnTo>
                <a:lnTo>
                  <a:pt x="6124632" y="113686"/>
                </a:lnTo>
                <a:lnTo>
                  <a:pt x="6124641" y="113694"/>
                </a:lnTo>
                <a:lnTo>
                  <a:pt x="6124649" y="113701"/>
                </a:lnTo>
                <a:lnTo>
                  <a:pt x="6124657" y="113709"/>
                </a:lnTo>
                <a:lnTo>
                  <a:pt x="6124665" y="113716"/>
                </a:lnTo>
                <a:lnTo>
                  <a:pt x="6124673" y="113723"/>
                </a:lnTo>
                <a:lnTo>
                  <a:pt x="6124680" y="113730"/>
                </a:lnTo>
                <a:lnTo>
                  <a:pt x="6124688" y="113736"/>
                </a:lnTo>
                <a:lnTo>
                  <a:pt x="6124695" y="113743"/>
                </a:lnTo>
                <a:lnTo>
                  <a:pt x="6124701" y="113749"/>
                </a:lnTo>
                <a:lnTo>
                  <a:pt x="6124708" y="113755"/>
                </a:lnTo>
                <a:lnTo>
                  <a:pt x="6124714" y="113760"/>
                </a:lnTo>
                <a:lnTo>
                  <a:pt x="6124720" y="113766"/>
                </a:lnTo>
                <a:lnTo>
                  <a:pt x="6124726" y="113771"/>
                </a:lnTo>
                <a:lnTo>
                  <a:pt x="6124732" y="113776"/>
                </a:lnTo>
                <a:lnTo>
                  <a:pt x="6124737" y="113781"/>
                </a:lnTo>
                <a:lnTo>
                  <a:pt x="6124742" y="113786"/>
                </a:lnTo>
                <a:lnTo>
                  <a:pt x="6124747" y="113790"/>
                </a:lnTo>
                <a:lnTo>
                  <a:pt x="6124752" y="113795"/>
                </a:lnTo>
                <a:lnTo>
                  <a:pt x="6124757" y="113799"/>
                </a:lnTo>
                <a:lnTo>
                  <a:pt x="6124762" y="113803"/>
                </a:lnTo>
                <a:lnTo>
                  <a:pt x="6124766" y="113807"/>
                </a:lnTo>
                <a:lnTo>
                  <a:pt x="6124770" y="113811"/>
                </a:lnTo>
                <a:lnTo>
                  <a:pt x="6124774" y="113815"/>
                </a:lnTo>
                <a:lnTo>
                  <a:pt x="6124778" y="113818"/>
                </a:lnTo>
                <a:lnTo>
                  <a:pt x="6124782" y="113822"/>
                </a:lnTo>
                <a:lnTo>
                  <a:pt x="6124786" y="113825"/>
                </a:lnTo>
                <a:lnTo>
                  <a:pt x="6124790" y="113829"/>
                </a:lnTo>
                <a:lnTo>
                  <a:pt x="6124793" y="113832"/>
                </a:lnTo>
                <a:lnTo>
                  <a:pt x="6124796" y="113835"/>
                </a:lnTo>
                <a:lnTo>
                  <a:pt x="6124800" y="113838"/>
                </a:lnTo>
                <a:lnTo>
                  <a:pt x="6124803" y="113841"/>
                </a:lnTo>
                <a:lnTo>
                  <a:pt x="6124806" y="113843"/>
                </a:lnTo>
                <a:lnTo>
                  <a:pt x="6124809" y="113846"/>
                </a:lnTo>
                <a:lnTo>
                  <a:pt x="6124811" y="113848"/>
                </a:lnTo>
                <a:lnTo>
                  <a:pt x="6124814" y="113851"/>
                </a:lnTo>
                <a:lnTo>
                  <a:pt x="6124817" y="113853"/>
                </a:lnTo>
                <a:lnTo>
                  <a:pt x="6124819" y="113856"/>
                </a:lnTo>
                <a:lnTo>
                  <a:pt x="6124822" y="113858"/>
                </a:lnTo>
                <a:lnTo>
                  <a:pt x="6124824" y="113860"/>
                </a:lnTo>
                <a:lnTo>
                  <a:pt x="6124827" y="113862"/>
                </a:lnTo>
                <a:lnTo>
                  <a:pt x="6124829" y="113864"/>
                </a:lnTo>
                <a:lnTo>
                  <a:pt x="6124831" y="113852"/>
                </a:lnTo>
                <a:lnTo>
                  <a:pt x="6124833" y="113855"/>
                </a:lnTo>
                <a:lnTo>
                  <a:pt x="6124835" y="113857"/>
                </a:lnTo>
                <a:lnTo>
                  <a:pt x="6124837" y="113859"/>
                </a:lnTo>
                <a:lnTo>
                  <a:pt x="6124839" y="113861"/>
                </a:lnTo>
                <a:lnTo>
                  <a:pt x="6124841" y="113863"/>
                </a:lnTo>
                <a:lnTo>
                  <a:pt x="6124842" y="113865"/>
                </a:lnTo>
                <a:lnTo>
                  <a:pt x="6124844" y="113867"/>
                </a:lnTo>
                <a:lnTo>
                  <a:pt x="6124846" y="113869"/>
                </a:lnTo>
                <a:lnTo>
                  <a:pt x="6124847" y="113871"/>
                </a:lnTo>
                <a:lnTo>
                  <a:pt x="6124849" y="113872"/>
                </a:lnTo>
                <a:lnTo>
                  <a:pt x="6124850" y="113874"/>
                </a:lnTo>
                <a:lnTo>
                  <a:pt x="6124852" y="113876"/>
                </a:lnTo>
                <a:lnTo>
                  <a:pt x="6124853" y="113877"/>
                </a:lnTo>
                <a:lnTo>
                  <a:pt x="6124854" y="113879"/>
                </a:lnTo>
                <a:lnTo>
                  <a:pt x="6124855" y="113880"/>
                </a:lnTo>
                <a:lnTo>
                  <a:pt x="6124857" y="113882"/>
                </a:lnTo>
                <a:lnTo>
                  <a:pt x="6124858" y="113883"/>
                </a:lnTo>
                <a:lnTo>
                  <a:pt x="6124859" y="113884"/>
                </a:lnTo>
                <a:lnTo>
                  <a:pt x="6124860" y="113885"/>
                </a:lnTo>
                <a:lnTo>
                  <a:pt x="6124861" y="113887"/>
                </a:lnTo>
                <a:lnTo>
                  <a:pt x="6124862" y="113888"/>
                </a:lnTo>
                <a:lnTo>
                  <a:pt x="6124863" y="113889"/>
                </a:lnTo>
                <a:lnTo>
                  <a:pt x="6124864" y="113890"/>
                </a:lnTo>
                <a:lnTo>
                  <a:pt x="6124865" y="113891"/>
                </a:lnTo>
                <a:lnTo>
                  <a:pt x="6124866" y="113892"/>
                </a:lnTo>
                <a:lnTo>
                  <a:pt x="6124867" y="113893"/>
                </a:lnTo>
                <a:lnTo>
                  <a:pt x="6124868" y="113894"/>
                </a:lnTo>
                <a:lnTo>
                  <a:pt x="6124869" y="113895"/>
                </a:lnTo>
                <a:lnTo>
                  <a:pt x="6124869" y="113896"/>
                </a:lnTo>
                <a:lnTo>
                  <a:pt x="6124870" y="113897"/>
                </a:lnTo>
                <a:lnTo>
                  <a:pt x="6124871" y="113898"/>
                </a:lnTo>
                <a:lnTo>
                  <a:pt x="6124872" y="113898"/>
                </a:lnTo>
                <a:lnTo>
                  <a:pt x="6124872" y="113899"/>
                </a:lnTo>
                <a:lnTo>
                  <a:pt x="6124873" y="113900"/>
                </a:lnTo>
                <a:lnTo>
                  <a:pt x="6124874" y="113901"/>
                </a:lnTo>
                <a:lnTo>
                  <a:pt x="6124874" y="113901"/>
                </a:lnTo>
                <a:lnTo>
                  <a:pt x="6124875" y="113902"/>
                </a:lnTo>
                <a:lnTo>
                  <a:pt x="6124875" y="113903"/>
                </a:lnTo>
                <a:lnTo>
                  <a:pt x="6124876" y="113903"/>
                </a:lnTo>
                <a:lnTo>
                  <a:pt x="6124876" y="113904"/>
                </a:lnTo>
                <a:lnTo>
                  <a:pt x="6124877" y="113904"/>
                </a:lnTo>
                <a:lnTo>
                  <a:pt x="6124877" y="113905"/>
                </a:lnTo>
                <a:lnTo>
                  <a:pt x="6124878" y="113906"/>
                </a:lnTo>
                <a:lnTo>
                  <a:pt x="6124878" y="113906"/>
                </a:lnTo>
                <a:lnTo>
                  <a:pt x="6124879" y="113907"/>
                </a:lnTo>
                <a:lnTo>
                  <a:pt x="6124879" y="113907"/>
                </a:lnTo>
                <a:lnTo>
                  <a:pt x="6124880" y="113908"/>
                </a:lnTo>
                <a:lnTo>
                  <a:pt x="6124880" y="113908"/>
                </a:lnTo>
                <a:lnTo>
                  <a:pt x="6124880" y="113908"/>
                </a:lnTo>
                <a:lnTo>
                  <a:pt x="6124881" y="113909"/>
                </a:lnTo>
                <a:lnTo>
                  <a:pt x="6124881" y="113909"/>
                </a:lnTo>
                <a:lnTo>
                  <a:pt x="6124882" y="113910"/>
                </a:lnTo>
                <a:lnTo>
                  <a:pt x="6124882" y="113910"/>
                </a:lnTo>
                <a:lnTo>
                  <a:pt x="6124882" y="113910"/>
                </a:lnTo>
                <a:lnTo>
                  <a:pt x="6124883" y="113911"/>
                </a:lnTo>
                <a:lnTo>
                  <a:pt x="6124883" y="113911"/>
                </a:lnTo>
                <a:lnTo>
                  <a:pt x="6124883" y="113912"/>
                </a:lnTo>
                <a:lnTo>
                  <a:pt x="6124883" y="113912"/>
                </a:lnTo>
                <a:lnTo>
                  <a:pt x="6124884" y="113912"/>
                </a:lnTo>
                <a:lnTo>
                  <a:pt x="6124884" y="113912"/>
                </a:lnTo>
                <a:lnTo>
                  <a:pt x="6124884" y="113913"/>
                </a:lnTo>
                <a:lnTo>
                  <a:pt x="6124885" y="113913"/>
                </a:lnTo>
                <a:lnTo>
                  <a:pt x="6124885" y="113913"/>
                </a:lnTo>
                <a:lnTo>
                  <a:pt x="6124885" y="113914"/>
                </a:lnTo>
                <a:lnTo>
                  <a:pt x="6124885" y="113914"/>
                </a:lnTo>
                <a:lnTo>
                  <a:pt x="6124885" y="113914"/>
                </a:lnTo>
                <a:lnTo>
                  <a:pt x="6124886" y="113914"/>
                </a:lnTo>
                <a:lnTo>
                  <a:pt x="6124886" y="113915"/>
                </a:lnTo>
                <a:lnTo>
                  <a:pt x="6124886" y="113915"/>
                </a:lnTo>
                <a:lnTo>
                  <a:pt x="6124886" y="113915"/>
                </a:lnTo>
                <a:lnTo>
                  <a:pt x="6124886" y="113915"/>
                </a:lnTo>
                <a:lnTo>
                  <a:pt x="6124887" y="113915"/>
                </a:lnTo>
                <a:lnTo>
                  <a:pt x="6124887" y="113916"/>
                </a:lnTo>
                <a:lnTo>
                  <a:pt x="6124887" y="113916"/>
                </a:lnTo>
                <a:lnTo>
                  <a:pt x="6124887" y="113916"/>
                </a:lnTo>
                <a:lnTo>
                  <a:pt x="6124887" y="113916"/>
                </a:lnTo>
                <a:lnTo>
                  <a:pt x="6124887" y="113916"/>
                </a:lnTo>
                <a:lnTo>
                  <a:pt x="6124888" y="113916"/>
                </a:lnTo>
                <a:lnTo>
                  <a:pt x="6124888" y="113917"/>
                </a:lnTo>
                <a:lnTo>
                  <a:pt x="6124888" y="113917"/>
                </a:lnTo>
                <a:lnTo>
                  <a:pt x="6124888" y="113917"/>
                </a:lnTo>
                <a:lnTo>
                  <a:pt x="6124888" y="113917"/>
                </a:lnTo>
                <a:lnTo>
                  <a:pt x="6124888" y="113917"/>
                </a:lnTo>
                <a:lnTo>
                  <a:pt x="6124888" y="113917"/>
                </a:lnTo>
                <a:lnTo>
                  <a:pt x="6124888" y="113917"/>
                </a:lnTo>
                <a:lnTo>
                  <a:pt x="6124889" y="113918"/>
                </a:lnTo>
                <a:lnTo>
                  <a:pt x="6124889" y="113918"/>
                </a:lnTo>
                <a:lnTo>
                  <a:pt x="6124889" y="113918"/>
                </a:lnTo>
                <a:lnTo>
                  <a:pt x="6124889" y="113918"/>
                </a:lnTo>
                <a:lnTo>
                  <a:pt x="6124889" y="113918"/>
                </a:lnTo>
                <a:lnTo>
                  <a:pt x="6124889" y="113918"/>
                </a:lnTo>
                <a:lnTo>
                  <a:pt x="6124889" y="113918"/>
                </a:lnTo>
                <a:lnTo>
                  <a:pt x="6124889" y="113918"/>
                </a:lnTo>
                <a:lnTo>
                  <a:pt x="6124889" y="113918"/>
                </a:lnTo>
                <a:lnTo>
                  <a:pt x="6124889" y="113919"/>
                </a:lnTo>
                <a:lnTo>
                  <a:pt x="6124889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19"/>
                </a:lnTo>
                <a:lnTo>
                  <a:pt x="6124890" y="113920"/>
                </a:lnTo>
                <a:lnTo>
                  <a:pt x="6124890" y="113920"/>
                </a:lnTo>
                <a:lnTo>
                  <a:pt x="6124890" y="113920"/>
                </a:lnTo>
                <a:lnTo>
                  <a:pt x="6124890" y="113920"/>
                </a:lnTo>
                <a:lnTo>
                  <a:pt x="6124890" y="113920"/>
                </a:lnTo>
                <a:lnTo>
                  <a:pt x="6124890" y="113920"/>
                </a:lnTo>
                <a:lnTo>
                  <a:pt x="6124890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0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1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1"/>
                </a:lnTo>
                <a:lnTo>
                  <a:pt x="6124892" y="113922"/>
                </a:lnTo>
                <a:lnTo>
                  <a:pt x="6124892" y="113922"/>
                </a:lnTo>
                <a:lnTo>
                  <a:pt x="6124892" y="113921"/>
                </a:lnTo>
                <a:lnTo>
                  <a:pt x="6124892" y="113921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08" name="ensemble.curve-Sample-4-4.segment0">
            <a:extLst>
              <a:ext uri="{FF2B5EF4-FFF2-40B4-BE49-F238E27FC236}">
                <a16:creationId xmlns:a16="http://schemas.microsoft.com/office/drawing/2014/main" id="{92007A27-65BE-45AA-AC53-99AD062245EB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4570620" cy="2031937"/>
          </a:xfrm>
          <a:custGeom>
            <a:avLst/>
            <a:gdLst/>
            <a:ahLst/>
            <a:cxnLst/>
            <a:rect l="0" t="0" r="0" b="0"/>
            <a:pathLst>
              <a:path w="4570620" h="2031937">
                <a:moveTo>
                  <a:pt x="0" y="2022484"/>
                </a:moveTo>
                <a:lnTo>
                  <a:pt x="174766" y="2023494"/>
                </a:lnTo>
                <a:lnTo>
                  <a:pt x="343588" y="2024494"/>
                </a:lnTo>
                <a:lnTo>
                  <a:pt x="506670" y="2025476"/>
                </a:lnTo>
                <a:lnTo>
                  <a:pt x="664206" y="2026433"/>
                </a:lnTo>
                <a:lnTo>
                  <a:pt x="816386" y="2027355"/>
                </a:lnTo>
                <a:lnTo>
                  <a:pt x="963390" y="2028232"/>
                </a:lnTo>
                <a:lnTo>
                  <a:pt x="1105396" y="2029052"/>
                </a:lnTo>
                <a:lnTo>
                  <a:pt x="1242573" y="2029803"/>
                </a:lnTo>
                <a:lnTo>
                  <a:pt x="1375085" y="2030469"/>
                </a:lnTo>
                <a:lnTo>
                  <a:pt x="1503091" y="2031034"/>
                </a:lnTo>
                <a:lnTo>
                  <a:pt x="1626744" y="2031481"/>
                </a:lnTo>
                <a:lnTo>
                  <a:pt x="1746192" y="2031789"/>
                </a:lnTo>
                <a:lnTo>
                  <a:pt x="1861579" y="2031937"/>
                </a:lnTo>
                <a:lnTo>
                  <a:pt x="1973042" y="2031900"/>
                </a:lnTo>
                <a:lnTo>
                  <a:pt x="2080714" y="2031652"/>
                </a:lnTo>
                <a:lnTo>
                  <a:pt x="2184726" y="2031164"/>
                </a:lnTo>
                <a:lnTo>
                  <a:pt x="2285200" y="2030404"/>
                </a:lnTo>
                <a:lnTo>
                  <a:pt x="2382258" y="2029336"/>
                </a:lnTo>
                <a:lnTo>
                  <a:pt x="2476015" y="2027923"/>
                </a:lnTo>
                <a:lnTo>
                  <a:pt x="2566584" y="2026122"/>
                </a:lnTo>
                <a:lnTo>
                  <a:pt x="2654073" y="2023889"/>
                </a:lnTo>
                <a:lnTo>
                  <a:pt x="2738587" y="2021174"/>
                </a:lnTo>
                <a:lnTo>
                  <a:pt x="2820228" y="2017924"/>
                </a:lnTo>
                <a:lnTo>
                  <a:pt x="2899092" y="2014081"/>
                </a:lnTo>
                <a:lnTo>
                  <a:pt x="2975274" y="2009583"/>
                </a:lnTo>
                <a:lnTo>
                  <a:pt x="3048866" y="2004362"/>
                </a:lnTo>
                <a:lnTo>
                  <a:pt x="3119956" y="1998347"/>
                </a:lnTo>
                <a:lnTo>
                  <a:pt x="3155594" y="1994916"/>
                </a:lnTo>
                <a:lnTo>
                  <a:pt x="3188628" y="1991459"/>
                </a:lnTo>
                <a:lnTo>
                  <a:pt x="3254964" y="1983614"/>
                </a:lnTo>
                <a:lnTo>
                  <a:pt x="3319046" y="1974724"/>
                </a:lnTo>
                <a:lnTo>
                  <a:pt x="3380948" y="1964693"/>
                </a:lnTo>
                <a:lnTo>
                  <a:pt x="3440745" y="1953419"/>
                </a:lnTo>
                <a:lnTo>
                  <a:pt x="3498508" y="1940792"/>
                </a:lnTo>
                <a:lnTo>
                  <a:pt x="3554308" y="1926698"/>
                </a:lnTo>
                <a:lnTo>
                  <a:pt x="3608209" y="1911014"/>
                </a:lnTo>
                <a:lnTo>
                  <a:pt x="3660278" y="1893610"/>
                </a:lnTo>
                <a:lnTo>
                  <a:pt x="3710577" y="1874349"/>
                </a:lnTo>
                <a:lnTo>
                  <a:pt x="3759165" y="1853086"/>
                </a:lnTo>
                <a:lnTo>
                  <a:pt x="3806101" y="1829668"/>
                </a:lnTo>
                <a:lnTo>
                  <a:pt x="3851440" y="1803935"/>
                </a:lnTo>
                <a:lnTo>
                  <a:pt x="3895238" y="1775719"/>
                </a:lnTo>
                <a:lnTo>
                  <a:pt x="3937547" y="1744843"/>
                </a:lnTo>
                <a:lnTo>
                  <a:pt x="3978417" y="1711125"/>
                </a:lnTo>
                <a:lnTo>
                  <a:pt x="4017897" y="1674371"/>
                </a:lnTo>
                <a:lnTo>
                  <a:pt x="4056035" y="1634383"/>
                </a:lnTo>
                <a:lnTo>
                  <a:pt x="4092876" y="1590952"/>
                </a:lnTo>
                <a:lnTo>
                  <a:pt x="4128464" y="1543865"/>
                </a:lnTo>
                <a:lnTo>
                  <a:pt x="4162842" y="1492899"/>
                </a:lnTo>
                <a:lnTo>
                  <a:pt x="4196050" y="1437825"/>
                </a:lnTo>
                <a:lnTo>
                  <a:pt x="4212497" y="1408176"/>
                </a:lnTo>
                <a:lnTo>
                  <a:pt x="4228130" y="1378406"/>
                </a:lnTo>
                <a:lnTo>
                  <a:pt x="4259119" y="1314399"/>
                </a:lnTo>
                <a:lnTo>
                  <a:pt x="4289054" y="1245555"/>
                </a:lnTo>
                <a:lnTo>
                  <a:pt x="4317971" y="1171620"/>
                </a:lnTo>
                <a:lnTo>
                  <a:pt x="4345904" y="1092331"/>
                </a:lnTo>
                <a:lnTo>
                  <a:pt x="4372888" y="1007425"/>
                </a:lnTo>
                <a:lnTo>
                  <a:pt x="4398954" y="916629"/>
                </a:lnTo>
                <a:lnTo>
                  <a:pt x="4424134" y="819672"/>
                </a:lnTo>
                <a:lnTo>
                  <a:pt x="4448458" y="716274"/>
                </a:lnTo>
                <a:lnTo>
                  <a:pt x="4471954" y="606156"/>
                </a:lnTo>
                <a:lnTo>
                  <a:pt x="4494652" y="489036"/>
                </a:lnTo>
                <a:lnTo>
                  <a:pt x="4516578" y="364631"/>
                </a:lnTo>
                <a:lnTo>
                  <a:pt x="4537758" y="232660"/>
                </a:lnTo>
                <a:lnTo>
                  <a:pt x="4558218" y="92840"/>
                </a:lnTo>
                <a:lnTo>
                  <a:pt x="4570620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09" name="ensemble.curve-Sample-4-5.segment0">
            <a:extLst>
              <a:ext uri="{FF2B5EF4-FFF2-40B4-BE49-F238E27FC236}">
                <a16:creationId xmlns:a16="http://schemas.microsoft.com/office/drawing/2014/main" id="{A0416F0B-0D2D-4638-9438-6931175C4A00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6176600" cy="2198281"/>
          </a:xfrm>
          <a:custGeom>
            <a:avLst/>
            <a:gdLst/>
            <a:ahLst/>
            <a:cxnLst/>
            <a:rect l="0" t="0" r="0" b="0"/>
            <a:pathLst>
              <a:path w="6176600" h="2198281">
                <a:moveTo>
                  <a:pt x="0" y="2030079"/>
                </a:moveTo>
                <a:lnTo>
                  <a:pt x="219321" y="2032047"/>
                </a:lnTo>
                <a:lnTo>
                  <a:pt x="431183" y="2034108"/>
                </a:lnTo>
                <a:lnTo>
                  <a:pt x="635841" y="2036265"/>
                </a:lnTo>
                <a:lnTo>
                  <a:pt x="833540" y="2038521"/>
                </a:lnTo>
                <a:lnTo>
                  <a:pt x="1024517" y="2040878"/>
                </a:lnTo>
                <a:lnTo>
                  <a:pt x="1208999" y="2043340"/>
                </a:lnTo>
                <a:lnTo>
                  <a:pt x="1387207" y="2045908"/>
                </a:lnTo>
                <a:lnTo>
                  <a:pt x="1559356" y="2048585"/>
                </a:lnTo>
                <a:lnTo>
                  <a:pt x="1725651" y="2051373"/>
                </a:lnTo>
                <a:lnTo>
                  <a:pt x="1886291" y="2054275"/>
                </a:lnTo>
                <a:lnTo>
                  <a:pt x="2041469" y="2057291"/>
                </a:lnTo>
                <a:lnTo>
                  <a:pt x="2191370" y="2060423"/>
                </a:lnTo>
                <a:lnTo>
                  <a:pt x="2336173" y="2063672"/>
                </a:lnTo>
                <a:lnTo>
                  <a:pt x="2476053" y="2067040"/>
                </a:lnTo>
                <a:lnTo>
                  <a:pt x="2611175" y="2070525"/>
                </a:lnTo>
                <a:lnTo>
                  <a:pt x="2741703" y="2074129"/>
                </a:lnTo>
                <a:lnTo>
                  <a:pt x="2867793" y="2077849"/>
                </a:lnTo>
                <a:lnTo>
                  <a:pt x="2989595" y="2081686"/>
                </a:lnTo>
                <a:lnTo>
                  <a:pt x="3107255" y="2085637"/>
                </a:lnTo>
                <a:lnTo>
                  <a:pt x="3220914" y="2089700"/>
                </a:lnTo>
                <a:lnTo>
                  <a:pt x="3330708" y="2093871"/>
                </a:lnTo>
                <a:lnTo>
                  <a:pt x="3436768" y="2098146"/>
                </a:lnTo>
                <a:lnTo>
                  <a:pt x="3539222" y="2102520"/>
                </a:lnTo>
                <a:lnTo>
                  <a:pt x="3638192" y="2106986"/>
                </a:lnTo>
                <a:lnTo>
                  <a:pt x="3733796" y="2111539"/>
                </a:lnTo>
                <a:lnTo>
                  <a:pt x="3826150" y="2116169"/>
                </a:lnTo>
                <a:lnTo>
                  <a:pt x="3915363" y="2120866"/>
                </a:lnTo>
                <a:lnTo>
                  <a:pt x="4001542" y="2125621"/>
                </a:lnTo>
                <a:lnTo>
                  <a:pt x="4084791" y="2130419"/>
                </a:lnTo>
                <a:lnTo>
                  <a:pt x="4165209" y="2135248"/>
                </a:lnTo>
                <a:lnTo>
                  <a:pt x="4242893" y="2140091"/>
                </a:lnTo>
                <a:lnTo>
                  <a:pt x="4317934" y="2144931"/>
                </a:lnTo>
                <a:lnTo>
                  <a:pt x="4390424" y="2149747"/>
                </a:lnTo>
                <a:lnTo>
                  <a:pt x="4460449" y="2154520"/>
                </a:lnTo>
                <a:lnTo>
                  <a:pt x="4528093" y="2159223"/>
                </a:lnTo>
                <a:lnTo>
                  <a:pt x="4593437" y="2163832"/>
                </a:lnTo>
                <a:lnTo>
                  <a:pt x="4656558" y="2168317"/>
                </a:lnTo>
                <a:lnTo>
                  <a:pt x="4717533" y="2172647"/>
                </a:lnTo>
                <a:lnTo>
                  <a:pt x="4776435" y="2176787"/>
                </a:lnTo>
                <a:lnTo>
                  <a:pt x="4833334" y="2180701"/>
                </a:lnTo>
                <a:lnTo>
                  <a:pt x="4888298" y="2184348"/>
                </a:lnTo>
                <a:lnTo>
                  <a:pt x="4941393" y="2187683"/>
                </a:lnTo>
                <a:lnTo>
                  <a:pt x="4992682" y="2190661"/>
                </a:lnTo>
                <a:lnTo>
                  <a:pt x="5042227" y="2193231"/>
                </a:lnTo>
                <a:lnTo>
                  <a:pt x="5090088" y="2195338"/>
                </a:lnTo>
                <a:lnTo>
                  <a:pt x="5136321" y="2196924"/>
                </a:lnTo>
                <a:lnTo>
                  <a:pt x="5180982" y="2197927"/>
                </a:lnTo>
                <a:lnTo>
                  <a:pt x="5224124" y="2198281"/>
                </a:lnTo>
                <a:lnTo>
                  <a:pt x="5265799" y="2197915"/>
                </a:lnTo>
                <a:lnTo>
                  <a:pt x="5306057" y="2196755"/>
                </a:lnTo>
                <a:lnTo>
                  <a:pt x="5344946" y="2194721"/>
                </a:lnTo>
                <a:lnTo>
                  <a:pt x="5382513" y="2191729"/>
                </a:lnTo>
                <a:lnTo>
                  <a:pt x="5418802" y="2187692"/>
                </a:lnTo>
                <a:lnTo>
                  <a:pt x="5453857" y="2182517"/>
                </a:lnTo>
                <a:lnTo>
                  <a:pt x="5487720" y="2176107"/>
                </a:lnTo>
                <a:lnTo>
                  <a:pt x="5520432" y="2168360"/>
                </a:lnTo>
                <a:lnTo>
                  <a:pt x="5552031" y="2159168"/>
                </a:lnTo>
                <a:lnTo>
                  <a:pt x="5582556" y="2148423"/>
                </a:lnTo>
                <a:lnTo>
                  <a:pt x="5612043" y="2136009"/>
                </a:lnTo>
                <a:lnTo>
                  <a:pt x="5640527" y="2121806"/>
                </a:lnTo>
                <a:lnTo>
                  <a:pt x="5668042" y="2105691"/>
                </a:lnTo>
                <a:lnTo>
                  <a:pt x="5694622" y="2087537"/>
                </a:lnTo>
                <a:lnTo>
                  <a:pt x="5720298" y="2067213"/>
                </a:lnTo>
                <a:lnTo>
                  <a:pt x="5745101" y="2044586"/>
                </a:lnTo>
                <a:lnTo>
                  <a:pt x="5769060" y="2019518"/>
                </a:lnTo>
                <a:lnTo>
                  <a:pt x="5789798" y="1994916"/>
                </a:lnTo>
                <a:lnTo>
                  <a:pt x="5792205" y="1991870"/>
                </a:lnTo>
                <a:lnTo>
                  <a:pt x="5814563" y="1961498"/>
                </a:lnTo>
                <a:lnTo>
                  <a:pt x="5836160" y="1928260"/>
                </a:lnTo>
                <a:lnTo>
                  <a:pt x="5857023" y="1892009"/>
                </a:lnTo>
                <a:lnTo>
                  <a:pt x="5877177" y="1852599"/>
                </a:lnTo>
                <a:lnTo>
                  <a:pt x="5896645" y="1809882"/>
                </a:lnTo>
                <a:lnTo>
                  <a:pt x="5915451" y="1763712"/>
                </a:lnTo>
                <a:lnTo>
                  <a:pt x="5933618" y="1713941"/>
                </a:lnTo>
                <a:lnTo>
                  <a:pt x="5951167" y="1660425"/>
                </a:lnTo>
                <a:lnTo>
                  <a:pt x="5968119" y="1603019"/>
                </a:lnTo>
                <a:lnTo>
                  <a:pt x="5984495" y="1541581"/>
                </a:lnTo>
                <a:lnTo>
                  <a:pt x="6000314" y="1475974"/>
                </a:lnTo>
                <a:lnTo>
                  <a:pt x="6015154" y="1408176"/>
                </a:lnTo>
                <a:lnTo>
                  <a:pt x="6015595" y="1406062"/>
                </a:lnTo>
                <a:lnTo>
                  <a:pt x="6030356" y="1331715"/>
                </a:lnTo>
                <a:lnTo>
                  <a:pt x="6044615" y="1252808"/>
                </a:lnTo>
                <a:lnTo>
                  <a:pt x="6058390" y="1169222"/>
                </a:lnTo>
                <a:lnTo>
                  <a:pt x="6071696" y="1080846"/>
                </a:lnTo>
                <a:lnTo>
                  <a:pt x="6084550" y="987574"/>
                </a:lnTo>
                <a:lnTo>
                  <a:pt x="6096966" y="889312"/>
                </a:lnTo>
                <a:lnTo>
                  <a:pt x="6108961" y="785974"/>
                </a:lnTo>
                <a:lnTo>
                  <a:pt x="6120547" y="677485"/>
                </a:lnTo>
                <a:lnTo>
                  <a:pt x="6131740" y="563785"/>
                </a:lnTo>
                <a:lnTo>
                  <a:pt x="6142551" y="444824"/>
                </a:lnTo>
                <a:lnTo>
                  <a:pt x="6152996" y="320568"/>
                </a:lnTo>
                <a:lnTo>
                  <a:pt x="6163085" y="191001"/>
                </a:lnTo>
                <a:lnTo>
                  <a:pt x="6172831" y="56125"/>
                </a:lnTo>
                <a:lnTo>
                  <a:pt x="6176600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10" name="ensemble.curve-Sample-5-1.segment0">
            <a:extLst>
              <a:ext uri="{FF2B5EF4-FFF2-40B4-BE49-F238E27FC236}">
                <a16:creationId xmlns:a16="http://schemas.microsoft.com/office/drawing/2014/main" id="{1DB3051A-E7E4-467B-8379-66E77178041E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6207803" cy="1971753"/>
          </a:xfrm>
          <a:custGeom>
            <a:avLst/>
            <a:gdLst/>
            <a:ahLst/>
            <a:cxnLst/>
            <a:rect l="0" t="0" r="0" b="0"/>
            <a:pathLst>
              <a:path w="6207803" h="1971753">
                <a:moveTo>
                  <a:pt x="0" y="1971753"/>
                </a:moveTo>
                <a:lnTo>
                  <a:pt x="227867" y="1970197"/>
                </a:lnTo>
                <a:lnTo>
                  <a:pt x="447985" y="1968540"/>
                </a:lnTo>
                <a:lnTo>
                  <a:pt x="660618" y="1966776"/>
                </a:lnTo>
                <a:lnTo>
                  <a:pt x="866020" y="1964899"/>
                </a:lnTo>
                <a:lnTo>
                  <a:pt x="1064438" y="1962901"/>
                </a:lnTo>
                <a:lnTo>
                  <a:pt x="1256108" y="1960776"/>
                </a:lnTo>
                <a:lnTo>
                  <a:pt x="1441261" y="1958515"/>
                </a:lnTo>
                <a:lnTo>
                  <a:pt x="1620118" y="1956110"/>
                </a:lnTo>
                <a:lnTo>
                  <a:pt x="1792893" y="1953553"/>
                </a:lnTo>
                <a:lnTo>
                  <a:pt x="1959792" y="1950835"/>
                </a:lnTo>
                <a:lnTo>
                  <a:pt x="2121017" y="1947946"/>
                </a:lnTo>
                <a:lnTo>
                  <a:pt x="2276759" y="1944875"/>
                </a:lnTo>
                <a:lnTo>
                  <a:pt x="2427204" y="1941613"/>
                </a:lnTo>
                <a:lnTo>
                  <a:pt x="2572534" y="1938147"/>
                </a:lnTo>
                <a:lnTo>
                  <a:pt x="2712922" y="1934465"/>
                </a:lnTo>
                <a:lnTo>
                  <a:pt x="2848537" y="1930556"/>
                </a:lnTo>
                <a:lnTo>
                  <a:pt x="2979539" y="1926406"/>
                </a:lnTo>
                <a:lnTo>
                  <a:pt x="3106087" y="1922000"/>
                </a:lnTo>
                <a:lnTo>
                  <a:pt x="3228332" y="1917325"/>
                </a:lnTo>
                <a:lnTo>
                  <a:pt x="3346420" y="1912363"/>
                </a:lnTo>
                <a:lnTo>
                  <a:pt x="3460492" y="1907100"/>
                </a:lnTo>
                <a:lnTo>
                  <a:pt x="3570685" y="1901516"/>
                </a:lnTo>
                <a:lnTo>
                  <a:pt x="3677131" y="1895595"/>
                </a:lnTo>
                <a:lnTo>
                  <a:pt x="3779957" y="1889317"/>
                </a:lnTo>
                <a:lnTo>
                  <a:pt x="3879287" y="1882661"/>
                </a:lnTo>
                <a:lnTo>
                  <a:pt x="3975239" y="1875605"/>
                </a:lnTo>
                <a:lnTo>
                  <a:pt x="4067929" y="1868128"/>
                </a:lnTo>
                <a:lnTo>
                  <a:pt x="4157466" y="1860206"/>
                </a:lnTo>
                <a:lnTo>
                  <a:pt x="4243959" y="1851813"/>
                </a:lnTo>
                <a:lnTo>
                  <a:pt x="4327510" y="1842922"/>
                </a:lnTo>
                <a:lnTo>
                  <a:pt x="4408221" y="1833507"/>
                </a:lnTo>
                <a:lnTo>
                  <a:pt x="4486187" y="1823537"/>
                </a:lnTo>
                <a:lnTo>
                  <a:pt x="4561501" y="1812982"/>
                </a:lnTo>
                <a:lnTo>
                  <a:pt x="4634255" y="1801809"/>
                </a:lnTo>
                <a:lnTo>
                  <a:pt x="4704534" y="1789984"/>
                </a:lnTo>
                <a:lnTo>
                  <a:pt x="4772424" y="1777470"/>
                </a:lnTo>
                <a:lnTo>
                  <a:pt x="4838005" y="1764230"/>
                </a:lnTo>
                <a:lnTo>
                  <a:pt x="4901357" y="1750223"/>
                </a:lnTo>
                <a:lnTo>
                  <a:pt x="4962553" y="1735408"/>
                </a:lnTo>
                <a:lnTo>
                  <a:pt x="5021669" y="1719740"/>
                </a:lnTo>
                <a:lnTo>
                  <a:pt x="5078775" y="1703172"/>
                </a:lnTo>
                <a:lnTo>
                  <a:pt x="5133939" y="1685655"/>
                </a:lnTo>
                <a:lnTo>
                  <a:pt x="5187227" y="1667137"/>
                </a:lnTo>
                <a:lnTo>
                  <a:pt x="5238702" y="1647564"/>
                </a:lnTo>
                <a:lnTo>
                  <a:pt x="5288428" y="1626879"/>
                </a:lnTo>
                <a:lnTo>
                  <a:pt x="5336463" y="1605021"/>
                </a:lnTo>
                <a:lnTo>
                  <a:pt x="5382864" y="1581927"/>
                </a:lnTo>
                <a:lnTo>
                  <a:pt x="5427687" y="1557531"/>
                </a:lnTo>
                <a:lnTo>
                  <a:pt x="5470986" y="1531762"/>
                </a:lnTo>
                <a:lnTo>
                  <a:pt x="5512813" y="1504546"/>
                </a:lnTo>
                <a:lnTo>
                  <a:pt x="5553217" y="1475807"/>
                </a:lnTo>
                <a:lnTo>
                  <a:pt x="5592248" y="1445463"/>
                </a:lnTo>
                <a:lnTo>
                  <a:pt x="5629951" y="1413429"/>
                </a:lnTo>
                <a:lnTo>
                  <a:pt x="5635824" y="1408176"/>
                </a:lnTo>
                <a:lnTo>
                  <a:pt x="5666372" y="1379615"/>
                </a:lnTo>
                <a:lnTo>
                  <a:pt x="5701555" y="1343928"/>
                </a:lnTo>
                <a:lnTo>
                  <a:pt x="5735541" y="1306267"/>
                </a:lnTo>
                <a:lnTo>
                  <a:pt x="5768371" y="1266530"/>
                </a:lnTo>
                <a:lnTo>
                  <a:pt x="5800086" y="1224609"/>
                </a:lnTo>
                <a:lnTo>
                  <a:pt x="5830721" y="1180389"/>
                </a:lnTo>
                <a:lnTo>
                  <a:pt x="5860315" y="1133752"/>
                </a:lnTo>
                <a:lnTo>
                  <a:pt x="5888903" y="1084572"/>
                </a:lnTo>
                <a:lnTo>
                  <a:pt x="5916518" y="1032719"/>
                </a:lnTo>
                <a:lnTo>
                  <a:pt x="5943195" y="978057"/>
                </a:lnTo>
                <a:lnTo>
                  <a:pt x="5968964" y="920444"/>
                </a:lnTo>
                <a:lnTo>
                  <a:pt x="5993857" y="859729"/>
                </a:lnTo>
                <a:lnTo>
                  <a:pt x="6017904" y="795759"/>
                </a:lnTo>
                <a:lnTo>
                  <a:pt x="6041133" y="728371"/>
                </a:lnTo>
                <a:lnTo>
                  <a:pt x="6063572" y="657397"/>
                </a:lnTo>
                <a:lnTo>
                  <a:pt x="6085248" y="582663"/>
                </a:lnTo>
                <a:lnTo>
                  <a:pt x="6106186" y="503986"/>
                </a:lnTo>
                <a:lnTo>
                  <a:pt x="6126413" y="421178"/>
                </a:lnTo>
                <a:lnTo>
                  <a:pt x="6145952" y="334044"/>
                </a:lnTo>
                <a:lnTo>
                  <a:pt x="6164827" y="242383"/>
                </a:lnTo>
                <a:lnTo>
                  <a:pt x="6183060" y="145987"/>
                </a:lnTo>
                <a:lnTo>
                  <a:pt x="6200672" y="44643"/>
                </a:lnTo>
                <a:lnTo>
                  <a:pt x="6207803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11" name="ensemble.curve-Sample-5-2.segment0">
            <a:extLst>
              <a:ext uri="{FF2B5EF4-FFF2-40B4-BE49-F238E27FC236}">
                <a16:creationId xmlns:a16="http://schemas.microsoft.com/office/drawing/2014/main" id="{9CCB45B9-B880-4224-9017-3963856296E8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4417266" cy="1858868"/>
          </a:xfrm>
          <a:custGeom>
            <a:avLst/>
            <a:gdLst/>
            <a:ahLst/>
            <a:cxnLst/>
            <a:rect l="0" t="0" r="0" b="0"/>
            <a:pathLst>
              <a:path w="4417266" h="1858868">
                <a:moveTo>
                  <a:pt x="0" y="1858868"/>
                </a:moveTo>
                <a:lnTo>
                  <a:pt x="180226" y="1850811"/>
                </a:lnTo>
                <a:lnTo>
                  <a:pt x="354324" y="1842309"/>
                </a:lnTo>
                <a:lnTo>
                  <a:pt x="522501" y="1833340"/>
                </a:lnTo>
                <a:lnTo>
                  <a:pt x="684960" y="1823882"/>
                </a:lnTo>
                <a:lnTo>
                  <a:pt x="841894" y="1813910"/>
                </a:lnTo>
                <a:lnTo>
                  <a:pt x="993492" y="1803399"/>
                </a:lnTo>
                <a:lnTo>
                  <a:pt x="1139935" y="1792322"/>
                </a:lnTo>
                <a:lnTo>
                  <a:pt x="1281398" y="1780652"/>
                </a:lnTo>
                <a:lnTo>
                  <a:pt x="1418050" y="1768359"/>
                </a:lnTo>
                <a:lnTo>
                  <a:pt x="1550056" y="1755414"/>
                </a:lnTo>
                <a:lnTo>
                  <a:pt x="1677573" y="1741786"/>
                </a:lnTo>
                <a:lnTo>
                  <a:pt x="1800753" y="1727441"/>
                </a:lnTo>
                <a:lnTo>
                  <a:pt x="1919745" y="1712347"/>
                </a:lnTo>
                <a:lnTo>
                  <a:pt x="2034691" y="1696466"/>
                </a:lnTo>
                <a:lnTo>
                  <a:pt x="2145728" y="1679763"/>
                </a:lnTo>
                <a:lnTo>
                  <a:pt x="2252989" y="1662198"/>
                </a:lnTo>
                <a:lnTo>
                  <a:pt x="2356603" y="1643733"/>
                </a:lnTo>
                <a:lnTo>
                  <a:pt x="2456693" y="1624324"/>
                </a:lnTo>
                <a:lnTo>
                  <a:pt x="2553380" y="1603930"/>
                </a:lnTo>
                <a:lnTo>
                  <a:pt x="2646779" y="1582504"/>
                </a:lnTo>
                <a:lnTo>
                  <a:pt x="2737002" y="1560001"/>
                </a:lnTo>
                <a:lnTo>
                  <a:pt x="2824157" y="1536371"/>
                </a:lnTo>
                <a:lnTo>
                  <a:pt x="2908348" y="1511564"/>
                </a:lnTo>
                <a:lnTo>
                  <a:pt x="2989676" y="1485527"/>
                </a:lnTo>
                <a:lnTo>
                  <a:pt x="3068239" y="1458207"/>
                </a:lnTo>
                <a:lnTo>
                  <a:pt x="3144131" y="1429547"/>
                </a:lnTo>
                <a:lnTo>
                  <a:pt x="3196867" y="1408176"/>
                </a:lnTo>
                <a:lnTo>
                  <a:pt x="3217441" y="1399489"/>
                </a:lnTo>
                <a:lnTo>
                  <a:pt x="3288259" y="1367972"/>
                </a:lnTo>
                <a:lnTo>
                  <a:pt x="3356668" y="1334934"/>
                </a:lnTo>
                <a:lnTo>
                  <a:pt x="3422752" y="1300310"/>
                </a:lnTo>
                <a:lnTo>
                  <a:pt x="3486588" y="1264034"/>
                </a:lnTo>
                <a:lnTo>
                  <a:pt x="3548253" y="1226037"/>
                </a:lnTo>
                <a:lnTo>
                  <a:pt x="3607822" y="1186247"/>
                </a:lnTo>
                <a:lnTo>
                  <a:pt x="3665365" y="1144593"/>
                </a:lnTo>
                <a:lnTo>
                  <a:pt x="3720951" y="1100999"/>
                </a:lnTo>
                <a:lnTo>
                  <a:pt x="3774647" y="1055387"/>
                </a:lnTo>
                <a:lnTo>
                  <a:pt x="3826517" y="1007680"/>
                </a:lnTo>
                <a:lnTo>
                  <a:pt x="3876623" y="957796"/>
                </a:lnTo>
                <a:lnTo>
                  <a:pt x="3925025" y="905653"/>
                </a:lnTo>
                <a:lnTo>
                  <a:pt x="3971782" y="851168"/>
                </a:lnTo>
                <a:lnTo>
                  <a:pt x="4016948" y="794254"/>
                </a:lnTo>
                <a:lnTo>
                  <a:pt x="4060579" y="734826"/>
                </a:lnTo>
                <a:lnTo>
                  <a:pt x="4102726" y="672796"/>
                </a:lnTo>
                <a:lnTo>
                  <a:pt x="4143440" y="608077"/>
                </a:lnTo>
                <a:lnTo>
                  <a:pt x="4182769" y="540581"/>
                </a:lnTo>
                <a:lnTo>
                  <a:pt x="4220761" y="470221"/>
                </a:lnTo>
                <a:lnTo>
                  <a:pt x="4257461" y="396909"/>
                </a:lnTo>
                <a:lnTo>
                  <a:pt x="4292913" y="320562"/>
                </a:lnTo>
                <a:lnTo>
                  <a:pt x="4327159" y="241097"/>
                </a:lnTo>
                <a:lnTo>
                  <a:pt x="4360241" y="158434"/>
                </a:lnTo>
                <a:lnTo>
                  <a:pt x="4392198" y="72498"/>
                </a:lnTo>
                <a:lnTo>
                  <a:pt x="4417266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12" name="ensemble.curve-Sample-5-3.segment0">
            <a:extLst>
              <a:ext uri="{FF2B5EF4-FFF2-40B4-BE49-F238E27FC236}">
                <a16:creationId xmlns:a16="http://schemas.microsoft.com/office/drawing/2014/main" id="{179F6038-ADA7-49EC-B03E-84E78D015A50}"/>
              </a:ext>
            </a:extLst>
          </p:cNvPr>
          <p:cNvSpPr>
            <a:spLocks noGrp="1"/>
          </p:cNvSpPr>
          <p:nvPr/>
        </p:nvSpPr>
        <p:spPr>
          <a:xfrm>
            <a:off x="13154257" y="10049047"/>
            <a:ext cx="3884990" cy="142703"/>
          </a:xfrm>
          <a:custGeom>
            <a:avLst/>
            <a:gdLst/>
            <a:ahLst/>
            <a:cxnLst/>
            <a:rect l="0" t="0" r="0" b="0"/>
            <a:pathLst>
              <a:path w="3884990" h="142703">
                <a:moveTo>
                  <a:pt x="0" y="0"/>
                </a:moveTo>
                <a:lnTo>
                  <a:pt x="236971" y="3475"/>
                </a:lnTo>
                <a:lnTo>
                  <a:pt x="465884" y="7122"/>
                </a:lnTo>
                <a:lnTo>
                  <a:pt x="687012" y="10947"/>
                </a:lnTo>
                <a:lnTo>
                  <a:pt x="900622" y="14957"/>
                </a:lnTo>
                <a:lnTo>
                  <a:pt x="1106967" y="19159"/>
                </a:lnTo>
                <a:lnTo>
                  <a:pt x="1306296" y="23562"/>
                </a:lnTo>
                <a:lnTo>
                  <a:pt x="1498846" y="28172"/>
                </a:lnTo>
                <a:lnTo>
                  <a:pt x="1684849" y="32998"/>
                </a:lnTo>
                <a:lnTo>
                  <a:pt x="1864527" y="38048"/>
                </a:lnTo>
                <a:lnTo>
                  <a:pt x="2038095" y="43329"/>
                </a:lnTo>
                <a:lnTo>
                  <a:pt x="2205761" y="48852"/>
                </a:lnTo>
                <a:lnTo>
                  <a:pt x="2367726" y="54624"/>
                </a:lnTo>
                <a:lnTo>
                  <a:pt x="2524183" y="60654"/>
                </a:lnTo>
                <a:lnTo>
                  <a:pt x="2675319" y="66952"/>
                </a:lnTo>
                <a:lnTo>
                  <a:pt x="2821316" y="73526"/>
                </a:lnTo>
                <a:lnTo>
                  <a:pt x="2962349" y="80387"/>
                </a:lnTo>
                <a:lnTo>
                  <a:pt x="3098586" y="87544"/>
                </a:lnTo>
                <a:lnTo>
                  <a:pt x="3230190" y="95008"/>
                </a:lnTo>
                <a:lnTo>
                  <a:pt x="3357319" y="102787"/>
                </a:lnTo>
                <a:lnTo>
                  <a:pt x="3480125" y="110893"/>
                </a:lnTo>
                <a:lnTo>
                  <a:pt x="3598755" y="119337"/>
                </a:lnTo>
                <a:lnTo>
                  <a:pt x="3713351" y="128128"/>
                </a:lnTo>
                <a:lnTo>
                  <a:pt x="3824050" y="137278"/>
                </a:lnTo>
                <a:lnTo>
                  <a:pt x="3884990" y="142703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13" name="ensemble.curve-Sample-5-3.segment1">
            <a:extLst>
              <a:ext uri="{FF2B5EF4-FFF2-40B4-BE49-F238E27FC236}">
                <a16:creationId xmlns:a16="http://schemas.microsoft.com/office/drawing/2014/main" id="{9F76CBB9-1BDB-4847-9F00-286E106542F6}"/>
              </a:ext>
            </a:extLst>
          </p:cNvPr>
          <p:cNvSpPr>
            <a:spLocks noGrp="1"/>
          </p:cNvSpPr>
          <p:nvPr/>
        </p:nvSpPr>
        <p:spPr>
          <a:xfrm>
            <a:off x="20083611" y="7991475"/>
            <a:ext cx="6595" cy="2200275"/>
          </a:xfrm>
          <a:custGeom>
            <a:avLst/>
            <a:gdLst/>
            <a:ahLst/>
            <a:cxnLst/>
            <a:rect l="0" t="0" r="0" b="0"/>
            <a:pathLst>
              <a:path w="6595" h="2200275">
                <a:moveTo>
                  <a:pt x="0" y="2200275"/>
                </a:moveTo>
                <a:lnTo>
                  <a:pt x="541" y="2063641"/>
                </a:lnTo>
                <a:lnTo>
                  <a:pt x="797" y="1994916"/>
                </a:lnTo>
                <a:lnTo>
                  <a:pt x="1862" y="1693913"/>
                </a:lnTo>
                <a:lnTo>
                  <a:pt x="2798" y="1408176"/>
                </a:lnTo>
                <a:lnTo>
                  <a:pt x="3138" y="1298973"/>
                </a:lnTo>
                <a:lnTo>
                  <a:pt x="4371" y="877681"/>
                </a:lnTo>
                <a:lnTo>
                  <a:pt x="5562" y="428844"/>
                </a:lnTo>
                <a:lnTo>
                  <a:pt x="6595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14" name="ensemble.curve-Sample-5-4.segment0">
            <a:extLst>
              <a:ext uri="{FF2B5EF4-FFF2-40B4-BE49-F238E27FC236}">
                <a16:creationId xmlns:a16="http://schemas.microsoft.com/office/drawing/2014/main" id="{3B8FFDB6-EE2D-4EED-8828-9C35D88F4734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4839690" cy="1944743"/>
          </a:xfrm>
          <a:custGeom>
            <a:avLst/>
            <a:gdLst/>
            <a:ahLst/>
            <a:cxnLst/>
            <a:rect l="0" t="0" r="0" b="0"/>
            <a:pathLst>
              <a:path w="4839690" h="1944743">
                <a:moveTo>
                  <a:pt x="0" y="1944743"/>
                </a:moveTo>
                <a:lnTo>
                  <a:pt x="179040" y="1941761"/>
                </a:lnTo>
                <a:lnTo>
                  <a:pt x="351991" y="1938613"/>
                </a:lnTo>
                <a:lnTo>
                  <a:pt x="519061" y="1935291"/>
                </a:lnTo>
                <a:lnTo>
                  <a:pt x="680450" y="1931788"/>
                </a:lnTo>
                <a:lnTo>
                  <a:pt x="836351" y="1928092"/>
                </a:lnTo>
                <a:lnTo>
                  <a:pt x="986950" y="1924196"/>
                </a:lnTo>
                <a:lnTo>
                  <a:pt x="1132429" y="1920089"/>
                </a:lnTo>
                <a:lnTo>
                  <a:pt x="1272960" y="1915760"/>
                </a:lnTo>
                <a:lnTo>
                  <a:pt x="1408713" y="1911199"/>
                </a:lnTo>
                <a:lnTo>
                  <a:pt x="1539850" y="1906394"/>
                </a:lnTo>
                <a:lnTo>
                  <a:pt x="1666527" y="1901333"/>
                </a:lnTo>
                <a:lnTo>
                  <a:pt x="1788896" y="1896005"/>
                </a:lnTo>
                <a:lnTo>
                  <a:pt x="1907105" y="1890395"/>
                </a:lnTo>
                <a:lnTo>
                  <a:pt x="2021294" y="1884491"/>
                </a:lnTo>
                <a:lnTo>
                  <a:pt x="2131599" y="1878279"/>
                </a:lnTo>
                <a:lnTo>
                  <a:pt x="2238154" y="1871743"/>
                </a:lnTo>
                <a:lnTo>
                  <a:pt x="2341086" y="1864868"/>
                </a:lnTo>
                <a:lnTo>
                  <a:pt x="2440517" y="1857638"/>
                </a:lnTo>
                <a:lnTo>
                  <a:pt x="2536567" y="1850037"/>
                </a:lnTo>
                <a:lnTo>
                  <a:pt x="2629351" y="1842047"/>
                </a:lnTo>
                <a:lnTo>
                  <a:pt x="2718980" y="1833649"/>
                </a:lnTo>
                <a:lnTo>
                  <a:pt x="2805561" y="1824826"/>
                </a:lnTo>
                <a:lnTo>
                  <a:pt x="2889198" y="1815556"/>
                </a:lnTo>
                <a:lnTo>
                  <a:pt x="2969991" y="1805820"/>
                </a:lnTo>
                <a:lnTo>
                  <a:pt x="3048036" y="1795595"/>
                </a:lnTo>
                <a:lnTo>
                  <a:pt x="3123428" y="1784861"/>
                </a:lnTo>
                <a:lnTo>
                  <a:pt x="3196256" y="1773592"/>
                </a:lnTo>
                <a:lnTo>
                  <a:pt x="3266607" y="1761766"/>
                </a:lnTo>
                <a:lnTo>
                  <a:pt x="3334567" y="1749356"/>
                </a:lnTo>
                <a:lnTo>
                  <a:pt x="3400215" y="1736336"/>
                </a:lnTo>
                <a:lnTo>
                  <a:pt x="3463631" y="1722679"/>
                </a:lnTo>
                <a:lnTo>
                  <a:pt x="3524890" y="1708356"/>
                </a:lnTo>
                <a:lnTo>
                  <a:pt x="3584066" y="1693338"/>
                </a:lnTo>
                <a:lnTo>
                  <a:pt x="3641230" y="1677593"/>
                </a:lnTo>
                <a:lnTo>
                  <a:pt x="3696450" y="1661089"/>
                </a:lnTo>
                <a:lnTo>
                  <a:pt x="3749793" y="1643793"/>
                </a:lnTo>
                <a:lnTo>
                  <a:pt x="3801321" y="1625671"/>
                </a:lnTo>
                <a:lnTo>
                  <a:pt x="3851097" y="1606684"/>
                </a:lnTo>
                <a:lnTo>
                  <a:pt x="3899181" y="1586797"/>
                </a:lnTo>
                <a:lnTo>
                  <a:pt x="3945630" y="1565969"/>
                </a:lnTo>
                <a:lnTo>
                  <a:pt x="3990499" y="1544159"/>
                </a:lnTo>
                <a:lnTo>
                  <a:pt x="4033842" y="1521326"/>
                </a:lnTo>
                <a:lnTo>
                  <a:pt x="4075712" y="1497426"/>
                </a:lnTo>
                <a:lnTo>
                  <a:pt x="4116157" y="1472411"/>
                </a:lnTo>
                <a:lnTo>
                  <a:pt x="4155228" y="1446235"/>
                </a:lnTo>
                <a:lnTo>
                  <a:pt x="4192969" y="1418848"/>
                </a:lnTo>
                <a:lnTo>
                  <a:pt x="4206891" y="1408176"/>
                </a:lnTo>
                <a:lnTo>
                  <a:pt x="4229428" y="1390199"/>
                </a:lnTo>
                <a:lnTo>
                  <a:pt x="4264646" y="1360233"/>
                </a:lnTo>
                <a:lnTo>
                  <a:pt x="4298667" y="1328896"/>
                </a:lnTo>
                <a:lnTo>
                  <a:pt x="4331531" y="1296129"/>
                </a:lnTo>
                <a:lnTo>
                  <a:pt x="4363278" y="1261873"/>
                </a:lnTo>
                <a:lnTo>
                  <a:pt x="4393945" y="1226065"/>
                </a:lnTo>
                <a:lnTo>
                  <a:pt x="4423569" y="1188641"/>
                </a:lnTo>
                <a:lnTo>
                  <a:pt x="4452186" y="1149533"/>
                </a:lnTo>
                <a:lnTo>
                  <a:pt x="4479830" y="1108671"/>
                </a:lnTo>
                <a:lnTo>
                  <a:pt x="4506533" y="1065982"/>
                </a:lnTo>
                <a:lnTo>
                  <a:pt x="4532329" y="1021393"/>
                </a:lnTo>
                <a:lnTo>
                  <a:pt x="4557248" y="974823"/>
                </a:lnTo>
                <a:lnTo>
                  <a:pt x="4581319" y="926193"/>
                </a:lnTo>
                <a:lnTo>
                  <a:pt x="4604571" y="875417"/>
                </a:lnTo>
                <a:lnTo>
                  <a:pt x="4627033" y="822409"/>
                </a:lnTo>
                <a:lnTo>
                  <a:pt x="4648731" y="767078"/>
                </a:lnTo>
                <a:lnTo>
                  <a:pt x="4669692" y="709329"/>
                </a:lnTo>
                <a:lnTo>
                  <a:pt x="4689939" y="649064"/>
                </a:lnTo>
                <a:lnTo>
                  <a:pt x="4709498" y="586183"/>
                </a:lnTo>
                <a:lnTo>
                  <a:pt x="4728392" y="520579"/>
                </a:lnTo>
                <a:lnTo>
                  <a:pt x="4746643" y="452145"/>
                </a:lnTo>
                <a:lnTo>
                  <a:pt x="4764274" y="380765"/>
                </a:lnTo>
                <a:lnTo>
                  <a:pt x="4781305" y="306324"/>
                </a:lnTo>
                <a:lnTo>
                  <a:pt x="4797757" y="228699"/>
                </a:lnTo>
                <a:lnTo>
                  <a:pt x="4813650" y="147763"/>
                </a:lnTo>
                <a:lnTo>
                  <a:pt x="4829002" y="63386"/>
                </a:lnTo>
                <a:lnTo>
                  <a:pt x="4839690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15" name="ensemble.curve-Sample-5-5.segment0">
            <a:extLst>
              <a:ext uri="{FF2B5EF4-FFF2-40B4-BE49-F238E27FC236}">
                <a16:creationId xmlns:a16="http://schemas.microsoft.com/office/drawing/2014/main" id="{9080F8F2-CB6A-44B1-9AA5-EBDDD52DE77B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5122121" cy="1983352"/>
          </a:xfrm>
          <a:custGeom>
            <a:avLst/>
            <a:gdLst/>
            <a:ahLst/>
            <a:cxnLst/>
            <a:rect l="0" t="0" r="0" b="0"/>
            <a:pathLst>
              <a:path w="5122121" h="1983352">
                <a:moveTo>
                  <a:pt x="0" y="1983352"/>
                </a:moveTo>
                <a:lnTo>
                  <a:pt x="197950" y="1981510"/>
                </a:lnTo>
                <a:lnTo>
                  <a:pt x="389169" y="1979467"/>
                </a:lnTo>
                <a:lnTo>
                  <a:pt x="573885" y="1977207"/>
                </a:lnTo>
                <a:lnTo>
                  <a:pt x="752321" y="1974711"/>
                </a:lnTo>
                <a:lnTo>
                  <a:pt x="924688" y="1971960"/>
                </a:lnTo>
                <a:lnTo>
                  <a:pt x="1091194" y="1968931"/>
                </a:lnTo>
                <a:lnTo>
                  <a:pt x="1252039" y="1965604"/>
                </a:lnTo>
                <a:lnTo>
                  <a:pt x="1407413" y="1961953"/>
                </a:lnTo>
                <a:lnTo>
                  <a:pt x="1557505" y="1957954"/>
                </a:lnTo>
                <a:lnTo>
                  <a:pt x="1702492" y="1953580"/>
                </a:lnTo>
                <a:lnTo>
                  <a:pt x="1842549" y="1948802"/>
                </a:lnTo>
                <a:lnTo>
                  <a:pt x="1977844" y="1943590"/>
                </a:lnTo>
                <a:lnTo>
                  <a:pt x="2108538" y="1937913"/>
                </a:lnTo>
                <a:lnTo>
                  <a:pt x="2234787" y="1931738"/>
                </a:lnTo>
                <a:lnTo>
                  <a:pt x="2356744" y="1925028"/>
                </a:lnTo>
                <a:lnTo>
                  <a:pt x="2474553" y="1917748"/>
                </a:lnTo>
                <a:lnTo>
                  <a:pt x="2588357" y="1909858"/>
                </a:lnTo>
                <a:lnTo>
                  <a:pt x="2698290" y="1901319"/>
                </a:lnTo>
                <a:lnTo>
                  <a:pt x="2804485" y="1892088"/>
                </a:lnTo>
                <a:lnTo>
                  <a:pt x="2907069" y="1882120"/>
                </a:lnTo>
                <a:lnTo>
                  <a:pt x="3006165" y="1871369"/>
                </a:lnTo>
                <a:lnTo>
                  <a:pt x="3101891" y="1859788"/>
                </a:lnTo>
                <a:lnTo>
                  <a:pt x="3194362" y="1847326"/>
                </a:lnTo>
                <a:lnTo>
                  <a:pt x="3283688" y="1833932"/>
                </a:lnTo>
                <a:lnTo>
                  <a:pt x="3369977" y="1819550"/>
                </a:lnTo>
                <a:lnTo>
                  <a:pt x="3453332" y="1804126"/>
                </a:lnTo>
                <a:lnTo>
                  <a:pt x="3533852" y="1787601"/>
                </a:lnTo>
                <a:lnTo>
                  <a:pt x="3611634" y="1769915"/>
                </a:lnTo>
                <a:lnTo>
                  <a:pt x="3686771" y="1751007"/>
                </a:lnTo>
                <a:lnTo>
                  <a:pt x="3759353" y="1730812"/>
                </a:lnTo>
                <a:lnTo>
                  <a:pt x="3829467" y="1709264"/>
                </a:lnTo>
                <a:lnTo>
                  <a:pt x="3897197" y="1686296"/>
                </a:lnTo>
                <a:lnTo>
                  <a:pt x="3962624" y="1661838"/>
                </a:lnTo>
                <a:lnTo>
                  <a:pt x="4025825" y="1635817"/>
                </a:lnTo>
                <a:lnTo>
                  <a:pt x="4086878" y="1608159"/>
                </a:lnTo>
                <a:lnTo>
                  <a:pt x="4145855" y="1578790"/>
                </a:lnTo>
                <a:lnTo>
                  <a:pt x="4202826" y="1547630"/>
                </a:lnTo>
                <a:lnTo>
                  <a:pt x="4257859" y="1514599"/>
                </a:lnTo>
                <a:lnTo>
                  <a:pt x="4311022" y="1479617"/>
                </a:lnTo>
                <a:lnTo>
                  <a:pt x="4362376" y="1442599"/>
                </a:lnTo>
                <a:lnTo>
                  <a:pt x="4406238" y="1408176"/>
                </a:lnTo>
                <a:lnTo>
                  <a:pt x="4411985" y="1403459"/>
                </a:lnTo>
                <a:lnTo>
                  <a:pt x="4459906" y="1362111"/>
                </a:lnTo>
                <a:lnTo>
                  <a:pt x="4506198" y="1318463"/>
                </a:lnTo>
                <a:lnTo>
                  <a:pt x="4550915" y="1272425"/>
                </a:lnTo>
                <a:lnTo>
                  <a:pt x="4594112" y="1223903"/>
                </a:lnTo>
                <a:lnTo>
                  <a:pt x="4635841" y="1172803"/>
                </a:lnTo>
                <a:lnTo>
                  <a:pt x="4676150" y="1119028"/>
                </a:lnTo>
                <a:lnTo>
                  <a:pt x="4715088" y="1062479"/>
                </a:lnTo>
                <a:lnTo>
                  <a:pt x="4752703" y="1003056"/>
                </a:lnTo>
                <a:lnTo>
                  <a:pt x="4789038" y="940659"/>
                </a:lnTo>
                <a:lnTo>
                  <a:pt x="4824138" y="875184"/>
                </a:lnTo>
                <a:lnTo>
                  <a:pt x="4858044" y="806528"/>
                </a:lnTo>
                <a:lnTo>
                  <a:pt x="4890797" y="734587"/>
                </a:lnTo>
                <a:lnTo>
                  <a:pt x="4922436" y="659255"/>
                </a:lnTo>
                <a:lnTo>
                  <a:pt x="4953000" y="580427"/>
                </a:lnTo>
                <a:lnTo>
                  <a:pt x="4982524" y="497997"/>
                </a:lnTo>
                <a:lnTo>
                  <a:pt x="5011044" y="411861"/>
                </a:lnTo>
                <a:lnTo>
                  <a:pt x="5038595" y="321914"/>
                </a:lnTo>
                <a:lnTo>
                  <a:pt x="5065208" y="228054"/>
                </a:lnTo>
                <a:lnTo>
                  <a:pt x="5090917" y="130180"/>
                </a:lnTo>
                <a:lnTo>
                  <a:pt x="5115751" y="28194"/>
                </a:lnTo>
                <a:lnTo>
                  <a:pt x="5122121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16" name="ensemble.curve-Sample-6-1.segment0">
            <a:extLst>
              <a:ext uri="{FF2B5EF4-FFF2-40B4-BE49-F238E27FC236}">
                <a16:creationId xmlns:a16="http://schemas.microsoft.com/office/drawing/2014/main" id="{8AEA58C0-C453-4045-B158-A1D89C0B89A8}"/>
              </a:ext>
            </a:extLst>
          </p:cNvPr>
          <p:cNvSpPr>
            <a:spLocks noGrp="1"/>
          </p:cNvSpPr>
          <p:nvPr/>
        </p:nvSpPr>
        <p:spPr>
          <a:xfrm>
            <a:off x="13154257" y="10111120"/>
            <a:ext cx="1741122" cy="80630"/>
          </a:xfrm>
          <a:custGeom>
            <a:avLst/>
            <a:gdLst/>
            <a:ahLst/>
            <a:cxnLst/>
            <a:rect l="0" t="0" r="0" b="0"/>
            <a:pathLst>
              <a:path w="1741122" h="80630">
                <a:moveTo>
                  <a:pt x="0" y="0"/>
                </a:moveTo>
                <a:lnTo>
                  <a:pt x="212257" y="6930"/>
                </a:lnTo>
                <a:lnTo>
                  <a:pt x="417297" y="14202"/>
                </a:lnTo>
                <a:lnTo>
                  <a:pt x="615364" y="21829"/>
                </a:lnTo>
                <a:lnTo>
                  <a:pt x="806696" y="29825"/>
                </a:lnTo>
                <a:lnTo>
                  <a:pt x="991521" y="38203"/>
                </a:lnTo>
                <a:lnTo>
                  <a:pt x="1170062" y="46978"/>
                </a:lnTo>
                <a:lnTo>
                  <a:pt x="1342532" y="56164"/>
                </a:lnTo>
                <a:lnTo>
                  <a:pt x="1509136" y="65776"/>
                </a:lnTo>
                <a:lnTo>
                  <a:pt x="1670076" y="75828"/>
                </a:lnTo>
                <a:lnTo>
                  <a:pt x="1741122" y="8063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17" name="ensemble.curve-Sample-6-1.segment1">
            <a:extLst>
              <a:ext uri="{FF2B5EF4-FFF2-40B4-BE49-F238E27FC236}">
                <a16:creationId xmlns:a16="http://schemas.microsoft.com/office/drawing/2014/main" id="{FBADEA1B-F931-42C0-BB84-1A0947575F81}"/>
              </a:ext>
            </a:extLst>
          </p:cNvPr>
          <p:cNvSpPr>
            <a:spLocks noGrp="1"/>
          </p:cNvSpPr>
          <p:nvPr/>
        </p:nvSpPr>
        <p:spPr>
          <a:xfrm>
            <a:off x="18867585" y="7991475"/>
            <a:ext cx="163902" cy="2200275"/>
          </a:xfrm>
          <a:custGeom>
            <a:avLst/>
            <a:gdLst/>
            <a:ahLst/>
            <a:cxnLst/>
            <a:rect l="0" t="0" r="0" b="0"/>
            <a:pathLst>
              <a:path w="163902" h="2200275">
                <a:moveTo>
                  <a:pt x="0" y="2200275"/>
                </a:moveTo>
                <a:lnTo>
                  <a:pt x="11613" y="2111933"/>
                </a:lnTo>
                <a:lnTo>
                  <a:pt x="25388" y="1994916"/>
                </a:lnTo>
                <a:lnTo>
                  <a:pt x="29194" y="1960596"/>
                </a:lnTo>
                <a:lnTo>
                  <a:pt x="46178" y="1796218"/>
                </a:lnTo>
                <a:lnTo>
                  <a:pt x="62584" y="1618731"/>
                </a:lnTo>
                <a:lnTo>
                  <a:pt x="78433" y="1428161"/>
                </a:lnTo>
                <a:lnTo>
                  <a:pt x="80004" y="1408176"/>
                </a:lnTo>
                <a:lnTo>
                  <a:pt x="93742" y="1224633"/>
                </a:lnTo>
                <a:lnTo>
                  <a:pt x="108531" y="1008368"/>
                </a:lnTo>
                <a:lnTo>
                  <a:pt x="122817" y="779685"/>
                </a:lnTo>
                <a:lnTo>
                  <a:pt x="136617" y="538995"/>
                </a:lnTo>
                <a:lnTo>
                  <a:pt x="149948" y="286795"/>
                </a:lnTo>
                <a:lnTo>
                  <a:pt x="162826" y="23665"/>
                </a:lnTo>
                <a:lnTo>
                  <a:pt x="163902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18" name="ensemble.curve-Sample-6-2.segment0">
            <a:extLst>
              <a:ext uri="{FF2B5EF4-FFF2-40B4-BE49-F238E27FC236}">
                <a16:creationId xmlns:a16="http://schemas.microsoft.com/office/drawing/2014/main" id="{1E9B601E-5BE3-473B-B3BF-60232BC0444B}"/>
              </a:ext>
            </a:extLst>
          </p:cNvPr>
          <p:cNvSpPr>
            <a:spLocks noGrp="1"/>
          </p:cNvSpPr>
          <p:nvPr/>
        </p:nvSpPr>
        <p:spPr>
          <a:xfrm>
            <a:off x="13154257" y="10001629"/>
            <a:ext cx="5734495" cy="190121"/>
          </a:xfrm>
          <a:custGeom>
            <a:avLst/>
            <a:gdLst/>
            <a:ahLst/>
            <a:cxnLst/>
            <a:rect l="0" t="0" r="0" b="0"/>
            <a:pathLst>
              <a:path w="5734495" h="190121">
                <a:moveTo>
                  <a:pt x="0" y="0"/>
                </a:moveTo>
                <a:lnTo>
                  <a:pt x="245186" y="996"/>
                </a:lnTo>
                <a:lnTo>
                  <a:pt x="482034" y="2053"/>
                </a:lnTo>
                <a:lnTo>
                  <a:pt x="710828" y="3175"/>
                </a:lnTo>
                <a:lnTo>
                  <a:pt x="931842" y="4366"/>
                </a:lnTo>
                <a:lnTo>
                  <a:pt x="1145340" y="5630"/>
                </a:lnTo>
                <a:lnTo>
                  <a:pt x="1351579" y="6970"/>
                </a:lnTo>
                <a:lnTo>
                  <a:pt x="1550804" y="8391"/>
                </a:lnTo>
                <a:lnTo>
                  <a:pt x="1743255" y="9896"/>
                </a:lnTo>
                <a:lnTo>
                  <a:pt x="1929161" y="11491"/>
                </a:lnTo>
                <a:lnTo>
                  <a:pt x="2108746" y="13181"/>
                </a:lnTo>
                <a:lnTo>
                  <a:pt x="2282224" y="14969"/>
                </a:lnTo>
                <a:lnTo>
                  <a:pt x="2449803" y="16862"/>
                </a:lnTo>
                <a:lnTo>
                  <a:pt x="2611683" y="18864"/>
                </a:lnTo>
                <a:lnTo>
                  <a:pt x="2768059" y="20981"/>
                </a:lnTo>
                <a:lnTo>
                  <a:pt x="2919117" y="23218"/>
                </a:lnTo>
                <a:lnTo>
                  <a:pt x="3065039" y="25583"/>
                </a:lnTo>
                <a:lnTo>
                  <a:pt x="3205998" y="28080"/>
                </a:lnTo>
                <a:lnTo>
                  <a:pt x="3342164" y="30716"/>
                </a:lnTo>
                <a:lnTo>
                  <a:pt x="3473700" y="33498"/>
                </a:lnTo>
                <a:lnTo>
                  <a:pt x="3600763" y="36432"/>
                </a:lnTo>
                <a:lnTo>
                  <a:pt x="3723506" y="39525"/>
                </a:lnTo>
                <a:lnTo>
                  <a:pt x="3842074" y="42785"/>
                </a:lnTo>
                <a:lnTo>
                  <a:pt x="3956610" y="46218"/>
                </a:lnTo>
                <a:lnTo>
                  <a:pt x="4067252" y="49833"/>
                </a:lnTo>
                <a:lnTo>
                  <a:pt x="4174132" y="53637"/>
                </a:lnTo>
                <a:lnTo>
                  <a:pt x="4277377" y="57637"/>
                </a:lnTo>
                <a:lnTo>
                  <a:pt x="4377111" y="61842"/>
                </a:lnTo>
                <a:lnTo>
                  <a:pt x="4473453" y="66259"/>
                </a:lnTo>
                <a:lnTo>
                  <a:pt x="4566520" y="70898"/>
                </a:lnTo>
                <a:lnTo>
                  <a:pt x="4656422" y="75766"/>
                </a:lnTo>
                <a:lnTo>
                  <a:pt x="4743267" y="80871"/>
                </a:lnTo>
                <a:lnTo>
                  <a:pt x="4827158" y="86223"/>
                </a:lnTo>
                <a:lnTo>
                  <a:pt x="4908197" y="91830"/>
                </a:lnTo>
                <a:lnTo>
                  <a:pt x="4986480" y="97700"/>
                </a:lnTo>
                <a:lnTo>
                  <a:pt x="5062101" y="103841"/>
                </a:lnTo>
                <a:lnTo>
                  <a:pt x="5135151" y="110262"/>
                </a:lnTo>
                <a:lnTo>
                  <a:pt x="5205717" y="116971"/>
                </a:lnTo>
                <a:lnTo>
                  <a:pt x="5273883" y="123977"/>
                </a:lnTo>
                <a:lnTo>
                  <a:pt x="5339731" y="131286"/>
                </a:lnTo>
                <a:lnTo>
                  <a:pt x="5403340" y="138907"/>
                </a:lnTo>
                <a:lnTo>
                  <a:pt x="5464786" y="146846"/>
                </a:lnTo>
                <a:lnTo>
                  <a:pt x="5524142" y="155110"/>
                </a:lnTo>
                <a:lnTo>
                  <a:pt x="5581480" y="163705"/>
                </a:lnTo>
                <a:lnTo>
                  <a:pt x="5636869" y="172637"/>
                </a:lnTo>
                <a:lnTo>
                  <a:pt x="5690374" y="181910"/>
                </a:lnTo>
                <a:lnTo>
                  <a:pt x="5734495" y="190121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19" name="ensemble.curve-Sample-6-2.segment1">
            <a:extLst>
              <a:ext uri="{FF2B5EF4-FFF2-40B4-BE49-F238E27FC236}">
                <a16:creationId xmlns:a16="http://schemas.microsoft.com/office/drawing/2014/main" id="{38A048F7-3CB3-4DEC-8C78-0B2E2ECAADC5}"/>
              </a:ext>
            </a:extLst>
          </p:cNvPr>
          <p:cNvSpPr>
            <a:spLocks noGrp="1"/>
          </p:cNvSpPr>
          <p:nvPr/>
        </p:nvSpPr>
        <p:spPr>
          <a:xfrm>
            <a:off x="20078958" y="7991475"/>
            <a:ext cx="109935" cy="2200275"/>
          </a:xfrm>
          <a:custGeom>
            <a:avLst/>
            <a:gdLst/>
            <a:ahLst/>
            <a:cxnLst/>
            <a:rect l="0" t="0" r="0" b="0"/>
            <a:pathLst>
              <a:path w="109935" h="2200275">
                <a:moveTo>
                  <a:pt x="0" y="2200275"/>
                </a:moveTo>
                <a:lnTo>
                  <a:pt x="6619" y="2151476"/>
                </a:lnTo>
                <a:lnTo>
                  <a:pt x="16106" y="2069840"/>
                </a:lnTo>
                <a:lnTo>
                  <a:pt x="23703" y="1994916"/>
                </a:lnTo>
                <a:lnTo>
                  <a:pt x="25271" y="1978289"/>
                </a:lnTo>
                <a:lnTo>
                  <a:pt x="34124" y="1876116"/>
                </a:lnTo>
                <a:lnTo>
                  <a:pt x="42676" y="1762586"/>
                </a:lnTo>
                <a:lnTo>
                  <a:pt x="50937" y="1636948"/>
                </a:lnTo>
                <a:lnTo>
                  <a:pt x="58917" y="1498430"/>
                </a:lnTo>
                <a:lnTo>
                  <a:pt x="63606" y="1408176"/>
                </a:lnTo>
                <a:lnTo>
                  <a:pt x="66626" y="1346248"/>
                </a:lnTo>
                <a:lnTo>
                  <a:pt x="74073" y="1179601"/>
                </a:lnTo>
                <a:lnTo>
                  <a:pt x="81266" y="997683"/>
                </a:lnTo>
                <a:lnTo>
                  <a:pt x="88215" y="799679"/>
                </a:lnTo>
                <a:lnTo>
                  <a:pt x="94928" y="584772"/>
                </a:lnTo>
                <a:lnTo>
                  <a:pt x="101412" y="352147"/>
                </a:lnTo>
                <a:lnTo>
                  <a:pt x="107676" y="100993"/>
                </a:lnTo>
                <a:lnTo>
                  <a:pt x="109935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20" name="ensemble.curve-Sample-6-3.segment0">
            <a:extLst>
              <a:ext uri="{FF2B5EF4-FFF2-40B4-BE49-F238E27FC236}">
                <a16:creationId xmlns:a16="http://schemas.microsoft.com/office/drawing/2014/main" id="{6270A779-DA57-4D09-B259-0519E3FAF8CC}"/>
              </a:ext>
            </a:extLst>
          </p:cNvPr>
          <p:cNvSpPr>
            <a:spLocks noGrp="1"/>
          </p:cNvSpPr>
          <p:nvPr/>
        </p:nvSpPr>
        <p:spPr>
          <a:xfrm>
            <a:off x="13154257" y="10053644"/>
            <a:ext cx="3349524" cy="138106"/>
          </a:xfrm>
          <a:custGeom>
            <a:avLst/>
            <a:gdLst/>
            <a:ahLst/>
            <a:cxnLst/>
            <a:rect l="0" t="0" r="0" b="0"/>
            <a:pathLst>
              <a:path w="3349524" h="138106">
                <a:moveTo>
                  <a:pt x="0" y="0"/>
                </a:moveTo>
                <a:lnTo>
                  <a:pt x="216507" y="3781"/>
                </a:lnTo>
                <a:lnTo>
                  <a:pt x="425652" y="7753"/>
                </a:lnTo>
                <a:lnTo>
                  <a:pt x="627685" y="11924"/>
                </a:lnTo>
                <a:lnTo>
                  <a:pt x="822848" y="16303"/>
                </a:lnTo>
                <a:lnTo>
                  <a:pt x="1011374" y="20899"/>
                </a:lnTo>
                <a:lnTo>
                  <a:pt x="1193490" y="25721"/>
                </a:lnTo>
                <a:lnTo>
                  <a:pt x="1369413" y="30777"/>
                </a:lnTo>
                <a:lnTo>
                  <a:pt x="1539353" y="36078"/>
                </a:lnTo>
                <a:lnTo>
                  <a:pt x="1703515" y="41634"/>
                </a:lnTo>
                <a:lnTo>
                  <a:pt x="1862094" y="47455"/>
                </a:lnTo>
                <a:lnTo>
                  <a:pt x="2015281" y="53552"/>
                </a:lnTo>
                <a:lnTo>
                  <a:pt x="2163259" y="59935"/>
                </a:lnTo>
                <a:lnTo>
                  <a:pt x="2306205" y="66616"/>
                </a:lnTo>
                <a:lnTo>
                  <a:pt x="2444290" y="73607"/>
                </a:lnTo>
                <a:lnTo>
                  <a:pt x="2577680" y="80919"/>
                </a:lnTo>
                <a:lnTo>
                  <a:pt x="2706533" y="88566"/>
                </a:lnTo>
                <a:lnTo>
                  <a:pt x="2831005" y="96559"/>
                </a:lnTo>
                <a:lnTo>
                  <a:pt x="2951245" y="104912"/>
                </a:lnTo>
                <a:lnTo>
                  <a:pt x="3067395" y="113639"/>
                </a:lnTo>
                <a:lnTo>
                  <a:pt x="3179596" y="122752"/>
                </a:lnTo>
                <a:lnTo>
                  <a:pt x="3287982" y="132268"/>
                </a:lnTo>
                <a:lnTo>
                  <a:pt x="3349524" y="138106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21" name="ensemble.curve-Sample-6-3.segment1">
            <a:extLst>
              <a:ext uri="{FF2B5EF4-FFF2-40B4-BE49-F238E27FC236}">
                <a16:creationId xmlns:a16="http://schemas.microsoft.com/office/drawing/2014/main" id="{CC3F31F5-B9A8-4B1C-B5C2-4F321E35A2B8}"/>
              </a:ext>
            </a:extLst>
          </p:cNvPr>
          <p:cNvSpPr>
            <a:spLocks noGrp="1"/>
          </p:cNvSpPr>
          <p:nvPr/>
        </p:nvSpPr>
        <p:spPr>
          <a:xfrm>
            <a:off x="19483985" y="7991475"/>
            <a:ext cx="2182" cy="2200275"/>
          </a:xfrm>
          <a:custGeom>
            <a:avLst/>
            <a:gdLst/>
            <a:ahLst/>
            <a:cxnLst/>
            <a:rect l="0" t="0" r="0" b="0"/>
            <a:pathLst>
              <a:path w="2182" h="2200275">
                <a:moveTo>
                  <a:pt x="0" y="2200275"/>
                </a:moveTo>
                <a:lnTo>
                  <a:pt x="232" y="1994916"/>
                </a:lnTo>
                <a:lnTo>
                  <a:pt x="482" y="1760169"/>
                </a:lnTo>
                <a:lnTo>
                  <a:pt x="847" y="1408176"/>
                </a:lnTo>
                <a:lnTo>
                  <a:pt x="1731" y="505170"/>
                </a:lnTo>
                <a:lnTo>
                  <a:pt x="2182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22" name="ensemble.curve-Sample-6-4.segment0">
            <a:extLst>
              <a:ext uri="{FF2B5EF4-FFF2-40B4-BE49-F238E27FC236}">
                <a16:creationId xmlns:a16="http://schemas.microsoft.com/office/drawing/2014/main" id="{A28C8702-7601-4757-B452-B9B472F9FFFE}"/>
              </a:ext>
            </a:extLst>
          </p:cNvPr>
          <p:cNvSpPr>
            <a:spLocks noGrp="1"/>
          </p:cNvSpPr>
          <p:nvPr/>
        </p:nvSpPr>
        <p:spPr>
          <a:xfrm>
            <a:off x="13154257" y="7991475"/>
            <a:ext cx="4932345" cy="2010253"/>
          </a:xfrm>
          <a:custGeom>
            <a:avLst/>
            <a:gdLst/>
            <a:ahLst/>
            <a:cxnLst/>
            <a:rect l="0" t="0" r="0" b="0"/>
            <a:pathLst>
              <a:path w="4932345" h="2010253">
                <a:moveTo>
                  <a:pt x="0" y="2009495"/>
                </a:moveTo>
                <a:lnTo>
                  <a:pt x="184739" y="2009756"/>
                </a:lnTo>
                <a:lnTo>
                  <a:pt x="363196" y="2009971"/>
                </a:lnTo>
                <a:lnTo>
                  <a:pt x="535584" y="2010132"/>
                </a:lnTo>
                <a:lnTo>
                  <a:pt x="702111" y="2010229"/>
                </a:lnTo>
                <a:lnTo>
                  <a:pt x="862975" y="2010253"/>
                </a:lnTo>
                <a:lnTo>
                  <a:pt x="1018368" y="2010192"/>
                </a:lnTo>
                <a:lnTo>
                  <a:pt x="1168478" y="2010034"/>
                </a:lnTo>
                <a:lnTo>
                  <a:pt x="1313483" y="2009767"/>
                </a:lnTo>
                <a:lnTo>
                  <a:pt x="1453557" y="2009375"/>
                </a:lnTo>
                <a:lnTo>
                  <a:pt x="1588868" y="2008844"/>
                </a:lnTo>
                <a:lnTo>
                  <a:pt x="1719578" y="2008156"/>
                </a:lnTo>
                <a:lnTo>
                  <a:pt x="1845843" y="2007292"/>
                </a:lnTo>
                <a:lnTo>
                  <a:pt x="1967814" y="2006232"/>
                </a:lnTo>
                <a:lnTo>
                  <a:pt x="2085638" y="2004955"/>
                </a:lnTo>
                <a:lnTo>
                  <a:pt x="2199455" y="2003436"/>
                </a:lnTo>
                <a:lnTo>
                  <a:pt x="2309402" y="2001651"/>
                </a:lnTo>
                <a:lnTo>
                  <a:pt x="2415610" y="1999572"/>
                </a:lnTo>
                <a:lnTo>
                  <a:pt x="2518207" y="1997170"/>
                </a:lnTo>
                <a:lnTo>
                  <a:pt x="2600420" y="1994916"/>
                </a:lnTo>
                <a:lnTo>
                  <a:pt x="2617314" y="1994412"/>
                </a:lnTo>
                <a:lnTo>
                  <a:pt x="2713052" y="1991267"/>
                </a:lnTo>
                <a:lnTo>
                  <a:pt x="2805534" y="1987696"/>
                </a:lnTo>
                <a:lnTo>
                  <a:pt x="2894871" y="1983663"/>
                </a:lnTo>
                <a:lnTo>
                  <a:pt x="2981171" y="1979127"/>
                </a:lnTo>
                <a:lnTo>
                  <a:pt x="3064535" y="1974045"/>
                </a:lnTo>
                <a:lnTo>
                  <a:pt x="3145065" y="1968371"/>
                </a:lnTo>
                <a:lnTo>
                  <a:pt x="3222857" y="1962057"/>
                </a:lnTo>
                <a:lnTo>
                  <a:pt x="3298003" y="1955053"/>
                </a:lnTo>
                <a:lnTo>
                  <a:pt x="3370594" y="1947304"/>
                </a:lnTo>
                <a:lnTo>
                  <a:pt x="3440716" y="1938756"/>
                </a:lnTo>
                <a:lnTo>
                  <a:pt x="3508454" y="1929351"/>
                </a:lnTo>
                <a:lnTo>
                  <a:pt x="3573889" y="1919025"/>
                </a:lnTo>
                <a:lnTo>
                  <a:pt x="3637098" y="1907717"/>
                </a:lnTo>
                <a:lnTo>
                  <a:pt x="3698159" y="1895360"/>
                </a:lnTo>
                <a:lnTo>
                  <a:pt x="3757142" y="1881885"/>
                </a:lnTo>
                <a:lnTo>
                  <a:pt x="3814120" y="1867220"/>
                </a:lnTo>
                <a:lnTo>
                  <a:pt x="3869161" y="1851292"/>
                </a:lnTo>
                <a:lnTo>
                  <a:pt x="3922329" y="1834025"/>
                </a:lnTo>
                <a:lnTo>
                  <a:pt x="3973690" y="1815339"/>
                </a:lnTo>
                <a:lnTo>
                  <a:pt x="4023305" y="1795154"/>
                </a:lnTo>
                <a:lnTo>
                  <a:pt x="4071232" y="1773385"/>
                </a:lnTo>
                <a:lnTo>
                  <a:pt x="4117529" y="1749948"/>
                </a:lnTo>
                <a:lnTo>
                  <a:pt x="4162252" y="1724754"/>
                </a:lnTo>
                <a:lnTo>
                  <a:pt x="4205455" y="1697713"/>
                </a:lnTo>
                <a:lnTo>
                  <a:pt x="4247188" y="1668733"/>
                </a:lnTo>
                <a:lnTo>
                  <a:pt x="4287502" y="1637717"/>
                </a:lnTo>
                <a:lnTo>
                  <a:pt x="4326445" y="1604571"/>
                </a:lnTo>
                <a:lnTo>
                  <a:pt x="4364064" y="1569193"/>
                </a:lnTo>
                <a:lnTo>
                  <a:pt x="4400404" y="1531483"/>
                </a:lnTo>
                <a:lnTo>
                  <a:pt x="4435508" y="1491337"/>
                </a:lnTo>
                <a:lnTo>
                  <a:pt x="4469418" y="1448647"/>
                </a:lnTo>
                <a:lnTo>
                  <a:pt x="4498801" y="1408176"/>
                </a:lnTo>
                <a:lnTo>
                  <a:pt x="4502175" y="1403305"/>
                </a:lnTo>
                <a:lnTo>
                  <a:pt x="4533818" y="1355200"/>
                </a:lnTo>
                <a:lnTo>
                  <a:pt x="4564386" y="1304216"/>
                </a:lnTo>
                <a:lnTo>
                  <a:pt x="4593913" y="1250238"/>
                </a:lnTo>
                <a:lnTo>
                  <a:pt x="4622437" y="1193146"/>
                </a:lnTo>
                <a:lnTo>
                  <a:pt x="4649991" y="1132816"/>
                </a:lnTo>
                <a:lnTo>
                  <a:pt x="4676608" y="1069123"/>
                </a:lnTo>
                <a:lnTo>
                  <a:pt x="4702319" y="1001937"/>
                </a:lnTo>
                <a:lnTo>
                  <a:pt x="4727157" y="931128"/>
                </a:lnTo>
                <a:lnTo>
                  <a:pt x="4751150" y="856559"/>
                </a:lnTo>
                <a:lnTo>
                  <a:pt x="4774327" y="778092"/>
                </a:lnTo>
                <a:lnTo>
                  <a:pt x="4796715" y="695586"/>
                </a:lnTo>
                <a:lnTo>
                  <a:pt x="4818343" y="608895"/>
                </a:lnTo>
                <a:lnTo>
                  <a:pt x="4839235" y="517871"/>
                </a:lnTo>
                <a:lnTo>
                  <a:pt x="4859416" y="422363"/>
                </a:lnTo>
                <a:lnTo>
                  <a:pt x="4878912" y="322218"/>
                </a:lnTo>
                <a:lnTo>
                  <a:pt x="4897744" y="217278"/>
                </a:lnTo>
                <a:lnTo>
                  <a:pt x="4915936" y="107385"/>
                </a:lnTo>
                <a:lnTo>
                  <a:pt x="4932345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23" name="ensemble.curve-Sample-6-5.segment0">
            <a:extLst>
              <a:ext uri="{FF2B5EF4-FFF2-40B4-BE49-F238E27FC236}">
                <a16:creationId xmlns:a16="http://schemas.microsoft.com/office/drawing/2014/main" id="{3C86CAE9-8B48-4BCC-8B43-C93D72FE578E}"/>
              </a:ext>
            </a:extLst>
          </p:cNvPr>
          <p:cNvSpPr>
            <a:spLocks noGrp="1"/>
          </p:cNvSpPr>
          <p:nvPr/>
        </p:nvSpPr>
        <p:spPr>
          <a:xfrm>
            <a:off x="13154257" y="10116946"/>
            <a:ext cx="2400055" cy="74804"/>
          </a:xfrm>
          <a:custGeom>
            <a:avLst/>
            <a:gdLst/>
            <a:ahLst/>
            <a:cxnLst/>
            <a:rect l="0" t="0" r="0" b="0"/>
            <a:pathLst>
              <a:path w="2400055" h="74804">
                <a:moveTo>
                  <a:pt x="0" y="0"/>
                </a:moveTo>
                <a:lnTo>
                  <a:pt x="244791" y="5905"/>
                </a:lnTo>
                <a:lnTo>
                  <a:pt x="481257" y="11954"/>
                </a:lnTo>
                <a:lnTo>
                  <a:pt x="709683" y="18136"/>
                </a:lnTo>
                <a:lnTo>
                  <a:pt x="930341" y="24437"/>
                </a:lnTo>
                <a:lnTo>
                  <a:pt x="1143495" y="30842"/>
                </a:lnTo>
                <a:lnTo>
                  <a:pt x="1349401" y="37332"/>
                </a:lnTo>
                <a:lnTo>
                  <a:pt x="1548306" y="43885"/>
                </a:lnTo>
                <a:lnTo>
                  <a:pt x="1740446" y="50475"/>
                </a:lnTo>
                <a:lnTo>
                  <a:pt x="1926053" y="57073"/>
                </a:lnTo>
                <a:lnTo>
                  <a:pt x="2105349" y="63646"/>
                </a:lnTo>
                <a:lnTo>
                  <a:pt x="2278547" y="70155"/>
                </a:lnTo>
                <a:lnTo>
                  <a:pt x="2400055" y="74804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24" name="ensemble.curve-Sample-6-5.segment1">
            <a:extLst>
              <a:ext uri="{FF2B5EF4-FFF2-40B4-BE49-F238E27FC236}">
                <a16:creationId xmlns:a16="http://schemas.microsoft.com/office/drawing/2014/main" id="{961E1993-DC59-4CDF-B2FE-0E8B632833F6}"/>
              </a:ext>
            </a:extLst>
          </p:cNvPr>
          <p:cNvSpPr>
            <a:spLocks noGrp="1"/>
          </p:cNvSpPr>
          <p:nvPr/>
        </p:nvSpPr>
        <p:spPr>
          <a:xfrm>
            <a:off x="17844747" y="7991475"/>
            <a:ext cx="1595985" cy="2200275"/>
          </a:xfrm>
          <a:custGeom>
            <a:avLst/>
            <a:gdLst/>
            <a:ahLst/>
            <a:cxnLst/>
            <a:rect l="0" t="0" r="0" b="0"/>
            <a:pathLst>
              <a:path w="1595985" h="2200275">
                <a:moveTo>
                  <a:pt x="0" y="2200275"/>
                </a:moveTo>
                <a:lnTo>
                  <a:pt x="45135" y="2193037"/>
                </a:lnTo>
                <a:lnTo>
                  <a:pt x="128891" y="2176468"/>
                </a:lnTo>
                <a:lnTo>
                  <a:pt x="209800" y="2157016"/>
                </a:lnTo>
                <a:lnTo>
                  <a:pt x="287957" y="2134462"/>
                </a:lnTo>
                <a:lnTo>
                  <a:pt x="363456" y="2108588"/>
                </a:lnTo>
                <a:lnTo>
                  <a:pt x="436388" y="2079175"/>
                </a:lnTo>
                <a:lnTo>
                  <a:pt x="506840" y="2046008"/>
                </a:lnTo>
                <a:lnTo>
                  <a:pt x="574896" y="2008880"/>
                </a:lnTo>
                <a:lnTo>
                  <a:pt x="598160" y="1994916"/>
                </a:lnTo>
                <a:lnTo>
                  <a:pt x="640638" y="1967591"/>
                </a:lnTo>
                <a:lnTo>
                  <a:pt x="704145" y="1921952"/>
                </a:lnTo>
                <a:lnTo>
                  <a:pt x="765492" y="1871786"/>
                </a:lnTo>
                <a:lnTo>
                  <a:pt x="824753" y="1816934"/>
                </a:lnTo>
                <a:lnTo>
                  <a:pt x="881998" y="1757251"/>
                </a:lnTo>
                <a:lnTo>
                  <a:pt x="937298" y="1692613"/>
                </a:lnTo>
                <a:lnTo>
                  <a:pt x="990716" y="1622912"/>
                </a:lnTo>
                <a:lnTo>
                  <a:pt x="1042318" y="1548063"/>
                </a:lnTo>
                <a:lnTo>
                  <a:pt x="1092166" y="1468001"/>
                </a:lnTo>
                <a:lnTo>
                  <a:pt x="1126410" y="1408176"/>
                </a:lnTo>
                <a:lnTo>
                  <a:pt x="1140318" y="1382682"/>
                </a:lnTo>
                <a:lnTo>
                  <a:pt x="1186833" y="1292081"/>
                </a:lnTo>
                <a:lnTo>
                  <a:pt x="1231766" y="1196195"/>
                </a:lnTo>
                <a:lnTo>
                  <a:pt x="1275172" y="1095039"/>
                </a:lnTo>
                <a:lnTo>
                  <a:pt x="1317101" y="988647"/>
                </a:lnTo>
                <a:lnTo>
                  <a:pt x="1357604" y="877069"/>
                </a:lnTo>
                <a:lnTo>
                  <a:pt x="1396731" y="760373"/>
                </a:lnTo>
                <a:lnTo>
                  <a:pt x="1434526" y="638644"/>
                </a:lnTo>
                <a:lnTo>
                  <a:pt x="1471037" y="511980"/>
                </a:lnTo>
                <a:lnTo>
                  <a:pt x="1506306" y="380497"/>
                </a:lnTo>
                <a:lnTo>
                  <a:pt x="1540375" y="244323"/>
                </a:lnTo>
                <a:lnTo>
                  <a:pt x="1573286" y="103602"/>
                </a:lnTo>
                <a:lnTo>
                  <a:pt x="1595985" y="0"/>
                </a:lnTo>
              </a:path>
            </a:pathLst>
          </a:custGeom>
          <a:noFill/>
          <a:ln w="11906">
            <a:solidFill>
              <a:srgbClr val="AEB6BC"/>
            </a:solidFill>
            <a:prstDash val="solid"/>
          </a:ln>
        </p:spPr>
      </p:sp>
      <p:sp>
        <p:nvSpPr>
          <p:cNvPr id="225" name="ensemble.rule0">
            <a:extLst>
              <a:ext uri="{FF2B5EF4-FFF2-40B4-BE49-F238E27FC236}">
                <a16:creationId xmlns:a16="http://schemas.microsoft.com/office/drawing/2014/main" id="{13C27792-E4A8-4376-84A4-AC4F1841F725}"/>
              </a:ext>
            </a:extLst>
          </p:cNvPr>
          <p:cNvSpPr>
            <a:spLocks noGrp="1"/>
          </p:cNvSpPr>
          <p:nvPr/>
        </p:nvSpPr>
        <p:spPr>
          <a:xfrm>
            <a:off x="12954000" y="9986391"/>
            <a:ext cx="8210550" cy="953"/>
          </a:xfrm>
          <a:custGeom>
            <a:avLst/>
            <a:gdLst/>
            <a:ahLst/>
            <a:cxnLst/>
            <a:rect l="0" t="0" r="0" b="0"/>
            <a:pathLst>
              <a:path w="8210550" h="953">
                <a:moveTo>
                  <a:pt x="0" y="0"/>
                </a:moveTo>
                <a:lnTo>
                  <a:pt x="8210550" y="0"/>
                </a:lnTo>
              </a:path>
            </a:pathLst>
          </a:custGeom>
          <a:noFill/>
          <a:ln w="17145">
            <a:solidFill>
              <a:srgbClr val="82878C"/>
            </a:solidFill>
            <a:prstDash val="dash"/>
          </a:ln>
        </p:spPr>
      </p:sp>
      <p:sp>
        <p:nvSpPr>
          <p:cNvPr id="226" name="ensemble.root-0-Sample-1-1">
            <a:extLst>
              <a:ext uri="{FF2B5EF4-FFF2-40B4-BE49-F238E27FC236}">
                <a16:creationId xmlns:a16="http://schemas.microsoft.com/office/drawing/2014/main" id="{FD5F4747-4C1F-4136-BD19-7AD3D0FBA0A8}"/>
              </a:ext>
            </a:extLst>
          </p:cNvPr>
          <p:cNvSpPr>
            <a:spLocks noGrp="1"/>
          </p:cNvSpPr>
          <p:nvPr/>
        </p:nvSpPr>
        <p:spPr>
          <a:xfrm>
            <a:off x="18807918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7" name="ensemble.root-0-Sample-1-2">
            <a:extLst>
              <a:ext uri="{FF2B5EF4-FFF2-40B4-BE49-F238E27FC236}">
                <a16:creationId xmlns:a16="http://schemas.microsoft.com/office/drawing/2014/main" id="{D1BAAD79-AB2E-423E-89F4-D761A8EE8AC0}"/>
              </a:ext>
            </a:extLst>
          </p:cNvPr>
          <p:cNvSpPr>
            <a:spLocks noGrp="1"/>
          </p:cNvSpPr>
          <p:nvPr/>
        </p:nvSpPr>
        <p:spPr>
          <a:xfrm>
            <a:off x="18045375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8" name="ensemble.root-0-Sample-1-3">
            <a:extLst>
              <a:ext uri="{FF2B5EF4-FFF2-40B4-BE49-F238E27FC236}">
                <a16:creationId xmlns:a16="http://schemas.microsoft.com/office/drawing/2014/main" id="{E1C6CF77-0935-4D81-820C-BA1F99617E0F}"/>
              </a:ext>
            </a:extLst>
          </p:cNvPr>
          <p:cNvSpPr>
            <a:spLocks noGrp="1"/>
          </p:cNvSpPr>
          <p:nvPr/>
        </p:nvSpPr>
        <p:spPr>
          <a:xfrm>
            <a:off x="17457140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29" name="ensemble.root-0-Sample-1-4">
            <a:extLst>
              <a:ext uri="{FF2B5EF4-FFF2-40B4-BE49-F238E27FC236}">
                <a16:creationId xmlns:a16="http://schemas.microsoft.com/office/drawing/2014/main" id="{792357D0-9104-4961-BDA3-4FF7BE1E44F7}"/>
              </a:ext>
            </a:extLst>
          </p:cNvPr>
          <p:cNvSpPr>
            <a:spLocks noGrp="1"/>
          </p:cNvSpPr>
          <p:nvPr/>
        </p:nvSpPr>
        <p:spPr>
          <a:xfrm>
            <a:off x="17743310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0" name="ensemble.root-0-Sample-1-5">
            <a:extLst>
              <a:ext uri="{FF2B5EF4-FFF2-40B4-BE49-F238E27FC236}">
                <a16:creationId xmlns:a16="http://schemas.microsoft.com/office/drawing/2014/main" id="{BA43C3BB-0F3D-44CF-9F02-EBFAC5730432}"/>
              </a:ext>
            </a:extLst>
          </p:cNvPr>
          <p:cNvSpPr>
            <a:spLocks noGrp="1"/>
          </p:cNvSpPr>
          <p:nvPr/>
        </p:nvSpPr>
        <p:spPr>
          <a:xfrm>
            <a:off x="18794601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1" name="ensemble.root-0-Sample-2-2">
            <a:extLst>
              <a:ext uri="{FF2B5EF4-FFF2-40B4-BE49-F238E27FC236}">
                <a16:creationId xmlns:a16="http://schemas.microsoft.com/office/drawing/2014/main" id="{31EC9691-0143-427F-A9CD-57FDC331F161}"/>
              </a:ext>
            </a:extLst>
          </p:cNvPr>
          <p:cNvSpPr>
            <a:spLocks noGrp="1"/>
          </p:cNvSpPr>
          <p:nvPr/>
        </p:nvSpPr>
        <p:spPr>
          <a:xfrm>
            <a:off x="16671778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2" name="ensemble.root-0-Sample-2-3">
            <a:extLst>
              <a:ext uri="{FF2B5EF4-FFF2-40B4-BE49-F238E27FC236}">
                <a16:creationId xmlns:a16="http://schemas.microsoft.com/office/drawing/2014/main" id="{0440E3FC-7B84-4EEC-8D77-247DF39775C6}"/>
              </a:ext>
            </a:extLst>
          </p:cNvPr>
          <p:cNvSpPr>
            <a:spLocks noGrp="1"/>
          </p:cNvSpPr>
          <p:nvPr/>
        </p:nvSpPr>
        <p:spPr>
          <a:xfrm>
            <a:off x="17995738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3" name="ensemble.root-0-Sample-2-5">
            <a:extLst>
              <a:ext uri="{FF2B5EF4-FFF2-40B4-BE49-F238E27FC236}">
                <a16:creationId xmlns:a16="http://schemas.microsoft.com/office/drawing/2014/main" id="{F0C146C3-5658-4BD2-8F4E-6A66F723DFC7}"/>
              </a:ext>
            </a:extLst>
          </p:cNvPr>
          <p:cNvSpPr>
            <a:spLocks noGrp="1"/>
          </p:cNvSpPr>
          <p:nvPr/>
        </p:nvSpPr>
        <p:spPr>
          <a:xfrm>
            <a:off x="20065841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4" name="ensemble.root-0-Sample-3-1">
            <a:extLst>
              <a:ext uri="{FF2B5EF4-FFF2-40B4-BE49-F238E27FC236}">
                <a16:creationId xmlns:a16="http://schemas.microsoft.com/office/drawing/2014/main" id="{18522FCA-FDA1-4F85-A2BE-FF623EB132B3}"/>
              </a:ext>
            </a:extLst>
          </p:cNvPr>
          <p:cNvSpPr>
            <a:spLocks noGrp="1"/>
          </p:cNvSpPr>
          <p:nvPr/>
        </p:nvSpPr>
        <p:spPr>
          <a:xfrm>
            <a:off x="14843337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5" name="ensemble.root-0-Sample-3-3">
            <a:extLst>
              <a:ext uri="{FF2B5EF4-FFF2-40B4-BE49-F238E27FC236}">
                <a16:creationId xmlns:a16="http://schemas.microsoft.com/office/drawing/2014/main" id="{80E511B1-1991-453A-8495-6451757882D4}"/>
              </a:ext>
            </a:extLst>
          </p:cNvPr>
          <p:cNvSpPr>
            <a:spLocks noGrp="1"/>
          </p:cNvSpPr>
          <p:nvPr/>
        </p:nvSpPr>
        <p:spPr>
          <a:xfrm>
            <a:off x="18167019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6" name="ensemble.root-0-Sample-3-4">
            <a:extLst>
              <a:ext uri="{FF2B5EF4-FFF2-40B4-BE49-F238E27FC236}">
                <a16:creationId xmlns:a16="http://schemas.microsoft.com/office/drawing/2014/main" id="{5DF00780-A24E-4DBB-9D6F-79EBEE1686F9}"/>
              </a:ext>
            </a:extLst>
          </p:cNvPr>
          <p:cNvSpPr>
            <a:spLocks noGrp="1"/>
          </p:cNvSpPr>
          <p:nvPr/>
        </p:nvSpPr>
        <p:spPr>
          <a:xfrm>
            <a:off x="18180760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7" name="ensemble.root-0-Sample-4-1">
            <a:extLst>
              <a:ext uri="{FF2B5EF4-FFF2-40B4-BE49-F238E27FC236}">
                <a16:creationId xmlns:a16="http://schemas.microsoft.com/office/drawing/2014/main" id="{F3738AA8-3468-4725-9938-A7AB1815A729}"/>
              </a:ext>
            </a:extLst>
          </p:cNvPr>
          <p:cNvSpPr>
            <a:spLocks noGrp="1"/>
          </p:cNvSpPr>
          <p:nvPr/>
        </p:nvSpPr>
        <p:spPr>
          <a:xfrm>
            <a:off x="17542311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8" name="ensemble.root-0-Sample-4-4">
            <a:extLst>
              <a:ext uri="{FF2B5EF4-FFF2-40B4-BE49-F238E27FC236}">
                <a16:creationId xmlns:a16="http://schemas.microsoft.com/office/drawing/2014/main" id="{808D95C9-5AF4-4B85-AD06-92B0DEFCAF7B}"/>
              </a:ext>
            </a:extLst>
          </p:cNvPr>
          <p:cNvSpPr>
            <a:spLocks noGrp="1"/>
          </p:cNvSpPr>
          <p:nvPr/>
        </p:nvSpPr>
        <p:spPr>
          <a:xfrm>
            <a:off x="16276514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39" name="ensemble.root-0-Sample-4-5">
            <a:extLst>
              <a:ext uri="{FF2B5EF4-FFF2-40B4-BE49-F238E27FC236}">
                <a16:creationId xmlns:a16="http://schemas.microsoft.com/office/drawing/2014/main" id="{9284B607-0F18-43E6-9960-BDCD1C581986}"/>
              </a:ext>
            </a:extLst>
          </p:cNvPr>
          <p:cNvSpPr>
            <a:spLocks noGrp="1"/>
          </p:cNvSpPr>
          <p:nvPr/>
        </p:nvSpPr>
        <p:spPr>
          <a:xfrm>
            <a:off x="18910718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0" name="ensemble.root-0-Sample-5-3">
            <a:extLst>
              <a:ext uri="{FF2B5EF4-FFF2-40B4-BE49-F238E27FC236}">
                <a16:creationId xmlns:a16="http://schemas.microsoft.com/office/drawing/2014/main" id="{0143E138-164E-4525-874A-C7F650BE5753}"/>
              </a:ext>
            </a:extLst>
          </p:cNvPr>
          <p:cNvSpPr>
            <a:spLocks noGrp="1"/>
          </p:cNvSpPr>
          <p:nvPr/>
        </p:nvSpPr>
        <p:spPr>
          <a:xfrm>
            <a:off x="20051071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1" name="ensemble.root-0-Sample-6-1">
            <a:extLst>
              <a:ext uri="{FF2B5EF4-FFF2-40B4-BE49-F238E27FC236}">
                <a16:creationId xmlns:a16="http://schemas.microsoft.com/office/drawing/2014/main" id="{0A7867C5-9F90-444D-9138-458A7A6CA079}"/>
              </a:ext>
            </a:extLst>
          </p:cNvPr>
          <p:cNvSpPr>
            <a:spLocks noGrp="1"/>
          </p:cNvSpPr>
          <p:nvPr/>
        </p:nvSpPr>
        <p:spPr>
          <a:xfrm>
            <a:off x="18859636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2" name="ensemble.root-0-Sample-6-2">
            <a:extLst>
              <a:ext uri="{FF2B5EF4-FFF2-40B4-BE49-F238E27FC236}">
                <a16:creationId xmlns:a16="http://schemas.microsoft.com/office/drawing/2014/main" id="{883A8052-0F39-4525-8A92-619B5D5182EF}"/>
              </a:ext>
            </a:extLst>
          </p:cNvPr>
          <p:cNvSpPr>
            <a:spLocks noGrp="1"/>
          </p:cNvSpPr>
          <p:nvPr/>
        </p:nvSpPr>
        <p:spPr>
          <a:xfrm>
            <a:off x="20069324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3" name="ensemble.root-0-Sample-6-3">
            <a:extLst>
              <a:ext uri="{FF2B5EF4-FFF2-40B4-BE49-F238E27FC236}">
                <a16:creationId xmlns:a16="http://schemas.microsoft.com/office/drawing/2014/main" id="{F05F67A5-1644-47DD-99DE-58D956A0CCF0}"/>
              </a:ext>
            </a:extLst>
          </p:cNvPr>
          <p:cNvSpPr>
            <a:spLocks noGrp="1"/>
          </p:cNvSpPr>
          <p:nvPr/>
        </p:nvSpPr>
        <p:spPr>
          <a:xfrm>
            <a:off x="19450879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4" name="ensemble.root-0-Sample-6-4">
            <a:extLst>
              <a:ext uri="{FF2B5EF4-FFF2-40B4-BE49-F238E27FC236}">
                <a16:creationId xmlns:a16="http://schemas.microsoft.com/office/drawing/2014/main" id="{C4FD05C0-86D4-487A-B990-F2EBA35EAB5A}"/>
              </a:ext>
            </a:extLst>
          </p:cNvPr>
          <p:cNvSpPr>
            <a:spLocks noGrp="1"/>
          </p:cNvSpPr>
          <p:nvPr/>
        </p:nvSpPr>
        <p:spPr>
          <a:xfrm>
            <a:off x="15721340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5" name="ensemble.root-0-Sample-6-5">
            <a:extLst>
              <a:ext uri="{FF2B5EF4-FFF2-40B4-BE49-F238E27FC236}">
                <a16:creationId xmlns:a16="http://schemas.microsoft.com/office/drawing/2014/main" id="{47D96FDB-9500-462B-BFAA-6721E2D6B829}"/>
              </a:ext>
            </a:extLst>
          </p:cNvPr>
          <p:cNvSpPr>
            <a:spLocks noGrp="1"/>
          </p:cNvSpPr>
          <p:nvPr/>
        </p:nvSpPr>
        <p:spPr>
          <a:xfrm>
            <a:off x="18409570" y="9953054"/>
            <a:ext cx="66675" cy="666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82878C"/>
            </a:solidFill>
          </a:ln>
        </p:spPr>
      </p:sp>
      <p:sp>
        <p:nvSpPr>
          <p:cNvPr id="246" name="ensemble.rule0.1">
            <a:extLst>
              <a:ext uri="{FF2B5EF4-FFF2-40B4-BE49-F238E27FC236}">
                <a16:creationId xmlns:a16="http://schemas.microsoft.com/office/drawing/2014/main" id="{C9E5518A-9749-4919-9375-59E4A7A449E1}"/>
              </a:ext>
            </a:extLst>
          </p:cNvPr>
          <p:cNvSpPr>
            <a:spLocks noGrp="1"/>
          </p:cNvSpPr>
          <p:nvPr/>
        </p:nvSpPr>
        <p:spPr>
          <a:xfrm>
            <a:off x="12954000" y="9399651"/>
            <a:ext cx="8210550" cy="953"/>
          </a:xfrm>
          <a:custGeom>
            <a:avLst/>
            <a:gdLst/>
            <a:ahLst/>
            <a:cxnLst/>
            <a:rect l="0" t="0" r="0" b="0"/>
            <a:pathLst>
              <a:path w="8210550" h="953">
                <a:moveTo>
                  <a:pt x="0" y="0"/>
                </a:moveTo>
                <a:lnTo>
                  <a:pt x="8210550" y="0"/>
                </a:lnTo>
              </a:path>
            </a:pathLst>
          </a:custGeom>
          <a:noFill/>
          <a:ln w="17145">
            <a:solidFill>
              <a:srgbClr val="147AAA"/>
            </a:solidFill>
            <a:prstDash val="dash"/>
          </a:ln>
        </p:spPr>
      </p:sp>
      <p:sp>
        <p:nvSpPr>
          <p:cNvPr id="247" name="ensemble.root-0.1-Sample-1-1">
            <a:extLst>
              <a:ext uri="{FF2B5EF4-FFF2-40B4-BE49-F238E27FC236}">
                <a16:creationId xmlns:a16="http://schemas.microsoft.com/office/drawing/2014/main" id="{74C5D41B-BF75-4C42-ACB1-E2E427BA8398}"/>
              </a:ext>
            </a:extLst>
          </p:cNvPr>
          <p:cNvSpPr>
            <a:spLocks noGrp="1"/>
          </p:cNvSpPr>
          <p:nvPr/>
        </p:nvSpPr>
        <p:spPr>
          <a:xfrm>
            <a:off x="18885007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48" name="ensemble.root-0.1-Sample-1-2">
            <a:extLst>
              <a:ext uri="{FF2B5EF4-FFF2-40B4-BE49-F238E27FC236}">
                <a16:creationId xmlns:a16="http://schemas.microsoft.com/office/drawing/2014/main" id="{7AC1D429-3667-40D4-B02E-E8CAA962FA27}"/>
              </a:ext>
            </a:extLst>
          </p:cNvPr>
          <p:cNvSpPr>
            <a:spLocks noGrp="1"/>
          </p:cNvSpPr>
          <p:nvPr/>
        </p:nvSpPr>
        <p:spPr>
          <a:xfrm>
            <a:off x="18103187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49" name="ensemble.root-0.1-Sample-1-3">
            <a:extLst>
              <a:ext uri="{FF2B5EF4-FFF2-40B4-BE49-F238E27FC236}">
                <a16:creationId xmlns:a16="http://schemas.microsoft.com/office/drawing/2014/main" id="{FB2CF491-BDC2-48A7-972B-046882CC2FD6}"/>
              </a:ext>
            </a:extLst>
          </p:cNvPr>
          <p:cNvSpPr>
            <a:spLocks noGrp="1"/>
          </p:cNvSpPr>
          <p:nvPr/>
        </p:nvSpPr>
        <p:spPr>
          <a:xfrm>
            <a:off x="18262331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0" name="ensemble.root-0.1-Sample-1-4">
            <a:extLst>
              <a:ext uri="{FF2B5EF4-FFF2-40B4-BE49-F238E27FC236}">
                <a16:creationId xmlns:a16="http://schemas.microsoft.com/office/drawing/2014/main" id="{E7A39FA3-BE48-400D-A70F-3865164E0106}"/>
              </a:ext>
            </a:extLst>
          </p:cNvPr>
          <p:cNvSpPr>
            <a:spLocks noGrp="1"/>
          </p:cNvSpPr>
          <p:nvPr/>
        </p:nvSpPr>
        <p:spPr>
          <a:xfrm>
            <a:off x="18103426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1" name="ensemble.root-0.1-Sample-1-5">
            <a:extLst>
              <a:ext uri="{FF2B5EF4-FFF2-40B4-BE49-F238E27FC236}">
                <a16:creationId xmlns:a16="http://schemas.microsoft.com/office/drawing/2014/main" id="{1CD3743C-5831-470C-95A9-55672AB91427}"/>
              </a:ext>
            </a:extLst>
          </p:cNvPr>
          <p:cNvSpPr>
            <a:spLocks noGrp="1"/>
          </p:cNvSpPr>
          <p:nvPr/>
        </p:nvSpPr>
        <p:spPr>
          <a:xfrm>
            <a:off x="18922759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2" name="ensemble.root-0.1-Sample-2-1">
            <a:extLst>
              <a:ext uri="{FF2B5EF4-FFF2-40B4-BE49-F238E27FC236}">
                <a16:creationId xmlns:a16="http://schemas.microsoft.com/office/drawing/2014/main" id="{53B9C2F6-862E-4D23-90FC-D5F32F109426}"/>
              </a:ext>
            </a:extLst>
          </p:cNvPr>
          <p:cNvSpPr>
            <a:spLocks noGrp="1"/>
          </p:cNvSpPr>
          <p:nvPr/>
        </p:nvSpPr>
        <p:spPr>
          <a:xfrm>
            <a:off x="20053505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3" name="ensemble.root-0.1-Sample-2-2">
            <a:extLst>
              <a:ext uri="{FF2B5EF4-FFF2-40B4-BE49-F238E27FC236}">
                <a16:creationId xmlns:a16="http://schemas.microsoft.com/office/drawing/2014/main" id="{8152AF0F-2F59-4E75-A486-7982A8778096}"/>
              </a:ext>
            </a:extLst>
          </p:cNvPr>
          <p:cNvSpPr>
            <a:spLocks noGrp="1"/>
          </p:cNvSpPr>
          <p:nvPr/>
        </p:nvSpPr>
        <p:spPr>
          <a:xfrm>
            <a:off x="16967238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4" name="ensemble.root-0.1-Sample-2-3">
            <a:extLst>
              <a:ext uri="{FF2B5EF4-FFF2-40B4-BE49-F238E27FC236}">
                <a16:creationId xmlns:a16="http://schemas.microsoft.com/office/drawing/2014/main" id="{B7C1AF4B-0455-45A9-940C-9C88EF2E1454}"/>
              </a:ext>
            </a:extLst>
          </p:cNvPr>
          <p:cNvSpPr>
            <a:spLocks noGrp="1"/>
          </p:cNvSpPr>
          <p:nvPr/>
        </p:nvSpPr>
        <p:spPr>
          <a:xfrm>
            <a:off x="18246152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5" name="ensemble.root-0.1-Sample-2-4">
            <a:extLst>
              <a:ext uri="{FF2B5EF4-FFF2-40B4-BE49-F238E27FC236}">
                <a16:creationId xmlns:a16="http://schemas.microsoft.com/office/drawing/2014/main" id="{959C1021-BD00-4A42-B54B-E5B4298FA48C}"/>
              </a:ext>
            </a:extLst>
          </p:cNvPr>
          <p:cNvSpPr>
            <a:spLocks noGrp="1"/>
          </p:cNvSpPr>
          <p:nvPr/>
        </p:nvSpPr>
        <p:spPr>
          <a:xfrm>
            <a:off x="15671740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6" name="ensemble.root-0.1-Sample-2-5">
            <a:extLst>
              <a:ext uri="{FF2B5EF4-FFF2-40B4-BE49-F238E27FC236}">
                <a16:creationId xmlns:a16="http://schemas.microsoft.com/office/drawing/2014/main" id="{CE80D558-017E-42F8-84C0-5FA9A27D5A17}"/>
              </a:ext>
            </a:extLst>
          </p:cNvPr>
          <p:cNvSpPr>
            <a:spLocks noGrp="1"/>
          </p:cNvSpPr>
          <p:nvPr/>
        </p:nvSpPr>
        <p:spPr>
          <a:xfrm>
            <a:off x="20131133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7" name="ensemble.root-0.1-Sample-3-1">
            <a:extLst>
              <a:ext uri="{FF2B5EF4-FFF2-40B4-BE49-F238E27FC236}">
                <a16:creationId xmlns:a16="http://schemas.microsoft.com/office/drawing/2014/main" id="{E868E478-26F3-4BD8-B437-7C0662ECD49C}"/>
              </a:ext>
            </a:extLst>
          </p:cNvPr>
          <p:cNvSpPr>
            <a:spLocks noGrp="1"/>
          </p:cNvSpPr>
          <p:nvPr/>
        </p:nvSpPr>
        <p:spPr>
          <a:xfrm>
            <a:off x="16554021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8" name="ensemble.root-0.1-Sample-3-2">
            <a:extLst>
              <a:ext uri="{FF2B5EF4-FFF2-40B4-BE49-F238E27FC236}">
                <a16:creationId xmlns:a16="http://schemas.microsoft.com/office/drawing/2014/main" id="{32094252-C578-409A-8AA6-4CA6E93A8BA7}"/>
              </a:ext>
            </a:extLst>
          </p:cNvPr>
          <p:cNvSpPr>
            <a:spLocks noGrp="1"/>
          </p:cNvSpPr>
          <p:nvPr/>
        </p:nvSpPr>
        <p:spPr>
          <a:xfrm>
            <a:off x="20370195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59" name="ensemble.root-0.1-Sample-3-3">
            <a:extLst>
              <a:ext uri="{FF2B5EF4-FFF2-40B4-BE49-F238E27FC236}">
                <a16:creationId xmlns:a16="http://schemas.microsoft.com/office/drawing/2014/main" id="{4DFF84B9-917B-4463-A8C7-503857F5EBF5}"/>
              </a:ext>
            </a:extLst>
          </p:cNvPr>
          <p:cNvSpPr>
            <a:spLocks noGrp="1"/>
          </p:cNvSpPr>
          <p:nvPr/>
        </p:nvSpPr>
        <p:spPr>
          <a:xfrm>
            <a:off x="18316553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0" name="ensemble.root-0.1-Sample-3-4">
            <a:extLst>
              <a:ext uri="{FF2B5EF4-FFF2-40B4-BE49-F238E27FC236}">
                <a16:creationId xmlns:a16="http://schemas.microsoft.com/office/drawing/2014/main" id="{40B96ABD-12B5-48C4-8B5F-2FEFA23AE5FC}"/>
              </a:ext>
            </a:extLst>
          </p:cNvPr>
          <p:cNvSpPr>
            <a:spLocks noGrp="1"/>
          </p:cNvSpPr>
          <p:nvPr/>
        </p:nvSpPr>
        <p:spPr>
          <a:xfrm>
            <a:off x="18191867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1" name="ensemble.root-0.1-Sample-3-5">
            <a:extLst>
              <a:ext uri="{FF2B5EF4-FFF2-40B4-BE49-F238E27FC236}">
                <a16:creationId xmlns:a16="http://schemas.microsoft.com/office/drawing/2014/main" id="{17C6B2A5-73E5-439E-B7D2-94457F3135DF}"/>
              </a:ext>
            </a:extLst>
          </p:cNvPr>
          <p:cNvSpPr>
            <a:spLocks noGrp="1"/>
          </p:cNvSpPr>
          <p:nvPr/>
        </p:nvSpPr>
        <p:spPr>
          <a:xfrm>
            <a:off x="15424073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2" name="ensemble.root-0.1-Sample-4-1">
            <a:extLst>
              <a:ext uri="{FF2B5EF4-FFF2-40B4-BE49-F238E27FC236}">
                <a16:creationId xmlns:a16="http://schemas.microsoft.com/office/drawing/2014/main" id="{BF95E4F7-B4AD-4129-8964-5EC1F64F533A}"/>
              </a:ext>
            </a:extLst>
          </p:cNvPr>
          <p:cNvSpPr>
            <a:spLocks noGrp="1"/>
          </p:cNvSpPr>
          <p:nvPr/>
        </p:nvSpPr>
        <p:spPr>
          <a:xfrm>
            <a:off x="18189632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3" name="ensemble.root-0.1-Sample-4-2">
            <a:extLst>
              <a:ext uri="{FF2B5EF4-FFF2-40B4-BE49-F238E27FC236}">
                <a16:creationId xmlns:a16="http://schemas.microsoft.com/office/drawing/2014/main" id="{50179ED1-618F-47E7-BD26-A4AC761736DA}"/>
              </a:ext>
            </a:extLst>
          </p:cNvPr>
          <p:cNvSpPr>
            <a:spLocks noGrp="1"/>
          </p:cNvSpPr>
          <p:nvPr/>
        </p:nvSpPr>
        <p:spPr>
          <a:xfrm>
            <a:off x="16305243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4" name="ensemble.root-0.1-Sample-4-3">
            <a:extLst>
              <a:ext uri="{FF2B5EF4-FFF2-40B4-BE49-F238E27FC236}">
                <a16:creationId xmlns:a16="http://schemas.microsoft.com/office/drawing/2014/main" id="{F8C640E7-9A25-42F9-A05B-677FC0FA69D0}"/>
              </a:ext>
            </a:extLst>
          </p:cNvPr>
          <p:cNvSpPr>
            <a:spLocks noGrp="1"/>
          </p:cNvSpPr>
          <p:nvPr/>
        </p:nvSpPr>
        <p:spPr>
          <a:xfrm>
            <a:off x="17612505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5" name="ensemble.root-0.1-Sample-4-4">
            <a:extLst>
              <a:ext uri="{FF2B5EF4-FFF2-40B4-BE49-F238E27FC236}">
                <a16:creationId xmlns:a16="http://schemas.microsoft.com/office/drawing/2014/main" id="{7EEE852A-249A-4F0A-96DC-2BA3BF19BA55}"/>
              </a:ext>
            </a:extLst>
          </p:cNvPr>
          <p:cNvSpPr>
            <a:spLocks noGrp="1"/>
          </p:cNvSpPr>
          <p:nvPr/>
        </p:nvSpPr>
        <p:spPr>
          <a:xfrm>
            <a:off x="17333417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6" name="ensemble.root-0.1-Sample-4-5">
            <a:extLst>
              <a:ext uri="{FF2B5EF4-FFF2-40B4-BE49-F238E27FC236}">
                <a16:creationId xmlns:a16="http://schemas.microsoft.com/office/drawing/2014/main" id="{C99B8D55-3479-4E08-92E7-2286B0E0A3F4}"/>
              </a:ext>
            </a:extLst>
          </p:cNvPr>
          <p:cNvSpPr>
            <a:spLocks noGrp="1"/>
          </p:cNvSpPr>
          <p:nvPr/>
        </p:nvSpPr>
        <p:spPr>
          <a:xfrm>
            <a:off x="19136074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7" name="ensemble.root-0.1-Sample-5-1">
            <a:extLst>
              <a:ext uri="{FF2B5EF4-FFF2-40B4-BE49-F238E27FC236}">
                <a16:creationId xmlns:a16="http://schemas.microsoft.com/office/drawing/2014/main" id="{15058C47-FD50-46F1-A7C3-302B0BB21C55}"/>
              </a:ext>
            </a:extLst>
          </p:cNvPr>
          <p:cNvSpPr>
            <a:spLocks noGrp="1"/>
          </p:cNvSpPr>
          <p:nvPr/>
        </p:nvSpPr>
        <p:spPr>
          <a:xfrm>
            <a:off x="18756744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8" name="ensemble.root-0.1-Sample-5-2">
            <a:extLst>
              <a:ext uri="{FF2B5EF4-FFF2-40B4-BE49-F238E27FC236}">
                <a16:creationId xmlns:a16="http://schemas.microsoft.com/office/drawing/2014/main" id="{9A7422DB-9BE9-468B-9AB6-B75C60AFD106}"/>
              </a:ext>
            </a:extLst>
          </p:cNvPr>
          <p:cNvSpPr>
            <a:spLocks noGrp="1"/>
          </p:cNvSpPr>
          <p:nvPr/>
        </p:nvSpPr>
        <p:spPr>
          <a:xfrm>
            <a:off x="16317787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69" name="ensemble.root-0.1-Sample-5-3">
            <a:extLst>
              <a:ext uri="{FF2B5EF4-FFF2-40B4-BE49-F238E27FC236}">
                <a16:creationId xmlns:a16="http://schemas.microsoft.com/office/drawing/2014/main" id="{A903CABB-F8C2-4361-AE8F-286F5280B2E2}"/>
              </a:ext>
            </a:extLst>
          </p:cNvPr>
          <p:cNvSpPr>
            <a:spLocks noGrp="1"/>
          </p:cNvSpPr>
          <p:nvPr/>
        </p:nvSpPr>
        <p:spPr>
          <a:xfrm>
            <a:off x="20053072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0" name="ensemble.root-0.1-Sample-5-4">
            <a:extLst>
              <a:ext uri="{FF2B5EF4-FFF2-40B4-BE49-F238E27FC236}">
                <a16:creationId xmlns:a16="http://schemas.microsoft.com/office/drawing/2014/main" id="{605EA78A-A696-41D4-A5B5-18710289D0C8}"/>
              </a:ext>
            </a:extLst>
          </p:cNvPr>
          <p:cNvSpPr>
            <a:spLocks noGrp="1"/>
          </p:cNvSpPr>
          <p:nvPr/>
        </p:nvSpPr>
        <p:spPr>
          <a:xfrm>
            <a:off x="17327811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1" name="ensemble.root-0.1-Sample-5-5">
            <a:extLst>
              <a:ext uri="{FF2B5EF4-FFF2-40B4-BE49-F238E27FC236}">
                <a16:creationId xmlns:a16="http://schemas.microsoft.com/office/drawing/2014/main" id="{A06507BB-7CE5-4210-929C-CC501A252EFA}"/>
              </a:ext>
            </a:extLst>
          </p:cNvPr>
          <p:cNvSpPr>
            <a:spLocks noGrp="1"/>
          </p:cNvSpPr>
          <p:nvPr/>
        </p:nvSpPr>
        <p:spPr>
          <a:xfrm>
            <a:off x="17527158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2" name="ensemble.root-0.1-Sample-6-1">
            <a:extLst>
              <a:ext uri="{FF2B5EF4-FFF2-40B4-BE49-F238E27FC236}">
                <a16:creationId xmlns:a16="http://schemas.microsoft.com/office/drawing/2014/main" id="{821DFB4B-7C89-412A-9537-164FB980B461}"/>
              </a:ext>
            </a:extLst>
          </p:cNvPr>
          <p:cNvSpPr>
            <a:spLocks noGrp="1"/>
          </p:cNvSpPr>
          <p:nvPr/>
        </p:nvSpPr>
        <p:spPr>
          <a:xfrm>
            <a:off x="18914252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3" name="ensemble.root-0.1-Sample-6-2">
            <a:extLst>
              <a:ext uri="{FF2B5EF4-FFF2-40B4-BE49-F238E27FC236}">
                <a16:creationId xmlns:a16="http://schemas.microsoft.com/office/drawing/2014/main" id="{E4B566BF-1B5C-4065-A421-B3AFB64BCD9C}"/>
              </a:ext>
            </a:extLst>
          </p:cNvPr>
          <p:cNvSpPr>
            <a:spLocks noGrp="1"/>
          </p:cNvSpPr>
          <p:nvPr/>
        </p:nvSpPr>
        <p:spPr>
          <a:xfrm>
            <a:off x="20109227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4" name="ensemble.root-0.1-Sample-6-3">
            <a:extLst>
              <a:ext uri="{FF2B5EF4-FFF2-40B4-BE49-F238E27FC236}">
                <a16:creationId xmlns:a16="http://schemas.microsoft.com/office/drawing/2014/main" id="{F19812D4-1A9F-4E25-A53D-46BC5860F971}"/>
              </a:ext>
            </a:extLst>
          </p:cNvPr>
          <p:cNvSpPr>
            <a:spLocks noGrp="1"/>
          </p:cNvSpPr>
          <p:nvPr/>
        </p:nvSpPr>
        <p:spPr>
          <a:xfrm>
            <a:off x="19451494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5" name="ensemble.root-0.1-Sample-6-4">
            <a:extLst>
              <a:ext uri="{FF2B5EF4-FFF2-40B4-BE49-F238E27FC236}">
                <a16:creationId xmlns:a16="http://schemas.microsoft.com/office/drawing/2014/main" id="{648449C4-EA96-4153-B48A-8E8A8F0D18FE}"/>
              </a:ext>
            </a:extLst>
          </p:cNvPr>
          <p:cNvSpPr>
            <a:spLocks noGrp="1"/>
          </p:cNvSpPr>
          <p:nvPr/>
        </p:nvSpPr>
        <p:spPr>
          <a:xfrm>
            <a:off x="17619721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6" name="ensemble.root-0.1-Sample-6-5">
            <a:extLst>
              <a:ext uri="{FF2B5EF4-FFF2-40B4-BE49-F238E27FC236}">
                <a16:creationId xmlns:a16="http://schemas.microsoft.com/office/drawing/2014/main" id="{E500663E-A703-4FA0-B333-17392ED2DC64}"/>
              </a:ext>
            </a:extLst>
          </p:cNvPr>
          <p:cNvSpPr>
            <a:spLocks noGrp="1"/>
          </p:cNvSpPr>
          <p:nvPr/>
        </p:nvSpPr>
        <p:spPr>
          <a:xfrm>
            <a:off x="18937820" y="9366314"/>
            <a:ext cx="66675" cy="66675"/>
          </a:xfrm>
          <a:prstGeom prst="rect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9" name="ensemble.boundary-note">
            <a:extLst>
              <a:ext uri="{FF2B5EF4-FFF2-40B4-BE49-F238E27FC236}">
                <a16:creationId xmlns:a16="http://schemas.microsoft.com/office/drawing/2014/main" id="{4BB1952B-000C-4BAA-8DCD-AEEC8B48C594}"/>
              </a:ext>
            </a:extLst>
          </p:cNvPr>
          <p:cNvSpPr>
            <a:spLocks noGrp="1"/>
          </p:cNvSpPr>
          <p:nvPr/>
        </p:nvSpPr>
        <p:spPr>
          <a:xfrm>
            <a:off x="11944350" y="11115675"/>
            <a:ext cx="100203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δ = 0 有10个下界估计，不是曲线交点；图中标出其余交点。</a:t>
            </a:r>
          </a:p>
        </p:txBody>
      </p:sp>
      <p:graphicFrame>
        <p:nvGraphicFramePr>
          <p:cNvPr id="281" name="MathType.sorted">
            <a:extLst>
              <a:ext uri="{FF2B5EF4-FFF2-40B4-BE49-F238E27FC236}">
                <a16:creationId xmlns:a16="http://schemas.microsoft.com/office/drawing/2014/main" id="{EA795CD1-0856-C6EF-722E-B470FB86E9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90124"/>
              </p:ext>
            </p:extLst>
          </p:nvPr>
        </p:nvGraphicFramePr>
        <p:xfrm>
          <a:off x="1047752" y="2190750"/>
          <a:ext cx="9143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7752" y="2190750"/>
                        <a:ext cx="9143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" name="MathType.rank">
            <a:extLst>
              <a:ext uri="{FF2B5EF4-FFF2-40B4-BE49-F238E27FC236}">
                <a16:creationId xmlns:a16="http://schemas.microsoft.com/office/drawing/2014/main" id="{375164D8-6686-969A-1BEF-29BE6ED087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430812"/>
              </p:ext>
            </p:extLst>
          </p:nvPr>
        </p:nvGraphicFramePr>
        <p:xfrm>
          <a:off x="2882503" y="1653778"/>
          <a:ext cx="1693069" cy="664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393480" progId="Equation.DSMT4">
                  <p:embed/>
                </p:oleObj>
              </mc:Choice>
              <mc:Fallback>
                <p:oleObj name="Equation" r:id="rId5" imgW="1002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2503" y="1653778"/>
                        <a:ext cx="1693069" cy="664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" name="MathType.pseudo">
            <a:extLst>
              <a:ext uri="{FF2B5EF4-FFF2-40B4-BE49-F238E27FC236}">
                <a16:creationId xmlns:a16="http://schemas.microsoft.com/office/drawing/2014/main" id="{F4DDDF7F-4A56-96BD-1E31-F20E4FAE2D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512114"/>
              </p:ext>
            </p:extLst>
          </p:nvPr>
        </p:nvGraphicFramePr>
        <p:xfrm>
          <a:off x="1353054" y="2952750"/>
          <a:ext cx="276124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482400" progId="Equation.DSMT4">
                  <p:embed/>
                </p:oleObj>
              </mc:Choice>
              <mc:Fallback>
                <p:oleObj name="Equation" r:id="rId7" imgW="1942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53054" y="2952750"/>
                        <a:ext cx="2761242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" name="MathType.discrepancy">
            <a:extLst>
              <a:ext uri="{FF2B5EF4-FFF2-40B4-BE49-F238E27FC236}">
                <a16:creationId xmlns:a16="http://schemas.microsoft.com/office/drawing/2014/main" id="{78ADC197-AFE2-B6C2-9280-4CAB7F04EE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053928"/>
              </p:ext>
            </p:extLst>
          </p:nvPr>
        </p:nvGraphicFramePr>
        <p:xfrm>
          <a:off x="1399429" y="4267200"/>
          <a:ext cx="271611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41200" progId="Equation.DSMT4">
                  <p:embed/>
                </p:oleObj>
              </mc:Choice>
              <mc:Fallback>
                <p:oleObj name="Equation" r:id="rId9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9429" y="4267200"/>
                        <a:ext cx="271611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" name="MathType.profile">
            <a:extLst>
              <a:ext uri="{FF2B5EF4-FFF2-40B4-BE49-F238E27FC236}">
                <a16:creationId xmlns:a16="http://schemas.microsoft.com/office/drawing/2014/main" id="{CBEFDA5C-85CF-2291-0007-87907539C1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846023"/>
              </p:ext>
            </p:extLst>
          </p:nvPr>
        </p:nvGraphicFramePr>
        <p:xfrm>
          <a:off x="1196975" y="4989511"/>
          <a:ext cx="311150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7680" imgH="241200" progId="Equation.DSMT4">
                  <p:embed/>
                </p:oleObj>
              </mc:Choice>
              <mc:Fallback>
                <p:oleObj name="Equation" r:id="rId11" imgW="1777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6975" y="4989511"/>
                        <a:ext cx="311150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" name="MathType.gradient">
            <a:extLst>
              <a:ext uri="{FF2B5EF4-FFF2-40B4-BE49-F238E27FC236}">
                <a16:creationId xmlns:a16="http://schemas.microsoft.com/office/drawing/2014/main" id="{7227422F-855E-6C98-F8C2-7BEF255C82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332870"/>
              </p:ext>
            </p:extLst>
          </p:nvPr>
        </p:nvGraphicFramePr>
        <p:xfrm>
          <a:off x="7275606" y="1390650"/>
          <a:ext cx="2155639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0040" imgH="444240" progId="Equation.DSMT4">
                  <p:embed/>
                </p:oleObj>
              </mc:Choice>
              <mc:Fallback>
                <p:oleObj name="Equation" r:id="rId13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75606" y="1390650"/>
                        <a:ext cx="2155639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" name="MathType.root">
            <a:extLst>
              <a:ext uri="{FF2B5EF4-FFF2-40B4-BE49-F238E27FC236}">
                <a16:creationId xmlns:a16="http://schemas.microsoft.com/office/drawing/2014/main" id="{A32B0A1E-28C1-162E-7150-BC9AC47578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973939"/>
              </p:ext>
            </p:extLst>
          </p:nvPr>
        </p:nvGraphicFramePr>
        <p:xfrm>
          <a:off x="7477127" y="3676650"/>
          <a:ext cx="857246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215640" progId="Equation.DSMT4">
                  <p:embed/>
                </p:oleObj>
              </mc:Choice>
              <mc:Fallback>
                <p:oleObj name="Equation" r:id="rId15" imgW="571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77127" y="3676650"/>
                        <a:ext cx="857246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" name="MathType.gamma-est">
            <a:extLst>
              <a:ext uri="{FF2B5EF4-FFF2-40B4-BE49-F238E27FC236}">
                <a16:creationId xmlns:a16="http://schemas.microsoft.com/office/drawing/2014/main" id="{F131B1E7-63B1-323A-1E5E-9995081EA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626177"/>
              </p:ext>
            </p:extLst>
          </p:nvPr>
        </p:nvGraphicFramePr>
        <p:xfrm>
          <a:off x="8751236" y="2581275"/>
          <a:ext cx="823629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22080" imgH="215640" progId="Equation.DSMT4">
                  <p:embed/>
                </p:oleObj>
              </mc:Choice>
              <mc:Fallback>
                <p:oleObj name="Equation" r:id="rId17" imgW="622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51236" y="2581275"/>
                        <a:ext cx="823629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" name="MathType.gamma-transfer">
            <a:extLst>
              <a:ext uri="{FF2B5EF4-FFF2-40B4-BE49-F238E27FC236}">
                <a16:creationId xmlns:a16="http://schemas.microsoft.com/office/drawing/2014/main" id="{E9404ABA-7A55-4083-8540-27E66F0905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056007"/>
              </p:ext>
            </p:extLst>
          </p:nvPr>
        </p:nvGraphicFramePr>
        <p:xfrm>
          <a:off x="11191876" y="2847975"/>
          <a:ext cx="190499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720" imgH="215640" progId="Equation.DSMT4">
                  <p:embed/>
                </p:oleObj>
              </mc:Choice>
              <mc:Fallback>
                <p:oleObj name="Equation" r:id="rId19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91876" y="2847975"/>
                        <a:ext cx="190499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" name="MathType.beta-min">
            <a:extLst>
              <a:ext uri="{FF2B5EF4-FFF2-40B4-BE49-F238E27FC236}">
                <a16:creationId xmlns:a16="http://schemas.microsoft.com/office/drawing/2014/main" id="{A440AEB9-16FE-8479-62B4-F16A5260D5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995993"/>
              </p:ext>
            </p:extLst>
          </p:nvPr>
        </p:nvGraphicFramePr>
        <p:xfrm>
          <a:off x="12995672" y="1531937"/>
          <a:ext cx="2583656" cy="68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33440" imgH="355320" progId="Equation.DSMT4">
                  <p:embed/>
                </p:oleObj>
              </mc:Choice>
              <mc:Fallback>
                <p:oleObj name="Equation" r:id="rId21" imgW="1333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995672" y="1531937"/>
                        <a:ext cx="2583656" cy="6889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" name="MathType.beta-est">
            <a:extLst>
              <a:ext uri="{FF2B5EF4-FFF2-40B4-BE49-F238E27FC236}">
                <a16:creationId xmlns:a16="http://schemas.microsoft.com/office/drawing/2014/main" id="{432DA746-0C37-9019-D18A-57AA469FDE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990998"/>
              </p:ext>
            </p:extLst>
          </p:nvPr>
        </p:nvGraphicFramePr>
        <p:xfrm>
          <a:off x="14787564" y="3438525"/>
          <a:ext cx="9524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34680" imgH="241200" progId="Equation.DSMT4">
                  <p:embed/>
                </p:oleObj>
              </mc:Choice>
              <mc:Fallback>
                <p:oleObj name="Equation" r:id="rId23" imgW="634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787564" y="3438525"/>
                        <a:ext cx="9524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" name="MathType.eta">
            <a:extLst>
              <a:ext uri="{FF2B5EF4-FFF2-40B4-BE49-F238E27FC236}">
                <a16:creationId xmlns:a16="http://schemas.microsoft.com/office/drawing/2014/main" id="{009AFD13-904C-3DDA-6303-E7C61DC605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806091"/>
              </p:ext>
            </p:extLst>
          </p:nvPr>
        </p:nvGraphicFramePr>
        <p:xfrm>
          <a:off x="18407063" y="2366962"/>
          <a:ext cx="2905125" cy="809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49080" imgH="431640" progId="Equation.DSMT4">
                  <p:embed/>
                </p:oleObj>
              </mc:Choice>
              <mc:Fallback>
                <p:oleObj name="Equation" r:id="rId25" imgW="1549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407063" y="2366962"/>
                        <a:ext cx="2905125" cy="809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" name="MathType.output">
            <a:extLst>
              <a:ext uri="{FF2B5EF4-FFF2-40B4-BE49-F238E27FC236}">
                <a16:creationId xmlns:a16="http://schemas.microsoft.com/office/drawing/2014/main" id="{022F4C4E-A099-D3D3-1D77-AA2E43E340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941065"/>
              </p:ext>
            </p:extLst>
          </p:nvPr>
        </p:nvGraphicFramePr>
        <p:xfrm>
          <a:off x="18192750" y="4418011"/>
          <a:ext cx="333375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04760" imgH="241200" progId="Equation.DSMT4">
                  <p:embed/>
                </p:oleObj>
              </mc:Choice>
              <mc:Fallback>
                <p:oleObj name="Equation" r:id="rId27" imgW="19047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8192750" y="4418011"/>
                        <a:ext cx="333375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" name="MathType.truth">
            <a:extLst>
              <a:ext uri="{FF2B5EF4-FFF2-40B4-BE49-F238E27FC236}">
                <a16:creationId xmlns:a16="http://schemas.microsoft.com/office/drawing/2014/main" id="{70492185-BD5E-1B2A-77E2-51B796B757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306863"/>
              </p:ext>
            </p:extLst>
          </p:nvPr>
        </p:nvGraphicFramePr>
        <p:xfrm>
          <a:off x="6871097" y="7462837"/>
          <a:ext cx="3021806" cy="342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90640" imgH="203040" progId="Equation.DSMT4">
                  <p:embed/>
                </p:oleObj>
              </mc:Choice>
              <mc:Fallback>
                <p:oleObj name="Equation" r:id="rId29" imgW="1790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871097" y="7462837"/>
                        <a:ext cx="3021806" cy="342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" name="MathType.delta0">
            <a:extLst>
              <a:ext uri="{FF2B5EF4-FFF2-40B4-BE49-F238E27FC236}">
                <a16:creationId xmlns:a16="http://schemas.microsoft.com/office/drawing/2014/main" id="{DA72DA7B-90C3-0062-C75A-1B4428242F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347985"/>
              </p:ext>
            </p:extLst>
          </p:nvPr>
        </p:nvGraphicFramePr>
        <p:xfrm>
          <a:off x="13492502" y="9696450"/>
          <a:ext cx="53272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68280" imgH="177480" progId="Equation.DSMT4">
                  <p:embed/>
                </p:oleObj>
              </mc:Choice>
              <mc:Fallback>
                <p:oleObj name="Equation" r:id="rId31" imgW="368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3492502" y="9696450"/>
                        <a:ext cx="532720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" name="MathType.delta01">
            <a:extLst>
              <a:ext uri="{FF2B5EF4-FFF2-40B4-BE49-F238E27FC236}">
                <a16:creationId xmlns:a16="http://schemas.microsoft.com/office/drawing/2014/main" id="{5ACB4DDE-1F00-A127-FE09-AB66D48ACA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536245"/>
              </p:ext>
            </p:extLst>
          </p:nvPr>
        </p:nvGraphicFramePr>
        <p:xfrm>
          <a:off x="13419024" y="9105900"/>
          <a:ext cx="67967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69800" imgH="177480" progId="Equation.DSMT4">
                  <p:embed/>
                </p:oleObj>
              </mc:Choice>
              <mc:Fallback>
                <p:oleObj name="Equation" r:id="rId33" imgW="469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3419024" y="9105900"/>
                        <a:ext cx="679677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3171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DocSecurity>0</DocSecurity>
  <PresentationFormat>自定义</PresentationFormat>
  <Paragraphs>52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2026-09-23T02:26:26Z</dcterms:created>
  <dcterms:modified xsi:type="dcterms:W3CDTF">2026-09-23T02:27:09Z</dcterms:modified>
</cp:coreProperties>
</file>