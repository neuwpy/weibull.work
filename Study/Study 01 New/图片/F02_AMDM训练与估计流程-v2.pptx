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13811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 </a:t>
            </a:r>
            <a:r>
              <a:rPr lang="en-US" altLang="zh-CN"/>
              <a:t>Study01</a:t>
            </a:r>
            <a:r>
              <a:rPr lang="zh-CN" altLang="en-US"/>
              <a:t>论文初稿</a:t>
            </a:r>
            <a:r>
              <a:rPr lang="en-US" altLang="zh-CN"/>
              <a:t>-v0.1.md 2.4–2.5</a:t>
            </a:r>
            <a:r>
              <a:rPr lang="zh-CN" altLang="en-US"/>
              <a:t>及原图</a:t>
            </a:r>
            <a:r>
              <a:rPr lang="en-US" altLang="zh-CN"/>
              <a:t>2</a:t>
            </a:r>
            <a:r>
              <a:rPr lang="zh-CN" altLang="en-US"/>
              <a:t>信息流。网络为结构示意，并非具体层数或宽度。观测散点复用</a:t>
            </a:r>
            <a:r>
              <a:rPr lang="en-US" altLang="zh-CN"/>
              <a:t>F01 Sample-1-3</a:t>
            </a:r>
            <a:r>
              <a:rPr lang="zh-CN" altLang="en-US"/>
              <a:t>，仅表示输入样本，不是</a:t>
            </a:r>
            <a:r>
              <a:rPr lang="en-US" altLang="zh-CN"/>
              <a:t>AMDM</a:t>
            </a:r>
            <a:r>
              <a:rPr lang="zh-CN" altLang="en-US"/>
              <a:t>性能证据。</a:t>
            </a:r>
            <a:r>
              <a:rPr lang="en-US" altLang="zh-CN"/>
              <a:t>26</a:t>
            </a:r>
            <a:r>
              <a:rPr lang="zh-CN" altLang="en-US"/>
              <a:t>个候选对应</a:t>
            </a:r>
            <a:r>
              <a:rPr lang="en-US" altLang="zh-CN"/>
              <a:t>0</a:t>
            </a:r>
            <a:r>
              <a:rPr lang="zh-CN" altLang="en-US"/>
              <a:t>到</a:t>
            </a:r>
            <a:r>
              <a:rPr lang="en-US" altLang="zh-CN"/>
              <a:t>0.50</a:t>
            </a:r>
            <a:r>
              <a:rPr lang="zh-CN" altLang="en-US"/>
              <a:t>步长</a:t>
            </a:r>
            <a:r>
              <a:rPr lang="en-US" altLang="zh-CN"/>
              <a:t>0.02</a:t>
            </a:r>
            <a:r>
              <a:rPr lang="zh-CN" altLang="en-US"/>
              <a:t>。真参数仅在离线训练中生成样本和计算监督目标；输入与输出标准化参数均由训练数据拟合保存。估计时原始寿命观测与所选偏移传入</a:t>
            </a:r>
            <a:r>
              <a:rPr lang="en-US" altLang="zh-CN"/>
              <a:t>MDM</a:t>
            </a:r>
            <a:r>
              <a:rPr lang="zh-CN" altLang="en-US"/>
              <a:t>。公式由</a:t>
            </a:r>
            <a:r>
              <a:rPr lang="en-US" altLang="zh-CN"/>
              <a:t>F01_</a:t>
            </a:r>
            <a:r>
              <a:rPr lang="zh-CN" altLang="en-US"/>
              <a:t>嵌入</a:t>
            </a:r>
            <a:r>
              <a:rPr lang="en-US" altLang="zh-CN"/>
              <a:t>MathType.ps1</a:t>
            </a:r>
            <a:r>
              <a:rPr lang="zh-CN" altLang="en-US"/>
              <a:t>生成</a:t>
            </a:r>
            <a:r>
              <a:rPr lang="en-US" altLang="zh-CN"/>
              <a:t>MathType OLE</a:t>
            </a:r>
            <a:r>
              <a:rPr lang="zh-CN" altLang="en-US"/>
              <a:t>对象。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41" Type="http://schemas.openxmlformats.org/officeDocument/2006/relationships/oleObject" Target="../embeddings/oleObject20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a.heading">
            <a:extLst>
              <a:ext uri="{FF2B5EF4-FFF2-40B4-BE49-F238E27FC236}">
                <a16:creationId xmlns:a16="http://schemas.microsoft.com/office/drawing/2014/main" id="{F7332546-0A04-41FE-9E63-48BF498B6C68}"/>
              </a:ext>
            </a:extLst>
          </p:cNvPr>
          <p:cNvSpPr>
            <a:spLocks noGrp="1"/>
          </p:cNvSpPr>
          <p:nvPr/>
        </p:nvSpPr>
        <p:spPr>
          <a:xfrm>
            <a:off x="381000" y="209550"/>
            <a:ext cx="21526500" cy="4572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离线学习：由模拟样本学习候选偏移的估计表现</a:t>
            </a:r>
          </a:p>
        </p:txBody>
      </p:sp>
      <p:sp>
        <p:nvSpPr>
          <p:cNvPr id="2" name="a.sample.boundary">
            <a:extLst>
              <a:ext uri="{FF2B5EF4-FFF2-40B4-BE49-F238E27FC236}">
                <a16:creationId xmlns:a16="http://schemas.microsoft.com/office/drawing/2014/main" id="{A7D64B30-98A8-45EE-9105-B1F38B6FADC1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4000500" cy="49720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3" name="a.sample.header">
            <a:extLst>
              <a:ext uri="{FF2B5EF4-FFF2-40B4-BE49-F238E27FC236}">
                <a16:creationId xmlns:a16="http://schemas.microsoft.com/office/drawing/2014/main" id="{21720443-1685-4021-89BC-59564FBBE5AB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400050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4" name="a.sample.title">
            <a:extLst>
              <a:ext uri="{FF2B5EF4-FFF2-40B4-BE49-F238E27FC236}">
                <a16:creationId xmlns:a16="http://schemas.microsoft.com/office/drawing/2014/main" id="{45734C85-CD9E-4209-8464-871AD9F2FBFD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3810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生成样本与构造学习输入</a:t>
            </a:r>
          </a:p>
        </p:txBody>
      </p:sp>
      <p:sp>
        <p:nvSpPr>
          <p:cNvPr id="5" name="a.truthlabel">
            <a:extLst>
              <a:ext uri="{FF2B5EF4-FFF2-40B4-BE49-F238E27FC236}">
                <a16:creationId xmlns:a16="http://schemas.microsoft.com/office/drawing/2014/main" id="{E59258A0-524A-47D4-BEC9-DEE5915E537A}"/>
              </a:ext>
            </a:extLst>
          </p:cNvPr>
          <p:cNvSpPr>
            <a:spLocks noGrp="1"/>
          </p:cNvSpPr>
          <p:nvPr/>
        </p:nvSpPr>
        <p:spPr>
          <a:xfrm>
            <a:off x="666750" y="1533525"/>
            <a:ext cx="342900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模拟真参数</a:t>
            </a:r>
          </a:p>
        </p:txBody>
      </p:sp>
      <p:sp>
        <p:nvSpPr>
          <p:cNvPr id="6" name="a.generate">
            <a:extLst>
              <a:ext uri="{FF2B5EF4-FFF2-40B4-BE49-F238E27FC236}">
                <a16:creationId xmlns:a16="http://schemas.microsoft.com/office/drawing/2014/main" id="{D3F638EC-A73D-429B-9193-000403DC1A36}"/>
              </a:ext>
            </a:extLst>
          </p:cNvPr>
          <p:cNvSpPr>
            <a:spLocks noGrp="1"/>
          </p:cNvSpPr>
          <p:nvPr/>
        </p:nvSpPr>
        <p:spPr>
          <a:xfrm>
            <a:off x="2381250" y="2524125"/>
            <a:ext cx="953" cy="314325"/>
          </a:xfrm>
          <a:custGeom>
            <a:avLst/>
            <a:gdLst/>
            <a:ahLst/>
            <a:cxnLst/>
            <a:rect l="0" t="0" r="0" b="0"/>
            <a:pathLst>
              <a:path w="953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7" name="a.generate.head">
            <a:extLst>
              <a:ext uri="{FF2B5EF4-FFF2-40B4-BE49-F238E27FC236}">
                <a16:creationId xmlns:a16="http://schemas.microsoft.com/office/drawing/2014/main" id="{A56916E4-39F8-4C17-94CF-FFB621C12AFB}"/>
              </a:ext>
            </a:extLst>
          </p:cNvPr>
          <p:cNvSpPr>
            <a:spLocks noGrp="1"/>
          </p:cNvSpPr>
          <p:nvPr/>
        </p:nvSpPr>
        <p:spPr>
          <a:xfrm>
            <a:off x="2339820" y="275268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8" name="a.sample.axis">
            <a:extLst>
              <a:ext uri="{FF2B5EF4-FFF2-40B4-BE49-F238E27FC236}">
                <a16:creationId xmlns:a16="http://schemas.microsoft.com/office/drawing/2014/main" id="{60C04073-4BF8-4120-9683-BDD64D2AB30F}"/>
              </a:ext>
            </a:extLst>
          </p:cNvPr>
          <p:cNvSpPr>
            <a:spLocks noGrp="1"/>
          </p:cNvSpPr>
          <p:nvPr/>
        </p:nvSpPr>
        <p:spPr>
          <a:xfrm>
            <a:off x="904875" y="3438525"/>
            <a:ext cx="2952750" cy="953"/>
          </a:xfrm>
          <a:custGeom>
            <a:avLst/>
            <a:gdLst/>
            <a:ahLst/>
            <a:cxnLst/>
            <a:rect l="0" t="0" r="0" b="0"/>
            <a:pathLst>
              <a:path w="2952750" h="953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B5BEC5"/>
            </a:solidFill>
            <a:prstDash val="solid"/>
          </a:ln>
        </p:spPr>
      </p:sp>
      <p:sp>
        <p:nvSpPr>
          <p:cNvPr id="9" name="a.sample.stem0">
            <a:extLst>
              <a:ext uri="{FF2B5EF4-FFF2-40B4-BE49-F238E27FC236}">
                <a16:creationId xmlns:a16="http://schemas.microsoft.com/office/drawing/2014/main" id="{31D9C2AB-4793-4AB2-A9DC-DF5552A8B159}"/>
              </a:ext>
            </a:extLst>
          </p:cNvPr>
          <p:cNvSpPr>
            <a:spLocks noGrp="1"/>
          </p:cNvSpPr>
          <p:nvPr/>
        </p:nvSpPr>
        <p:spPr>
          <a:xfrm>
            <a:off x="1047750" y="322897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0" name="a.sample.dot0">
            <a:extLst>
              <a:ext uri="{FF2B5EF4-FFF2-40B4-BE49-F238E27FC236}">
                <a16:creationId xmlns:a16="http://schemas.microsoft.com/office/drawing/2014/main" id="{9115B653-DC7E-4276-ABF9-9D222B91D597}"/>
              </a:ext>
            </a:extLst>
          </p:cNvPr>
          <p:cNvSpPr>
            <a:spLocks noGrp="1"/>
          </p:cNvSpPr>
          <p:nvPr/>
        </p:nvSpPr>
        <p:spPr>
          <a:xfrm>
            <a:off x="1004888" y="318611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1" name="a.sample.stem1">
            <a:extLst>
              <a:ext uri="{FF2B5EF4-FFF2-40B4-BE49-F238E27FC236}">
                <a16:creationId xmlns:a16="http://schemas.microsoft.com/office/drawing/2014/main" id="{16943243-BE74-4DF9-8113-2ED5A6AA3F95}"/>
              </a:ext>
            </a:extLst>
          </p:cNvPr>
          <p:cNvSpPr>
            <a:spLocks noGrp="1"/>
          </p:cNvSpPr>
          <p:nvPr/>
        </p:nvSpPr>
        <p:spPr>
          <a:xfrm>
            <a:off x="1111958" y="322897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" name="a.sample.dot1">
            <a:extLst>
              <a:ext uri="{FF2B5EF4-FFF2-40B4-BE49-F238E27FC236}">
                <a16:creationId xmlns:a16="http://schemas.microsoft.com/office/drawing/2014/main" id="{7353DE70-55D6-4F89-869F-F6F082D83FD8}"/>
              </a:ext>
            </a:extLst>
          </p:cNvPr>
          <p:cNvSpPr>
            <a:spLocks noGrp="1"/>
          </p:cNvSpPr>
          <p:nvPr/>
        </p:nvSpPr>
        <p:spPr>
          <a:xfrm>
            <a:off x="1069095" y="318611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3" name="a.sample.stem2">
            <a:extLst>
              <a:ext uri="{FF2B5EF4-FFF2-40B4-BE49-F238E27FC236}">
                <a16:creationId xmlns:a16="http://schemas.microsoft.com/office/drawing/2014/main" id="{6A8487F7-14A2-4DEF-B38A-260CCB19FEB5}"/>
              </a:ext>
            </a:extLst>
          </p:cNvPr>
          <p:cNvSpPr>
            <a:spLocks noGrp="1"/>
          </p:cNvSpPr>
          <p:nvPr/>
        </p:nvSpPr>
        <p:spPr>
          <a:xfrm>
            <a:off x="1872914" y="322897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4" name="a.sample.dot2">
            <a:extLst>
              <a:ext uri="{FF2B5EF4-FFF2-40B4-BE49-F238E27FC236}">
                <a16:creationId xmlns:a16="http://schemas.microsoft.com/office/drawing/2014/main" id="{189E0646-A71C-4C04-A4E0-733FA102F84D}"/>
              </a:ext>
            </a:extLst>
          </p:cNvPr>
          <p:cNvSpPr>
            <a:spLocks noGrp="1"/>
          </p:cNvSpPr>
          <p:nvPr/>
        </p:nvSpPr>
        <p:spPr>
          <a:xfrm>
            <a:off x="1830051" y="318611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5" name="a.sample.stem3">
            <a:extLst>
              <a:ext uri="{FF2B5EF4-FFF2-40B4-BE49-F238E27FC236}">
                <a16:creationId xmlns:a16="http://schemas.microsoft.com/office/drawing/2014/main" id="{6BC257A0-DF94-42D7-8A04-4854086CE250}"/>
              </a:ext>
            </a:extLst>
          </p:cNvPr>
          <p:cNvSpPr>
            <a:spLocks noGrp="1"/>
          </p:cNvSpPr>
          <p:nvPr/>
        </p:nvSpPr>
        <p:spPr>
          <a:xfrm>
            <a:off x="2116873" y="322897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6" name="a.sample.dot3">
            <a:extLst>
              <a:ext uri="{FF2B5EF4-FFF2-40B4-BE49-F238E27FC236}">
                <a16:creationId xmlns:a16="http://schemas.microsoft.com/office/drawing/2014/main" id="{590254BA-E50E-4230-A280-071273189603}"/>
              </a:ext>
            </a:extLst>
          </p:cNvPr>
          <p:cNvSpPr>
            <a:spLocks noGrp="1"/>
          </p:cNvSpPr>
          <p:nvPr/>
        </p:nvSpPr>
        <p:spPr>
          <a:xfrm>
            <a:off x="2074010" y="318611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7" name="a.sample.stem4">
            <a:extLst>
              <a:ext uri="{FF2B5EF4-FFF2-40B4-BE49-F238E27FC236}">
                <a16:creationId xmlns:a16="http://schemas.microsoft.com/office/drawing/2014/main" id="{B3219B71-2EF6-40DB-9CF8-57D91F316CD5}"/>
              </a:ext>
            </a:extLst>
          </p:cNvPr>
          <p:cNvSpPr>
            <a:spLocks noGrp="1"/>
          </p:cNvSpPr>
          <p:nvPr/>
        </p:nvSpPr>
        <p:spPr>
          <a:xfrm>
            <a:off x="2219348" y="322897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8" name="a.sample.dot4">
            <a:extLst>
              <a:ext uri="{FF2B5EF4-FFF2-40B4-BE49-F238E27FC236}">
                <a16:creationId xmlns:a16="http://schemas.microsoft.com/office/drawing/2014/main" id="{21D8830B-E7EE-49A5-93EC-0344BCEF8CCA}"/>
              </a:ext>
            </a:extLst>
          </p:cNvPr>
          <p:cNvSpPr>
            <a:spLocks noGrp="1"/>
          </p:cNvSpPr>
          <p:nvPr/>
        </p:nvSpPr>
        <p:spPr>
          <a:xfrm>
            <a:off x="2176485" y="318611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9" name="a.sample.stem5">
            <a:extLst>
              <a:ext uri="{FF2B5EF4-FFF2-40B4-BE49-F238E27FC236}">
                <a16:creationId xmlns:a16="http://schemas.microsoft.com/office/drawing/2014/main" id="{397126D2-BC0A-44BC-9E50-70BAFF482168}"/>
              </a:ext>
            </a:extLst>
          </p:cNvPr>
          <p:cNvSpPr>
            <a:spLocks noGrp="1"/>
          </p:cNvSpPr>
          <p:nvPr/>
        </p:nvSpPr>
        <p:spPr>
          <a:xfrm>
            <a:off x="2739275" y="322897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20" name="a.sample.dot5">
            <a:extLst>
              <a:ext uri="{FF2B5EF4-FFF2-40B4-BE49-F238E27FC236}">
                <a16:creationId xmlns:a16="http://schemas.microsoft.com/office/drawing/2014/main" id="{AE511D32-070E-45F9-8F6E-713E8C19573D}"/>
              </a:ext>
            </a:extLst>
          </p:cNvPr>
          <p:cNvSpPr>
            <a:spLocks noGrp="1"/>
          </p:cNvSpPr>
          <p:nvPr/>
        </p:nvSpPr>
        <p:spPr>
          <a:xfrm>
            <a:off x="2696413" y="318611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21" name="a.sample.stem6">
            <a:extLst>
              <a:ext uri="{FF2B5EF4-FFF2-40B4-BE49-F238E27FC236}">
                <a16:creationId xmlns:a16="http://schemas.microsoft.com/office/drawing/2014/main" id="{2341EFEA-A26D-4E8D-846C-00603D56D09D}"/>
              </a:ext>
            </a:extLst>
          </p:cNvPr>
          <p:cNvSpPr>
            <a:spLocks noGrp="1"/>
          </p:cNvSpPr>
          <p:nvPr/>
        </p:nvSpPr>
        <p:spPr>
          <a:xfrm>
            <a:off x="3714750" y="322897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22" name="a.sample.dot6">
            <a:extLst>
              <a:ext uri="{FF2B5EF4-FFF2-40B4-BE49-F238E27FC236}">
                <a16:creationId xmlns:a16="http://schemas.microsoft.com/office/drawing/2014/main" id="{FE0FA28A-EA3C-41F0-B4B3-13EB9D46D231}"/>
              </a:ext>
            </a:extLst>
          </p:cNvPr>
          <p:cNvSpPr>
            <a:spLocks noGrp="1"/>
          </p:cNvSpPr>
          <p:nvPr/>
        </p:nvSpPr>
        <p:spPr>
          <a:xfrm>
            <a:off x="3671888" y="318611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23" name="a.normal-label">
            <a:extLst>
              <a:ext uri="{FF2B5EF4-FFF2-40B4-BE49-F238E27FC236}">
                <a16:creationId xmlns:a16="http://schemas.microsoft.com/office/drawing/2014/main" id="{2BC589C2-44E2-4C38-9D86-E0ACE31D3F3C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371475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 · 均值归一化 · 标准化</a:t>
            </a:r>
          </a:p>
        </p:txBody>
      </p:sp>
      <p:sp>
        <p:nvSpPr>
          <p:cNvPr id="24" name="a.n">
            <a:extLst>
              <a:ext uri="{FF2B5EF4-FFF2-40B4-BE49-F238E27FC236}">
                <a16:creationId xmlns:a16="http://schemas.microsoft.com/office/drawing/2014/main" id="{19AE8EFE-64D3-4E0E-B7AF-3DC46ED94649}"/>
              </a:ext>
            </a:extLst>
          </p:cNvPr>
          <p:cNvSpPr>
            <a:spLocks noGrp="1"/>
          </p:cNvSpPr>
          <p:nvPr/>
        </p:nvSpPr>
        <p:spPr>
          <a:xfrm>
            <a:off x="619125" y="5486400"/>
            <a:ext cx="3524250" cy="2571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每个样本量分别构造训练集</a:t>
            </a:r>
          </a:p>
        </p:txBody>
      </p:sp>
      <p:sp>
        <p:nvSpPr>
          <p:cNvPr id="25" name="a.candidates.boundary">
            <a:extLst>
              <a:ext uri="{FF2B5EF4-FFF2-40B4-BE49-F238E27FC236}">
                <a16:creationId xmlns:a16="http://schemas.microsoft.com/office/drawing/2014/main" id="{B843B700-15A1-478C-ACE3-52EBE65D800B}"/>
              </a:ext>
            </a:extLst>
          </p:cNvPr>
          <p:cNvSpPr>
            <a:spLocks noGrp="1"/>
          </p:cNvSpPr>
          <p:nvPr/>
        </p:nvSpPr>
        <p:spPr>
          <a:xfrm>
            <a:off x="5143500" y="933450"/>
            <a:ext cx="4476750" cy="3286125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26" name="a.candidates.header">
            <a:extLst>
              <a:ext uri="{FF2B5EF4-FFF2-40B4-BE49-F238E27FC236}">
                <a16:creationId xmlns:a16="http://schemas.microsoft.com/office/drawing/2014/main" id="{C4C7AD0A-8B96-495D-9B45-81F2DBFFE03A}"/>
              </a:ext>
            </a:extLst>
          </p:cNvPr>
          <p:cNvSpPr>
            <a:spLocks noGrp="1"/>
          </p:cNvSpPr>
          <p:nvPr/>
        </p:nvSpPr>
        <p:spPr>
          <a:xfrm>
            <a:off x="5143500" y="933450"/>
            <a:ext cx="447675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27" name="a.candidates.title">
            <a:extLst>
              <a:ext uri="{FF2B5EF4-FFF2-40B4-BE49-F238E27FC236}">
                <a16:creationId xmlns:a16="http://schemas.microsoft.com/office/drawing/2014/main" id="{71678794-E5E3-423E-8E1F-15BBA94A65F8}"/>
              </a:ext>
            </a:extLst>
          </p:cNvPr>
          <p:cNvSpPr>
            <a:spLocks noGrp="1"/>
          </p:cNvSpPr>
          <p:nvPr/>
        </p:nvSpPr>
        <p:spPr>
          <a:xfrm>
            <a:off x="5238750" y="952500"/>
            <a:ext cx="4286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各候选偏移下的 MDM 估计</a:t>
            </a:r>
          </a:p>
        </p:txBody>
      </p:sp>
      <p:sp>
        <p:nvSpPr>
          <p:cNvPr id="28" name="a.candidate-row0">
            <a:extLst>
              <a:ext uri="{FF2B5EF4-FFF2-40B4-BE49-F238E27FC236}">
                <a16:creationId xmlns:a16="http://schemas.microsoft.com/office/drawing/2014/main" id="{C0608AFE-5F9A-4280-8363-E4DDA2839D81}"/>
              </a:ext>
            </a:extLst>
          </p:cNvPr>
          <p:cNvSpPr>
            <a:spLocks noGrp="1"/>
          </p:cNvSpPr>
          <p:nvPr/>
        </p:nvSpPr>
        <p:spPr>
          <a:xfrm>
            <a:off x="5381625" y="2276475"/>
            <a:ext cx="4000500" cy="409575"/>
          </a:xfrm>
          <a:prstGeom prst="rect">
            <a:avLst/>
          </a:prstGeom>
          <a:solidFill>
            <a:srgbClr val="F5F8F0"/>
          </a:solidFill>
          <a:ln w="12383">
            <a:noFill/>
            <a:prstDash val="solid"/>
          </a:ln>
        </p:spPr>
      </p:sp>
      <p:sp>
        <p:nvSpPr>
          <p:cNvPr id="29" name="a.candidate-row1">
            <a:extLst>
              <a:ext uri="{FF2B5EF4-FFF2-40B4-BE49-F238E27FC236}">
                <a16:creationId xmlns:a16="http://schemas.microsoft.com/office/drawing/2014/main" id="{6806E8DD-7CF0-482B-AC10-98665AC2DD9A}"/>
              </a:ext>
            </a:extLst>
          </p:cNvPr>
          <p:cNvSpPr>
            <a:spLocks noGrp="1"/>
          </p:cNvSpPr>
          <p:nvPr/>
        </p:nvSpPr>
        <p:spPr>
          <a:xfrm>
            <a:off x="5381625" y="2800350"/>
            <a:ext cx="4000500" cy="409575"/>
          </a:xfrm>
          <a:prstGeom prst="rect">
            <a:avLst/>
          </a:prstGeom>
          <a:solidFill>
            <a:srgbClr val="F3F6F7"/>
          </a:solidFill>
          <a:ln w="12383">
            <a:noFill/>
            <a:prstDash val="solid"/>
          </a:ln>
        </p:spPr>
      </p:sp>
      <p:sp>
        <p:nvSpPr>
          <p:cNvPr id="30" name="a.candidate-row2">
            <a:extLst>
              <a:ext uri="{FF2B5EF4-FFF2-40B4-BE49-F238E27FC236}">
                <a16:creationId xmlns:a16="http://schemas.microsoft.com/office/drawing/2014/main" id="{EAFBC010-B372-4694-94AA-ED039B9F4BE3}"/>
              </a:ext>
            </a:extLst>
          </p:cNvPr>
          <p:cNvSpPr>
            <a:spLocks noGrp="1"/>
          </p:cNvSpPr>
          <p:nvPr/>
        </p:nvSpPr>
        <p:spPr>
          <a:xfrm>
            <a:off x="5381625" y="3324225"/>
            <a:ext cx="4000500" cy="409575"/>
          </a:xfrm>
          <a:prstGeom prst="rect">
            <a:avLst/>
          </a:prstGeom>
          <a:solidFill>
            <a:srgbClr val="F5F8F0"/>
          </a:solidFill>
          <a:ln w="12383">
            <a:noFill/>
            <a:prstDash val="solid"/>
          </a:ln>
        </p:spPr>
      </p:sp>
      <p:sp>
        <p:nvSpPr>
          <p:cNvPr id="31" name="a.sample-to-candidates">
            <a:extLst>
              <a:ext uri="{FF2B5EF4-FFF2-40B4-BE49-F238E27FC236}">
                <a16:creationId xmlns:a16="http://schemas.microsoft.com/office/drawing/2014/main" id="{F057ECBA-9FCF-47D2-A89A-26A0BF1B4F6B}"/>
              </a:ext>
            </a:extLst>
          </p:cNvPr>
          <p:cNvSpPr>
            <a:spLocks noGrp="1"/>
          </p:cNvSpPr>
          <p:nvPr/>
        </p:nvSpPr>
        <p:spPr>
          <a:xfrm>
            <a:off x="4552950" y="2962275"/>
            <a:ext cx="4191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2" name="a.targets.boundary">
            <a:extLst>
              <a:ext uri="{FF2B5EF4-FFF2-40B4-BE49-F238E27FC236}">
                <a16:creationId xmlns:a16="http://schemas.microsoft.com/office/drawing/2014/main" id="{0EE113BA-AF7C-4DCC-914B-05B27D791DA1}"/>
              </a:ext>
            </a:extLst>
          </p:cNvPr>
          <p:cNvSpPr>
            <a:spLocks noGrp="1"/>
          </p:cNvSpPr>
          <p:nvPr/>
        </p:nvSpPr>
        <p:spPr>
          <a:xfrm>
            <a:off x="10382250" y="933450"/>
            <a:ext cx="5334000" cy="3286125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33" name="a.targets.header">
            <a:extLst>
              <a:ext uri="{FF2B5EF4-FFF2-40B4-BE49-F238E27FC236}">
                <a16:creationId xmlns:a16="http://schemas.microsoft.com/office/drawing/2014/main" id="{A6ECB23D-DD01-4EF2-B038-4F7BB53E75D0}"/>
              </a:ext>
            </a:extLst>
          </p:cNvPr>
          <p:cNvSpPr>
            <a:spLocks noGrp="1"/>
          </p:cNvSpPr>
          <p:nvPr/>
        </p:nvSpPr>
        <p:spPr>
          <a:xfrm>
            <a:off x="10382250" y="933450"/>
            <a:ext cx="5334000" cy="4000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34" name="a.targets.title">
            <a:extLst>
              <a:ext uri="{FF2B5EF4-FFF2-40B4-BE49-F238E27FC236}">
                <a16:creationId xmlns:a16="http://schemas.microsoft.com/office/drawing/2014/main" id="{9BB386CF-4094-4200-AE29-36B4DC109CA1}"/>
              </a:ext>
            </a:extLst>
          </p:cNvPr>
          <p:cNvSpPr>
            <a:spLocks noGrp="1"/>
          </p:cNvSpPr>
          <p:nvPr/>
        </p:nvSpPr>
        <p:spPr>
          <a:xfrm>
            <a:off x="10477500" y="952500"/>
            <a:ext cx="51435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真参数构造联合损失</a:t>
            </a:r>
          </a:p>
        </p:txBody>
      </p:sp>
      <p:sp>
        <p:nvSpPr>
          <p:cNvPr id="35" name="a.target-scale">
            <a:extLst>
              <a:ext uri="{FF2B5EF4-FFF2-40B4-BE49-F238E27FC236}">
                <a16:creationId xmlns:a16="http://schemas.microsoft.com/office/drawing/2014/main" id="{EFE62573-280F-4E48-957C-E35CB270127C}"/>
              </a:ext>
            </a:extLst>
          </p:cNvPr>
          <p:cNvSpPr>
            <a:spLocks noGrp="1"/>
          </p:cNvSpPr>
          <p:nvPr/>
        </p:nvSpPr>
        <p:spPr>
          <a:xfrm>
            <a:off x="10668000" y="3876675"/>
            <a:ext cx="4762500" cy="2571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目标按候选分量标准化</a:t>
            </a:r>
          </a:p>
        </p:txBody>
      </p:sp>
      <p:sp>
        <p:nvSpPr>
          <p:cNvPr id="36" name="a.candidates-to-loss">
            <a:extLst>
              <a:ext uri="{FF2B5EF4-FFF2-40B4-BE49-F238E27FC236}">
                <a16:creationId xmlns:a16="http://schemas.microsoft.com/office/drawing/2014/main" id="{470F81DF-E7CB-43C8-BFE2-8D737181C230}"/>
              </a:ext>
            </a:extLst>
          </p:cNvPr>
          <p:cNvSpPr>
            <a:spLocks noGrp="1"/>
          </p:cNvSpPr>
          <p:nvPr/>
        </p:nvSpPr>
        <p:spPr>
          <a:xfrm>
            <a:off x="9772650" y="2762250"/>
            <a:ext cx="4381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7" name="a.truth-to-loss">
            <a:extLst>
              <a:ext uri="{FF2B5EF4-FFF2-40B4-BE49-F238E27FC236}">
                <a16:creationId xmlns:a16="http://schemas.microsoft.com/office/drawing/2014/main" id="{FB09AF55-B7F7-49EE-95D9-3E681CF6EE48}"/>
              </a:ext>
            </a:extLst>
          </p:cNvPr>
          <p:cNvSpPr>
            <a:spLocks noGrp="1"/>
          </p:cNvSpPr>
          <p:nvPr/>
        </p:nvSpPr>
        <p:spPr>
          <a:xfrm>
            <a:off x="3619500" y="762000"/>
            <a:ext cx="9410700" cy="1181100"/>
          </a:xfrm>
          <a:custGeom>
            <a:avLst/>
            <a:gdLst/>
            <a:ahLst/>
            <a:cxnLst/>
            <a:rect l="0" t="0" r="0" b="0"/>
            <a:pathLst>
              <a:path w="9410700" h="1181100">
                <a:moveTo>
                  <a:pt x="0" y="1181100"/>
                </a:moveTo>
                <a:lnTo>
                  <a:pt x="1047750" y="1181100"/>
                </a:lnTo>
                <a:lnTo>
                  <a:pt x="1047750" y="0"/>
                </a:lnTo>
                <a:lnTo>
                  <a:pt x="9410700" y="0"/>
                </a:lnTo>
                <a:lnTo>
                  <a:pt x="9410700" y="1619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8" name="a.truth-to-loss.head">
            <a:extLst>
              <a:ext uri="{FF2B5EF4-FFF2-40B4-BE49-F238E27FC236}">
                <a16:creationId xmlns:a16="http://schemas.microsoft.com/office/drawing/2014/main" id="{BF723773-2454-4259-AD9D-6049CC461A3A}"/>
              </a:ext>
            </a:extLst>
          </p:cNvPr>
          <p:cNvSpPr>
            <a:spLocks noGrp="1"/>
          </p:cNvSpPr>
          <p:nvPr/>
        </p:nvSpPr>
        <p:spPr>
          <a:xfrm>
            <a:off x="12988770" y="83815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9" name="a.truth-port">
            <a:extLst>
              <a:ext uri="{FF2B5EF4-FFF2-40B4-BE49-F238E27FC236}">
                <a16:creationId xmlns:a16="http://schemas.microsoft.com/office/drawing/2014/main" id="{09659601-B537-4B71-8E20-9596254568CB}"/>
              </a:ext>
            </a:extLst>
          </p:cNvPr>
          <p:cNvSpPr>
            <a:spLocks noGrp="1"/>
          </p:cNvSpPr>
          <p:nvPr/>
        </p:nvSpPr>
        <p:spPr>
          <a:xfrm>
            <a:off x="8572500" y="466725"/>
            <a:ext cx="1428750" cy="2667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真参数</a:t>
            </a:r>
          </a:p>
        </p:txBody>
      </p:sp>
      <p:sp>
        <p:nvSpPr>
          <p:cNvPr id="40" name="a.fit.boundary">
            <a:extLst>
              <a:ext uri="{FF2B5EF4-FFF2-40B4-BE49-F238E27FC236}">
                <a16:creationId xmlns:a16="http://schemas.microsoft.com/office/drawing/2014/main" id="{B8F696CF-BA98-45CE-A1AD-4BCEA2D90845}"/>
              </a:ext>
            </a:extLst>
          </p:cNvPr>
          <p:cNvSpPr>
            <a:spLocks noGrp="1"/>
          </p:cNvSpPr>
          <p:nvPr/>
        </p:nvSpPr>
        <p:spPr>
          <a:xfrm>
            <a:off x="16478250" y="933450"/>
            <a:ext cx="5429250" cy="49720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41" name="a.fit.header">
            <a:extLst>
              <a:ext uri="{FF2B5EF4-FFF2-40B4-BE49-F238E27FC236}">
                <a16:creationId xmlns:a16="http://schemas.microsoft.com/office/drawing/2014/main" id="{27F5CCE9-4FFE-42D0-82E3-977CF6A43910}"/>
              </a:ext>
            </a:extLst>
          </p:cNvPr>
          <p:cNvSpPr>
            <a:spLocks noGrp="1"/>
          </p:cNvSpPr>
          <p:nvPr/>
        </p:nvSpPr>
        <p:spPr>
          <a:xfrm>
            <a:off x="16478250" y="933450"/>
            <a:ext cx="54292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42" name="a.fit.title">
            <a:extLst>
              <a:ext uri="{FF2B5EF4-FFF2-40B4-BE49-F238E27FC236}">
                <a16:creationId xmlns:a16="http://schemas.microsoft.com/office/drawing/2014/main" id="{4BBCC65E-238D-4416-B29C-114AA1C07E6E}"/>
              </a:ext>
            </a:extLst>
          </p:cNvPr>
          <p:cNvSpPr>
            <a:spLocks noGrp="1"/>
          </p:cNvSpPr>
          <p:nvPr/>
        </p:nvSpPr>
        <p:spPr>
          <a:xfrm>
            <a:off x="16573500" y="952500"/>
            <a:ext cx="5238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→ 候选损失的多输出回归</a:t>
            </a:r>
          </a:p>
        </p:txBody>
      </p:sp>
      <p:sp>
        <p:nvSpPr>
          <p:cNvPr id="43" name="a.mlp.weight0-0-0">
            <a:extLst>
              <a:ext uri="{FF2B5EF4-FFF2-40B4-BE49-F238E27FC236}">
                <a16:creationId xmlns:a16="http://schemas.microsoft.com/office/drawing/2014/main" id="{D40BA766-FE8B-4B50-A2F4-423A63FEED32}"/>
              </a:ext>
            </a:extLst>
          </p:cNvPr>
          <p:cNvSpPr>
            <a:spLocks noGrp="1"/>
          </p:cNvSpPr>
          <p:nvPr/>
        </p:nvSpPr>
        <p:spPr>
          <a:xfrm>
            <a:off x="17145000" y="1939528"/>
            <a:ext cx="1333500" cy="65484"/>
          </a:xfrm>
          <a:custGeom>
            <a:avLst/>
            <a:gdLst/>
            <a:ahLst/>
            <a:cxnLst/>
            <a:rect l="0" t="0" r="0" b="0"/>
            <a:pathLst>
              <a:path w="1333500" h="65484">
                <a:moveTo>
                  <a:pt x="0" y="65484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4" name="a.mlp.weight0-0-1">
            <a:extLst>
              <a:ext uri="{FF2B5EF4-FFF2-40B4-BE49-F238E27FC236}">
                <a16:creationId xmlns:a16="http://schemas.microsoft.com/office/drawing/2014/main" id="{E2B2B97E-09CC-482D-98E2-79ED1DD34535}"/>
              </a:ext>
            </a:extLst>
          </p:cNvPr>
          <p:cNvSpPr>
            <a:spLocks noGrp="1"/>
          </p:cNvSpPr>
          <p:nvPr/>
        </p:nvSpPr>
        <p:spPr>
          <a:xfrm>
            <a:off x="17145000" y="2005013"/>
            <a:ext cx="1333500" cy="327422"/>
          </a:xfrm>
          <a:custGeom>
            <a:avLst/>
            <a:gdLst/>
            <a:ahLst/>
            <a:cxnLst/>
            <a:rect l="0" t="0" r="0" b="0"/>
            <a:pathLst>
              <a:path w="1333500" h="327422">
                <a:moveTo>
                  <a:pt x="0" y="0"/>
                </a:moveTo>
                <a:lnTo>
                  <a:pt x="1333500" y="327422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5" name="a.mlp.weight0-0-2">
            <a:extLst>
              <a:ext uri="{FF2B5EF4-FFF2-40B4-BE49-F238E27FC236}">
                <a16:creationId xmlns:a16="http://schemas.microsoft.com/office/drawing/2014/main" id="{80641DF1-D1A1-4144-BE5E-5947D8347F4E}"/>
              </a:ext>
            </a:extLst>
          </p:cNvPr>
          <p:cNvSpPr>
            <a:spLocks noGrp="1"/>
          </p:cNvSpPr>
          <p:nvPr/>
        </p:nvSpPr>
        <p:spPr>
          <a:xfrm>
            <a:off x="17145000" y="2005013"/>
            <a:ext cx="1333500" cy="720328"/>
          </a:xfrm>
          <a:custGeom>
            <a:avLst/>
            <a:gdLst/>
            <a:ahLst/>
            <a:cxnLst/>
            <a:rect l="0" t="0" r="0" b="0"/>
            <a:pathLst>
              <a:path w="1333500" h="720328">
                <a:moveTo>
                  <a:pt x="0" y="0"/>
                </a:moveTo>
                <a:lnTo>
                  <a:pt x="1333500" y="72032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6" name="a.mlp.weight0-0-3">
            <a:extLst>
              <a:ext uri="{FF2B5EF4-FFF2-40B4-BE49-F238E27FC236}">
                <a16:creationId xmlns:a16="http://schemas.microsoft.com/office/drawing/2014/main" id="{EC96A223-D94B-404C-ABC8-862ED752FDE2}"/>
              </a:ext>
            </a:extLst>
          </p:cNvPr>
          <p:cNvSpPr>
            <a:spLocks noGrp="1"/>
          </p:cNvSpPr>
          <p:nvPr/>
        </p:nvSpPr>
        <p:spPr>
          <a:xfrm>
            <a:off x="17145000" y="2005013"/>
            <a:ext cx="1333500" cy="1113234"/>
          </a:xfrm>
          <a:custGeom>
            <a:avLst/>
            <a:gdLst/>
            <a:ahLst/>
            <a:cxnLst/>
            <a:rect l="0" t="0" r="0" b="0"/>
            <a:pathLst>
              <a:path w="1333500" h="1113234">
                <a:moveTo>
                  <a:pt x="0" y="0"/>
                </a:moveTo>
                <a:lnTo>
                  <a:pt x="1333500" y="11132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7" name="a.mlp.weight0-1-0">
            <a:extLst>
              <a:ext uri="{FF2B5EF4-FFF2-40B4-BE49-F238E27FC236}">
                <a16:creationId xmlns:a16="http://schemas.microsoft.com/office/drawing/2014/main" id="{C2E93997-1B2B-4846-B818-C396B8A48969}"/>
              </a:ext>
            </a:extLst>
          </p:cNvPr>
          <p:cNvSpPr>
            <a:spLocks noGrp="1"/>
          </p:cNvSpPr>
          <p:nvPr/>
        </p:nvSpPr>
        <p:spPr>
          <a:xfrm>
            <a:off x="17145000" y="1939528"/>
            <a:ext cx="1333500" cy="589359"/>
          </a:xfrm>
          <a:custGeom>
            <a:avLst/>
            <a:gdLst/>
            <a:ahLst/>
            <a:cxnLst/>
            <a:rect l="0" t="0" r="0" b="0"/>
            <a:pathLst>
              <a:path w="1333500" h="589359">
                <a:moveTo>
                  <a:pt x="0" y="589359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8" name="a.mlp.weight0-1-1">
            <a:extLst>
              <a:ext uri="{FF2B5EF4-FFF2-40B4-BE49-F238E27FC236}">
                <a16:creationId xmlns:a16="http://schemas.microsoft.com/office/drawing/2014/main" id="{C84AD5DA-F669-455E-9C0F-ACC5D150D81C}"/>
              </a:ext>
            </a:extLst>
          </p:cNvPr>
          <p:cNvSpPr>
            <a:spLocks noGrp="1"/>
          </p:cNvSpPr>
          <p:nvPr/>
        </p:nvSpPr>
        <p:spPr>
          <a:xfrm>
            <a:off x="17145000" y="2332434"/>
            <a:ext cx="1333500" cy="196453"/>
          </a:xfrm>
          <a:custGeom>
            <a:avLst/>
            <a:gdLst/>
            <a:ahLst/>
            <a:cxnLst/>
            <a:rect l="0" t="0" r="0" b="0"/>
            <a:pathLst>
              <a:path w="1333500" h="196453">
                <a:moveTo>
                  <a:pt x="0" y="196453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9" name="a.mlp.weight0-1-2">
            <a:extLst>
              <a:ext uri="{FF2B5EF4-FFF2-40B4-BE49-F238E27FC236}">
                <a16:creationId xmlns:a16="http://schemas.microsoft.com/office/drawing/2014/main" id="{22DA8429-616C-42C3-AC98-3CBF02979348}"/>
              </a:ext>
            </a:extLst>
          </p:cNvPr>
          <p:cNvSpPr>
            <a:spLocks noGrp="1"/>
          </p:cNvSpPr>
          <p:nvPr/>
        </p:nvSpPr>
        <p:spPr>
          <a:xfrm>
            <a:off x="17145000" y="2528888"/>
            <a:ext cx="1333500" cy="196453"/>
          </a:xfrm>
          <a:custGeom>
            <a:avLst/>
            <a:gdLst/>
            <a:ahLst/>
            <a:cxnLst/>
            <a:rect l="0" t="0" r="0" b="0"/>
            <a:pathLst>
              <a:path w="1333500" h="196453">
                <a:moveTo>
                  <a:pt x="0" y="0"/>
                </a:moveTo>
                <a:lnTo>
                  <a:pt x="1333500" y="19645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0" name="a.mlp.weight0-1-3">
            <a:extLst>
              <a:ext uri="{FF2B5EF4-FFF2-40B4-BE49-F238E27FC236}">
                <a16:creationId xmlns:a16="http://schemas.microsoft.com/office/drawing/2014/main" id="{85B5727A-6DFD-45F8-B95E-43B2E4A6446C}"/>
              </a:ext>
            </a:extLst>
          </p:cNvPr>
          <p:cNvSpPr>
            <a:spLocks noGrp="1"/>
          </p:cNvSpPr>
          <p:nvPr/>
        </p:nvSpPr>
        <p:spPr>
          <a:xfrm>
            <a:off x="17145000" y="2528888"/>
            <a:ext cx="1333500" cy="589359"/>
          </a:xfrm>
          <a:custGeom>
            <a:avLst/>
            <a:gdLst/>
            <a:ahLst/>
            <a:cxnLst/>
            <a:rect l="0" t="0" r="0" b="0"/>
            <a:pathLst>
              <a:path w="1333500" h="589359">
                <a:moveTo>
                  <a:pt x="0" y="0"/>
                </a:moveTo>
                <a:lnTo>
                  <a:pt x="1333500" y="58935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1" name="a.mlp.weight0-2-0">
            <a:extLst>
              <a:ext uri="{FF2B5EF4-FFF2-40B4-BE49-F238E27FC236}">
                <a16:creationId xmlns:a16="http://schemas.microsoft.com/office/drawing/2014/main" id="{96BDDB45-7AD6-4E6D-ACD1-38EA84D1ABDB}"/>
              </a:ext>
            </a:extLst>
          </p:cNvPr>
          <p:cNvSpPr>
            <a:spLocks noGrp="1"/>
          </p:cNvSpPr>
          <p:nvPr/>
        </p:nvSpPr>
        <p:spPr>
          <a:xfrm>
            <a:off x="17145000" y="1939528"/>
            <a:ext cx="1333500" cy="1113234"/>
          </a:xfrm>
          <a:custGeom>
            <a:avLst/>
            <a:gdLst/>
            <a:ahLst/>
            <a:cxnLst/>
            <a:rect l="0" t="0" r="0" b="0"/>
            <a:pathLst>
              <a:path w="1333500" h="1113234">
                <a:moveTo>
                  <a:pt x="0" y="1113234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2" name="a.mlp.weight0-2-1">
            <a:extLst>
              <a:ext uri="{FF2B5EF4-FFF2-40B4-BE49-F238E27FC236}">
                <a16:creationId xmlns:a16="http://schemas.microsoft.com/office/drawing/2014/main" id="{36190389-15E1-4073-AACB-A6089F9239A1}"/>
              </a:ext>
            </a:extLst>
          </p:cNvPr>
          <p:cNvSpPr>
            <a:spLocks noGrp="1"/>
          </p:cNvSpPr>
          <p:nvPr/>
        </p:nvSpPr>
        <p:spPr>
          <a:xfrm>
            <a:off x="17145000" y="2332434"/>
            <a:ext cx="1333500" cy="720328"/>
          </a:xfrm>
          <a:custGeom>
            <a:avLst/>
            <a:gdLst/>
            <a:ahLst/>
            <a:cxnLst/>
            <a:rect l="0" t="0" r="0" b="0"/>
            <a:pathLst>
              <a:path w="1333500" h="720328">
                <a:moveTo>
                  <a:pt x="0" y="720328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3" name="a.mlp.weight0-2-2">
            <a:extLst>
              <a:ext uri="{FF2B5EF4-FFF2-40B4-BE49-F238E27FC236}">
                <a16:creationId xmlns:a16="http://schemas.microsoft.com/office/drawing/2014/main" id="{6FCD4CE6-E706-45B6-BF1D-41B55BD5FC4D}"/>
              </a:ext>
            </a:extLst>
          </p:cNvPr>
          <p:cNvSpPr>
            <a:spLocks noGrp="1"/>
          </p:cNvSpPr>
          <p:nvPr/>
        </p:nvSpPr>
        <p:spPr>
          <a:xfrm>
            <a:off x="17145000" y="2725341"/>
            <a:ext cx="1333500" cy="327422"/>
          </a:xfrm>
          <a:custGeom>
            <a:avLst/>
            <a:gdLst/>
            <a:ahLst/>
            <a:cxnLst/>
            <a:rect l="0" t="0" r="0" b="0"/>
            <a:pathLst>
              <a:path w="1333500" h="327422">
                <a:moveTo>
                  <a:pt x="0" y="327422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4" name="a.mlp.weight0-2-3">
            <a:extLst>
              <a:ext uri="{FF2B5EF4-FFF2-40B4-BE49-F238E27FC236}">
                <a16:creationId xmlns:a16="http://schemas.microsoft.com/office/drawing/2014/main" id="{366987AE-B1EF-45DC-9F09-C937D9DA5FF5}"/>
              </a:ext>
            </a:extLst>
          </p:cNvPr>
          <p:cNvSpPr>
            <a:spLocks noGrp="1"/>
          </p:cNvSpPr>
          <p:nvPr/>
        </p:nvSpPr>
        <p:spPr>
          <a:xfrm>
            <a:off x="17145000" y="3052763"/>
            <a:ext cx="1333500" cy="65484"/>
          </a:xfrm>
          <a:custGeom>
            <a:avLst/>
            <a:gdLst/>
            <a:ahLst/>
            <a:cxnLst/>
            <a:rect l="0" t="0" r="0" b="0"/>
            <a:pathLst>
              <a:path w="1333500" h="65484">
                <a:moveTo>
                  <a:pt x="0" y="0"/>
                </a:moveTo>
                <a:lnTo>
                  <a:pt x="1333500" y="6548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5" name="a.mlp.weight1-0-0">
            <a:extLst>
              <a:ext uri="{FF2B5EF4-FFF2-40B4-BE49-F238E27FC236}">
                <a16:creationId xmlns:a16="http://schemas.microsoft.com/office/drawing/2014/main" id="{EB76BF4A-1337-47AD-933E-5D211FBE7B79}"/>
              </a:ext>
            </a:extLst>
          </p:cNvPr>
          <p:cNvSpPr>
            <a:spLocks noGrp="1"/>
          </p:cNvSpPr>
          <p:nvPr/>
        </p:nvSpPr>
        <p:spPr>
          <a:xfrm>
            <a:off x="18478500" y="1939528"/>
            <a:ext cx="1333500" cy="953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6" name="a.mlp.weight1-0-1">
            <a:extLst>
              <a:ext uri="{FF2B5EF4-FFF2-40B4-BE49-F238E27FC236}">
                <a16:creationId xmlns:a16="http://schemas.microsoft.com/office/drawing/2014/main" id="{01C2FF06-B11F-445C-AE18-E0E261C992DB}"/>
              </a:ext>
            </a:extLst>
          </p:cNvPr>
          <p:cNvSpPr>
            <a:spLocks noGrp="1"/>
          </p:cNvSpPr>
          <p:nvPr/>
        </p:nvSpPr>
        <p:spPr>
          <a:xfrm>
            <a:off x="18478500" y="1939528"/>
            <a:ext cx="1333500" cy="392906"/>
          </a:xfrm>
          <a:custGeom>
            <a:avLst/>
            <a:gdLst/>
            <a:ahLst/>
            <a:cxnLst/>
            <a:rect l="0" t="0" r="0" b="0"/>
            <a:pathLst>
              <a:path w="1333500" h="392906">
                <a:moveTo>
                  <a:pt x="0" y="0"/>
                </a:moveTo>
                <a:lnTo>
                  <a:pt x="1333500" y="39290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7" name="a.mlp.weight1-0-2">
            <a:extLst>
              <a:ext uri="{FF2B5EF4-FFF2-40B4-BE49-F238E27FC236}">
                <a16:creationId xmlns:a16="http://schemas.microsoft.com/office/drawing/2014/main" id="{61BF7CED-10BD-4198-AAB4-4E21F3256541}"/>
              </a:ext>
            </a:extLst>
          </p:cNvPr>
          <p:cNvSpPr>
            <a:spLocks noGrp="1"/>
          </p:cNvSpPr>
          <p:nvPr/>
        </p:nvSpPr>
        <p:spPr>
          <a:xfrm>
            <a:off x="18478500" y="1939528"/>
            <a:ext cx="1333500" cy="785813"/>
          </a:xfrm>
          <a:custGeom>
            <a:avLst/>
            <a:gdLst/>
            <a:ahLst/>
            <a:cxnLst/>
            <a:rect l="0" t="0" r="0" b="0"/>
            <a:pathLst>
              <a:path w="1333500" h="785813">
                <a:moveTo>
                  <a:pt x="0" y="0"/>
                </a:moveTo>
                <a:lnTo>
                  <a:pt x="1333500" y="78581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8" name="a.mlp.weight1-0-3">
            <a:extLst>
              <a:ext uri="{FF2B5EF4-FFF2-40B4-BE49-F238E27FC236}">
                <a16:creationId xmlns:a16="http://schemas.microsoft.com/office/drawing/2014/main" id="{92666114-55E4-401C-BFB9-8946F0A043B3}"/>
              </a:ext>
            </a:extLst>
          </p:cNvPr>
          <p:cNvSpPr>
            <a:spLocks noGrp="1"/>
          </p:cNvSpPr>
          <p:nvPr/>
        </p:nvSpPr>
        <p:spPr>
          <a:xfrm>
            <a:off x="18478500" y="1939528"/>
            <a:ext cx="1333500" cy="1178719"/>
          </a:xfrm>
          <a:custGeom>
            <a:avLst/>
            <a:gdLst/>
            <a:ahLst/>
            <a:cxnLst/>
            <a:rect l="0" t="0" r="0" b="0"/>
            <a:pathLst>
              <a:path w="1333500" h="1178719">
                <a:moveTo>
                  <a:pt x="0" y="0"/>
                </a:moveTo>
                <a:lnTo>
                  <a:pt x="1333500" y="117871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9" name="a.mlp.weight1-1-0">
            <a:extLst>
              <a:ext uri="{FF2B5EF4-FFF2-40B4-BE49-F238E27FC236}">
                <a16:creationId xmlns:a16="http://schemas.microsoft.com/office/drawing/2014/main" id="{CC77257E-6468-4EAD-9AAC-17DC042192B8}"/>
              </a:ext>
            </a:extLst>
          </p:cNvPr>
          <p:cNvSpPr>
            <a:spLocks noGrp="1"/>
          </p:cNvSpPr>
          <p:nvPr/>
        </p:nvSpPr>
        <p:spPr>
          <a:xfrm>
            <a:off x="18478500" y="1939528"/>
            <a:ext cx="1333500" cy="392906"/>
          </a:xfrm>
          <a:custGeom>
            <a:avLst/>
            <a:gdLst/>
            <a:ahLst/>
            <a:cxnLst/>
            <a:rect l="0" t="0" r="0" b="0"/>
            <a:pathLst>
              <a:path w="1333500" h="392906">
                <a:moveTo>
                  <a:pt x="0" y="392906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0" name="a.mlp.weight1-1-1">
            <a:extLst>
              <a:ext uri="{FF2B5EF4-FFF2-40B4-BE49-F238E27FC236}">
                <a16:creationId xmlns:a16="http://schemas.microsoft.com/office/drawing/2014/main" id="{B749CE35-9C3B-4BC1-AC0A-19E2685F0BC8}"/>
              </a:ext>
            </a:extLst>
          </p:cNvPr>
          <p:cNvSpPr>
            <a:spLocks noGrp="1"/>
          </p:cNvSpPr>
          <p:nvPr/>
        </p:nvSpPr>
        <p:spPr>
          <a:xfrm>
            <a:off x="18478500" y="2332434"/>
            <a:ext cx="1333500" cy="953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1" name="a.mlp.weight1-1-2">
            <a:extLst>
              <a:ext uri="{FF2B5EF4-FFF2-40B4-BE49-F238E27FC236}">
                <a16:creationId xmlns:a16="http://schemas.microsoft.com/office/drawing/2014/main" id="{0D894977-C88E-4C08-AFD9-F86E8B2B389B}"/>
              </a:ext>
            </a:extLst>
          </p:cNvPr>
          <p:cNvSpPr>
            <a:spLocks noGrp="1"/>
          </p:cNvSpPr>
          <p:nvPr/>
        </p:nvSpPr>
        <p:spPr>
          <a:xfrm>
            <a:off x="18478500" y="2332434"/>
            <a:ext cx="1333500" cy="392906"/>
          </a:xfrm>
          <a:custGeom>
            <a:avLst/>
            <a:gdLst/>
            <a:ahLst/>
            <a:cxnLst/>
            <a:rect l="0" t="0" r="0" b="0"/>
            <a:pathLst>
              <a:path w="1333500" h="392906">
                <a:moveTo>
                  <a:pt x="0" y="0"/>
                </a:moveTo>
                <a:lnTo>
                  <a:pt x="1333500" y="39290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2" name="a.mlp.weight1-1-3">
            <a:extLst>
              <a:ext uri="{FF2B5EF4-FFF2-40B4-BE49-F238E27FC236}">
                <a16:creationId xmlns:a16="http://schemas.microsoft.com/office/drawing/2014/main" id="{58A91F65-F4D9-460B-8C79-A914DFFC2CDB}"/>
              </a:ext>
            </a:extLst>
          </p:cNvPr>
          <p:cNvSpPr>
            <a:spLocks noGrp="1"/>
          </p:cNvSpPr>
          <p:nvPr/>
        </p:nvSpPr>
        <p:spPr>
          <a:xfrm>
            <a:off x="18478500" y="2332434"/>
            <a:ext cx="1333500" cy="785813"/>
          </a:xfrm>
          <a:custGeom>
            <a:avLst/>
            <a:gdLst/>
            <a:ahLst/>
            <a:cxnLst/>
            <a:rect l="0" t="0" r="0" b="0"/>
            <a:pathLst>
              <a:path w="1333500" h="785813">
                <a:moveTo>
                  <a:pt x="0" y="0"/>
                </a:moveTo>
                <a:lnTo>
                  <a:pt x="1333500" y="78581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3" name="a.mlp.weight1-2-0">
            <a:extLst>
              <a:ext uri="{FF2B5EF4-FFF2-40B4-BE49-F238E27FC236}">
                <a16:creationId xmlns:a16="http://schemas.microsoft.com/office/drawing/2014/main" id="{BD678EE4-3406-400C-BD53-C8BD23CE54A9}"/>
              </a:ext>
            </a:extLst>
          </p:cNvPr>
          <p:cNvSpPr>
            <a:spLocks noGrp="1"/>
          </p:cNvSpPr>
          <p:nvPr/>
        </p:nvSpPr>
        <p:spPr>
          <a:xfrm>
            <a:off x="18478500" y="1939528"/>
            <a:ext cx="1333500" cy="785813"/>
          </a:xfrm>
          <a:custGeom>
            <a:avLst/>
            <a:gdLst/>
            <a:ahLst/>
            <a:cxnLst/>
            <a:rect l="0" t="0" r="0" b="0"/>
            <a:pathLst>
              <a:path w="1333500" h="785813">
                <a:moveTo>
                  <a:pt x="0" y="785813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4" name="a.mlp.weight1-2-1">
            <a:extLst>
              <a:ext uri="{FF2B5EF4-FFF2-40B4-BE49-F238E27FC236}">
                <a16:creationId xmlns:a16="http://schemas.microsoft.com/office/drawing/2014/main" id="{C585FC2B-94B3-4F73-9882-CEF3DB912506}"/>
              </a:ext>
            </a:extLst>
          </p:cNvPr>
          <p:cNvSpPr>
            <a:spLocks noGrp="1"/>
          </p:cNvSpPr>
          <p:nvPr/>
        </p:nvSpPr>
        <p:spPr>
          <a:xfrm>
            <a:off x="18478500" y="2332434"/>
            <a:ext cx="1333500" cy="392906"/>
          </a:xfrm>
          <a:custGeom>
            <a:avLst/>
            <a:gdLst/>
            <a:ahLst/>
            <a:cxnLst/>
            <a:rect l="0" t="0" r="0" b="0"/>
            <a:pathLst>
              <a:path w="1333500" h="392906">
                <a:moveTo>
                  <a:pt x="0" y="392906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5" name="a.mlp.weight1-2-2">
            <a:extLst>
              <a:ext uri="{FF2B5EF4-FFF2-40B4-BE49-F238E27FC236}">
                <a16:creationId xmlns:a16="http://schemas.microsoft.com/office/drawing/2014/main" id="{16810AD3-4F3E-48F0-8DE5-EB2047FC5356}"/>
              </a:ext>
            </a:extLst>
          </p:cNvPr>
          <p:cNvSpPr>
            <a:spLocks noGrp="1"/>
          </p:cNvSpPr>
          <p:nvPr/>
        </p:nvSpPr>
        <p:spPr>
          <a:xfrm>
            <a:off x="18478500" y="2725341"/>
            <a:ext cx="1333500" cy="953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6" name="a.mlp.weight1-2-3">
            <a:extLst>
              <a:ext uri="{FF2B5EF4-FFF2-40B4-BE49-F238E27FC236}">
                <a16:creationId xmlns:a16="http://schemas.microsoft.com/office/drawing/2014/main" id="{2AB355BC-C858-4311-ABA3-D2DC903B8F3F}"/>
              </a:ext>
            </a:extLst>
          </p:cNvPr>
          <p:cNvSpPr>
            <a:spLocks noGrp="1"/>
          </p:cNvSpPr>
          <p:nvPr/>
        </p:nvSpPr>
        <p:spPr>
          <a:xfrm>
            <a:off x="18478500" y="2725341"/>
            <a:ext cx="1333500" cy="392906"/>
          </a:xfrm>
          <a:custGeom>
            <a:avLst/>
            <a:gdLst/>
            <a:ahLst/>
            <a:cxnLst/>
            <a:rect l="0" t="0" r="0" b="0"/>
            <a:pathLst>
              <a:path w="1333500" h="392906">
                <a:moveTo>
                  <a:pt x="0" y="0"/>
                </a:moveTo>
                <a:lnTo>
                  <a:pt x="1333500" y="39290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7" name="a.mlp.weight1-3-0">
            <a:extLst>
              <a:ext uri="{FF2B5EF4-FFF2-40B4-BE49-F238E27FC236}">
                <a16:creationId xmlns:a16="http://schemas.microsoft.com/office/drawing/2014/main" id="{7058DCFD-6B5E-49DA-A0D2-26122041BF52}"/>
              </a:ext>
            </a:extLst>
          </p:cNvPr>
          <p:cNvSpPr>
            <a:spLocks noGrp="1"/>
          </p:cNvSpPr>
          <p:nvPr/>
        </p:nvSpPr>
        <p:spPr>
          <a:xfrm>
            <a:off x="18478500" y="1939528"/>
            <a:ext cx="1333500" cy="1178719"/>
          </a:xfrm>
          <a:custGeom>
            <a:avLst/>
            <a:gdLst/>
            <a:ahLst/>
            <a:cxnLst/>
            <a:rect l="0" t="0" r="0" b="0"/>
            <a:pathLst>
              <a:path w="1333500" h="1178719">
                <a:moveTo>
                  <a:pt x="0" y="1178719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8" name="a.mlp.weight1-3-1">
            <a:extLst>
              <a:ext uri="{FF2B5EF4-FFF2-40B4-BE49-F238E27FC236}">
                <a16:creationId xmlns:a16="http://schemas.microsoft.com/office/drawing/2014/main" id="{5E943A6F-EC7C-4DB1-91B0-212DA4F8DF8A}"/>
              </a:ext>
            </a:extLst>
          </p:cNvPr>
          <p:cNvSpPr>
            <a:spLocks noGrp="1"/>
          </p:cNvSpPr>
          <p:nvPr/>
        </p:nvSpPr>
        <p:spPr>
          <a:xfrm>
            <a:off x="18478500" y="2332434"/>
            <a:ext cx="1333500" cy="785813"/>
          </a:xfrm>
          <a:custGeom>
            <a:avLst/>
            <a:gdLst/>
            <a:ahLst/>
            <a:cxnLst/>
            <a:rect l="0" t="0" r="0" b="0"/>
            <a:pathLst>
              <a:path w="1333500" h="785813">
                <a:moveTo>
                  <a:pt x="0" y="785813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9" name="a.mlp.weight1-3-2">
            <a:extLst>
              <a:ext uri="{FF2B5EF4-FFF2-40B4-BE49-F238E27FC236}">
                <a16:creationId xmlns:a16="http://schemas.microsoft.com/office/drawing/2014/main" id="{ED3563C8-1484-47E2-942A-96FCC2D902BE}"/>
              </a:ext>
            </a:extLst>
          </p:cNvPr>
          <p:cNvSpPr>
            <a:spLocks noGrp="1"/>
          </p:cNvSpPr>
          <p:nvPr/>
        </p:nvSpPr>
        <p:spPr>
          <a:xfrm>
            <a:off x="18478500" y="2725341"/>
            <a:ext cx="1333500" cy="392906"/>
          </a:xfrm>
          <a:custGeom>
            <a:avLst/>
            <a:gdLst/>
            <a:ahLst/>
            <a:cxnLst/>
            <a:rect l="0" t="0" r="0" b="0"/>
            <a:pathLst>
              <a:path w="1333500" h="392906">
                <a:moveTo>
                  <a:pt x="0" y="392906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0" name="a.mlp.weight1-3-3">
            <a:extLst>
              <a:ext uri="{FF2B5EF4-FFF2-40B4-BE49-F238E27FC236}">
                <a16:creationId xmlns:a16="http://schemas.microsoft.com/office/drawing/2014/main" id="{27502DDD-A470-4858-859E-819208DCEE5A}"/>
              </a:ext>
            </a:extLst>
          </p:cNvPr>
          <p:cNvSpPr>
            <a:spLocks noGrp="1"/>
          </p:cNvSpPr>
          <p:nvPr/>
        </p:nvSpPr>
        <p:spPr>
          <a:xfrm>
            <a:off x="18478500" y="3118247"/>
            <a:ext cx="1333500" cy="953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1" name="a.mlp.weight2-0-0">
            <a:extLst>
              <a:ext uri="{FF2B5EF4-FFF2-40B4-BE49-F238E27FC236}">
                <a16:creationId xmlns:a16="http://schemas.microsoft.com/office/drawing/2014/main" id="{1CB52C8B-7A28-4E21-AEC4-A601448FDF2E}"/>
              </a:ext>
            </a:extLst>
          </p:cNvPr>
          <p:cNvSpPr>
            <a:spLocks noGrp="1"/>
          </p:cNvSpPr>
          <p:nvPr/>
        </p:nvSpPr>
        <p:spPr>
          <a:xfrm>
            <a:off x="19812000" y="1939528"/>
            <a:ext cx="1333500" cy="65484"/>
          </a:xfrm>
          <a:custGeom>
            <a:avLst/>
            <a:gdLst/>
            <a:ahLst/>
            <a:cxnLst/>
            <a:rect l="0" t="0" r="0" b="0"/>
            <a:pathLst>
              <a:path w="1333500" h="65484">
                <a:moveTo>
                  <a:pt x="0" y="0"/>
                </a:moveTo>
                <a:lnTo>
                  <a:pt x="1333500" y="6548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2" name="a.mlp.weight2-0-1">
            <a:extLst>
              <a:ext uri="{FF2B5EF4-FFF2-40B4-BE49-F238E27FC236}">
                <a16:creationId xmlns:a16="http://schemas.microsoft.com/office/drawing/2014/main" id="{EF28EBAB-05BE-4D55-9EA3-5245B30F3109}"/>
              </a:ext>
            </a:extLst>
          </p:cNvPr>
          <p:cNvSpPr>
            <a:spLocks noGrp="1"/>
          </p:cNvSpPr>
          <p:nvPr/>
        </p:nvSpPr>
        <p:spPr>
          <a:xfrm>
            <a:off x="19812000" y="1939528"/>
            <a:ext cx="1333500" cy="589359"/>
          </a:xfrm>
          <a:custGeom>
            <a:avLst/>
            <a:gdLst/>
            <a:ahLst/>
            <a:cxnLst/>
            <a:rect l="0" t="0" r="0" b="0"/>
            <a:pathLst>
              <a:path w="1333500" h="589359">
                <a:moveTo>
                  <a:pt x="0" y="0"/>
                </a:moveTo>
                <a:lnTo>
                  <a:pt x="1333500" y="58935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3" name="a.mlp.weight2-0-2">
            <a:extLst>
              <a:ext uri="{FF2B5EF4-FFF2-40B4-BE49-F238E27FC236}">
                <a16:creationId xmlns:a16="http://schemas.microsoft.com/office/drawing/2014/main" id="{0ABA0EEF-D76D-43E5-8AE6-804E52526A2C}"/>
              </a:ext>
            </a:extLst>
          </p:cNvPr>
          <p:cNvSpPr>
            <a:spLocks noGrp="1"/>
          </p:cNvSpPr>
          <p:nvPr/>
        </p:nvSpPr>
        <p:spPr>
          <a:xfrm>
            <a:off x="19812000" y="1939528"/>
            <a:ext cx="1333500" cy="1113234"/>
          </a:xfrm>
          <a:custGeom>
            <a:avLst/>
            <a:gdLst/>
            <a:ahLst/>
            <a:cxnLst/>
            <a:rect l="0" t="0" r="0" b="0"/>
            <a:pathLst>
              <a:path w="1333500" h="1113234">
                <a:moveTo>
                  <a:pt x="0" y="0"/>
                </a:moveTo>
                <a:lnTo>
                  <a:pt x="1333500" y="11132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4" name="a.mlp.weight2-1-0">
            <a:extLst>
              <a:ext uri="{FF2B5EF4-FFF2-40B4-BE49-F238E27FC236}">
                <a16:creationId xmlns:a16="http://schemas.microsoft.com/office/drawing/2014/main" id="{B86D2CCC-735B-4E7E-BBE3-D0E1D9AACFE7}"/>
              </a:ext>
            </a:extLst>
          </p:cNvPr>
          <p:cNvSpPr>
            <a:spLocks noGrp="1"/>
          </p:cNvSpPr>
          <p:nvPr/>
        </p:nvSpPr>
        <p:spPr>
          <a:xfrm>
            <a:off x="19812000" y="2005013"/>
            <a:ext cx="1333500" cy="327422"/>
          </a:xfrm>
          <a:custGeom>
            <a:avLst/>
            <a:gdLst/>
            <a:ahLst/>
            <a:cxnLst/>
            <a:rect l="0" t="0" r="0" b="0"/>
            <a:pathLst>
              <a:path w="1333500" h="327422">
                <a:moveTo>
                  <a:pt x="0" y="327422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5" name="a.mlp.weight2-1-1">
            <a:extLst>
              <a:ext uri="{FF2B5EF4-FFF2-40B4-BE49-F238E27FC236}">
                <a16:creationId xmlns:a16="http://schemas.microsoft.com/office/drawing/2014/main" id="{E798C8A8-2A2C-4ED1-AF96-AAA17BED64C7}"/>
              </a:ext>
            </a:extLst>
          </p:cNvPr>
          <p:cNvSpPr>
            <a:spLocks noGrp="1"/>
          </p:cNvSpPr>
          <p:nvPr/>
        </p:nvSpPr>
        <p:spPr>
          <a:xfrm>
            <a:off x="19812000" y="2332434"/>
            <a:ext cx="1333500" cy="196453"/>
          </a:xfrm>
          <a:custGeom>
            <a:avLst/>
            <a:gdLst/>
            <a:ahLst/>
            <a:cxnLst/>
            <a:rect l="0" t="0" r="0" b="0"/>
            <a:pathLst>
              <a:path w="1333500" h="196453">
                <a:moveTo>
                  <a:pt x="0" y="0"/>
                </a:moveTo>
                <a:lnTo>
                  <a:pt x="1333500" y="19645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6" name="a.mlp.weight2-1-2">
            <a:extLst>
              <a:ext uri="{FF2B5EF4-FFF2-40B4-BE49-F238E27FC236}">
                <a16:creationId xmlns:a16="http://schemas.microsoft.com/office/drawing/2014/main" id="{5E181E21-4268-45D8-B3FD-C07B71EB1BC3}"/>
              </a:ext>
            </a:extLst>
          </p:cNvPr>
          <p:cNvSpPr>
            <a:spLocks noGrp="1"/>
          </p:cNvSpPr>
          <p:nvPr/>
        </p:nvSpPr>
        <p:spPr>
          <a:xfrm>
            <a:off x="19812000" y="2332434"/>
            <a:ext cx="1333500" cy="720328"/>
          </a:xfrm>
          <a:custGeom>
            <a:avLst/>
            <a:gdLst/>
            <a:ahLst/>
            <a:cxnLst/>
            <a:rect l="0" t="0" r="0" b="0"/>
            <a:pathLst>
              <a:path w="1333500" h="720328">
                <a:moveTo>
                  <a:pt x="0" y="0"/>
                </a:moveTo>
                <a:lnTo>
                  <a:pt x="1333500" y="72032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7" name="a.mlp.weight2-2-0">
            <a:extLst>
              <a:ext uri="{FF2B5EF4-FFF2-40B4-BE49-F238E27FC236}">
                <a16:creationId xmlns:a16="http://schemas.microsoft.com/office/drawing/2014/main" id="{EAEE2D56-FB57-48D1-B7A7-A73F2CCCF8A6}"/>
              </a:ext>
            </a:extLst>
          </p:cNvPr>
          <p:cNvSpPr>
            <a:spLocks noGrp="1"/>
          </p:cNvSpPr>
          <p:nvPr/>
        </p:nvSpPr>
        <p:spPr>
          <a:xfrm>
            <a:off x="19812000" y="2005013"/>
            <a:ext cx="1333500" cy="720328"/>
          </a:xfrm>
          <a:custGeom>
            <a:avLst/>
            <a:gdLst/>
            <a:ahLst/>
            <a:cxnLst/>
            <a:rect l="0" t="0" r="0" b="0"/>
            <a:pathLst>
              <a:path w="1333500" h="720328">
                <a:moveTo>
                  <a:pt x="0" y="720328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8" name="a.mlp.weight2-2-1">
            <a:extLst>
              <a:ext uri="{FF2B5EF4-FFF2-40B4-BE49-F238E27FC236}">
                <a16:creationId xmlns:a16="http://schemas.microsoft.com/office/drawing/2014/main" id="{12B9F5B5-C609-4263-9C65-4F7D1CA36BF9}"/>
              </a:ext>
            </a:extLst>
          </p:cNvPr>
          <p:cNvSpPr>
            <a:spLocks noGrp="1"/>
          </p:cNvSpPr>
          <p:nvPr/>
        </p:nvSpPr>
        <p:spPr>
          <a:xfrm>
            <a:off x="19812000" y="2528888"/>
            <a:ext cx="1333500" cy="196453"/>
          </a:xfrm>
          <a:custGeom>
            <a:avLst/>
            <a:gdLst/>
            <a:ahLst/>
            <a:cxnLst/>
            <a:rect l="0" t="0" r="0" b="0"/>
            <a:pathLst>
              <a:path w="1333500" h="196453">
                <a:moveTo>
                  <a:pt x="0" y="196453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9" name="a.mlp.weight2-2-2">
            <a:extLst>
              <a:ext uri="{FF2B5EF4-FFF2-40B4-BE49-F238E27FC236}">
                <a16:creationId xmlns:a16="http://schemas.microsoft.com/office/drawing/2014/main" id="{B97972C8-44A5-4262-B34A-9F2392F48D11}"/>
              </a:ext>
            </a:extLst>
          </p:cNvPr>
          <p:cNvSpPr>
            <a:spLocks noGrp="1"/>
          </p:cNvSpPr>
          <p:nvPr/>
        </p:nvSpPr>
        <p:spPr>
          <a:xfrm>
            <a:off x="19812000" y="2725341"/>
            <a:ext cx="1333500" cy="327422"/>
          </a:xfrm>
          <a:custGeom>
            <a:avLst/>
            <a:gdLst/>
            <a:ahLst/>
            <a:cxnLst/>
            <a:rect l="0" t="0" r="0" b="0"/>
            <a:pathLst>
              <a:path w="1333500" h="327422">
                <a:moveTo>
                  <a:pt x="0" y="0"/>
                </a:moveTo>
                <a:lnTo>
                  <a:pt x="1333500" y="327422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0" name="a.mlp.weight2-3-0">
            <a:extLst>
              <a:ext uri="{FF2B5EF4-FFF2-40B4-BE49-F238E27FC236}">
                <a16:creationId xmlns:a16="http://schemas.microsoft.com/office/drawing/2014/main" id="{76F11847-7B2D-472F-8571-28E19F56E4A4}"/>
              </a:ext>
            </a:extLst>
          </p:cNvPr>
          <p:cNvSpPr>
            <a:spLocks noGrp="1"/>
          </p:cNvSpPr>
          <p:nvPr/>
        </p:nvSpPr>
        <p:spPr>
          <a:xfrm>
            <a:off x="19812000" y="2005013"/>
            <a:ext cx="1333500" cy="1113234"/>
          </a:xfrm>
          <a:custGeom>
            <a:avLst/>
            <a:gdLst/>
            <a:ahLst/>
            <a:cxnLst/>
            <a:rect l="0" t="0" r="0" b="0"/>
            <a:pathLst>
              <a:path w="1333500" h="1113234">
                <a:moveTo>
                  <a:pt x="0" y="1113234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1" name="a.mlp.weight2-3-1">
            <a:extLst>
              <a:ext uri="{FF2B5EF4-FFF2-40B4-BE49-F238E27FC236}">
                <a16:creationId xmlns:a16="http://schemas.microsoft.com/office/drawing/2014/main" id="{B7864C41-03A1-4FD0-BD75-2CD769264642}"/>
              </a:ext>
            </a:extLst>
          </p:cNvPr>
          <p:cNvSpPr>
            <a:spLocks noGrp="1"/>
          </p:cNvSpPr>
          <p:nvPr/>
        </p:nvSpPr>
        <p:spPr>
          <a:xfrm>
            <a:off x="19812000" y="2528888"/>
            <a:ext cx="1333500" cy="589359"/>
          </a:xfrm>
          <a:custGeom>
            <a:avLst/>
            <a:gdLst/>
            <a:ahLst/>
            <a:cxnLst/>
            <a:rect l="0" t="0" r="0" b="0"/>
            <a:pathLst>
              <a:path w="1333500" h="589359">
                <a:moveTo>
                  <a:pt x="0" y="589359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2" name="a.mlp.weight2-3-2">
            <a:extLst>
              <a:ext uri="{FF2B5EF4-FFF2-40B4-BE49-F238E27FC236}">
                <a16:creationId xmlns:a16="http://schemas.microsoft.com/office/drawing/2014/main" id="{CEFC5712-83B2-4BBA-934C-6C3A8855F0C2}"/>
              </a:ext>
            </a:extLst>
          </p:cNvPr>
          <p:cNvSpPr>
            <a:spLocks noGrp="1"/>
          </p:cNvSpPr>
          <p:nvPr/>
        </p:nvSpPr>
        <p:spPr>
          <a:xfrm>
            <a:off x="19812000" y="3052763"/>
            <a:ext cx="1333500" cy="65484"/>
          </a:xfrm>
          <a:custGeom>
            <a:avLst/>
            <a:gdLst/>
            <a:ahLst/>
            <a:cxnLst/>
            <a:rect l="0" t="0" r="0" b="0"/>
            <a:pathLst>
              <a:path w="1333500" h="65484">
                <a:moveTo>
                  <a:pt x="0" y="65484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3" name="a.mlp.unit0-0">
            <a:extLst>
              <a:ext uri="{FF2B5EF4-FFF2-40B4-BE49-F238E27FC236}">
                <a16:creationId xmlns:a16="http://schemas.microsoft.com/office/drawing/2014/main" id="{A3CCEF58-2598-417E-A45D-7A5C618C2DE2}"/>
              </a:ext>
            </a:extLst>
          </p:cNvPr>
          <p:cNvSpPr>
            <a:spLocks noGrp="1"/>
          </p:cNvSpPr>
          <p:nvPr/>
        </p:nvSpPr>
        <p:spPr>
          <a:xfrm>
            <a:off x="17049750" y="190976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84" name="a.mlp.unit0-1">
            <a:extLst>
              <a:ext uri="{FF2B5EF4-FFF2-40B4-BE49-F238E27FC236}">
                <a16:creationId xmlns:a16="http://schemas.microsoft.com/office/drawing/2014/main" id="{F184DEAF-155D-43FF-9E5A-DDED5BB33629}"/>
              </a:ext>
            </a:extLst>
          </p:cNvPr>
          <p:cNvSpPr>
            <a:spLocks noGrp="1"/>
          </p:cNvSpPr>
          <p:nvPr/>
        </p:nvSpPr>
        <p:spPr>
          <a:xfrm>
            <a:off x="17049750" y="2433638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85" name="a.mlp.unit0-2">
            <a:extLst>
              <a:ext uri="{FF2B5EF4-FFF2-40B4-BE49-F238E27FC236}">
                <a16:creationId xmlns:a16="http://schemas.microsoft.com/office/drawing/2014/main" id="{5DB9C4B7-BA00-4CA0-891A-F87B4FAE93AE}"/>
              </a:ext>
            </a:extLst>
          </p:cNvPr>
          <p:cNvSpPr>
            <a:spLocks noGrp="1"/>
          </p:cNvSpPr>
          <p:nvPr/>
        </p:nvSpPr>
        <p:spPr>
          <a:xfrm>
            <a:off x="17049750" y="295751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86" name="a.mlp.unit1-0">
            <a:extLst>
              <a:ext uri="{FF2B5EF4-FFF2-40B4-BE49-F238E27FC236}">
                <a16:creationId xmlns:a16="http://schemas.microsoft.com/office/drawing/2014/main" id="{EC47166A-F758-47FF-94D9-992F12CB993D}"/>
              </a:ext>
            </a:extLst>
          </p:cNvPr>
          <p:cNvSpPr>
            <a:spLocks noGrp="1"/>
          </p:cNvSpPr>
          <p:nvPr/>
        </p:nvSpPr>
        <p:spPr>
          <a:xfrm>
            <a:off x="18383250" y="1844278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87" name="a.mlp.unit1-1">
            <a:extLst>
              <a:ext uri="{FF2B5EF4-FFF2-40B4-BE49-F238E27FC236}">
                <a16:creationId xmlns:a16="http://schemas.microsoft.com/office/drawing/2014/main" id="{C0474557-6FF4-4C64-87B0-781863B49BFB}"/>
              </a:ext>
            </a:extLst>
          </p:cNvPr>
          <p:cNvSpPr>
            <a:spLocks noGrp="1"/>
          </p:cNvSpPr>
          <p:nvPr/>
        </p:nvSpPr>
        <p:spPr>
          <a:xfrm>
            <a:off x="18383250" y="2237184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88" name="a.mlp.unit1-2">
            <a:extLst>
              <a:ext uri="{FF2B5EF4-FFF2-40B4-BE49-F238E27FC236}">
                <a16:creationId xmlns:a16="http://schemas.microsoft.com/office/drawing/2014/main" id="{8934DE20-289B-4C33-9560-E6E8DF6C50DB}"/>
              </a:ext>
            </a:extLst>
          </p:cNvPr>
          <p:cNvSpPr>
            <a:spLocks noGrp="1"/>
          </p:cNvSpPr>
          <p:nvPr/>
        </p:nvSpPr>
        <p:spPr>
          <a:xfrm>
            <a:off x="18383250" y="2630091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89" name="a.mlp.unit1-3">
            <a:extLst>
              <a:ext uri="{FF2B5EF4-FFF2-40B4-BE49-F238E27FC236}">
                <a16:creationId xmlns:a16="http://schemas.microsoft.com/office/drawing/2014/main" id="{A007BB92-AFE2-4799-8DD0-AE0B1B170F06}"/>
              </a:ext>
            </a:extLst>
          </p:cNvPr>
          <p:cNvSpPr>
            <a:spLocks noGrp="1"/>
          </p:cNvSpPr>
          <p:nvPr/>
        </p:nvSpPr>
        <p:spPr>
          <a:xfrm>
            <a:off x="18383250" y="3022997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90" name="a.mlp.unit2-0">
            <a:extLst>
              <a:ext uri="{FF2B5EF4-FFF2-40B4-BE49-F238E27FC236}">
                <a16:creationId xmlns:a16="http://schemas.microsoft.com/office/drawing/2014/main" id="{1BEAE473-DA2B-47E5-AFD1-B3B8DBBE6F9B}"/>
              </a:ext>
            </a:extLst>
          </p:cNvPr>
          <p:cNvSpPr>
            <a:spLocks noGrp="1"/>
          </p:cNvSpPr>
          <p:nvPr/>
        </p:nvSpPr>
        <p:spPr>
          <a:xfrm>
            <a:off x="19716750" y="1844278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91" name="a.mlp.unit2-1">
            <a:extLst>
              <a:ext uri="{FF2B5EF4-FFF2-40B4-BE49-F238E27FC236}">
                <a16:creationId xmlns:a16="http://schemas.microsoft.com/office/drawing/2014/main" id="{81511953-70E9-4283-93A9-9237E0B4165D}"/>
              </a:ext>
            </a:extLst>
          </p:cNvPr>
          <p:cNvSpPr>
            <a:spLocks noGrp="1"/>
          </p:cNvSpPr>
          <p:nvPr/>
        </p:nvSpPr>
        <p:spPr>
          <a:xfrm>
            <a:off x="19716750" y="2237184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92" name="a.mlp.unit2-2">
            <a:extLst>
              <a:ext uri="{FF2B5EF4-FFF2-40B4-BE49-F238E27FC236}">
                <a16:creationId xmlns:a16="http://schemas.microsoft.com/office/drawing/2014/main" id="{D6BDDF6C-97C2-462A-8DBF-1805D293A619}"/>
              </a:ext>
            </a:extLst>
          </p:cNvPr>
          <p:cNvSpPr>
            <a:spLocks noGrp="1"/>
          </p:cNvSpPr>
          <p:nvPr/>
        </p:nvSpPr>
        <p:spPr>
          <a:xfrm>
            <a:off x="19716750" y="2630091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93" name="a.mlp.unit2-3">
            <a:extLst>
              <a:ext uri="{FF2B5EF4-FFF2-40B4-BE49-F238E27FC236}">
                <a16:creationId xmlns:a16="http://schemas.microsoft.com/office/drawing/2014/main" id="{C20596AA-FF52-43DC-A562-F2D42FAC5DEF}"/>
              </a:ext>
            </a:extLst>
          </p:cNvPr>
          <p:cNvSpPr>
            <a:spLocks noGrp="1"/>
          </p:cNvSpPr>
          <p:nvPr/>
        </p:nvSpPr>
        <p:spPr>
          <a:xfrm>
            <a:off x="19716750" y="3022997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94" name="a.mlp.unit3-0">
            <a:extLst>
              <a:ext uri="{FF2B5EF4-FFF2-40B4-BE49-F238E27FC236}">
                <a16:creationId xmlns:a16="http://schemas.microsoft.com/office/drawing/2014/main" id="{183124A4-30A1-4730-A3D8-1C8C20528250}"/>
              </a:ext>
            </a:extLst>
          </p:cNvPr>
          <p:cNvSpPr>
            <a:spLocks noGrp="1"/>
          </p:cNvSpPr>
          <p:nvPr/>
        </p:nvSpPr>
        <p:spPr>
          <a:xfrm>
            <a:off x="21050250" y="190976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95" name="a.mlp.unit3-1">
            <a:extLst>
              <a:ext uri="{FF2B5EF4-FFF2-40B4-BE49-F238E27FC236}">
                <a16:creationId xmlns:a16="http://schemas.microsoft.com/office/drawing/2014/main" id="{ED9EFCF4-8F69-47F5-8EB6-F0C3513E065C}"/>
              </a:ext>
            </a:extLst>
          </p:cNvPr>
          <p:cNvSpPr>
            <a:spLocks noGrp="1"/>
          </p:cNvSpPr>
          <p:nvPr/>
        </p:nvSpPr>
        <p:spPr>
          <a:xfrm>
            <a:off x="21050250" y="2433638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96" name="a.mlp.unit3-2">
            <a:extLst>
              <a:ext uri="{FF2B5EF4-FFF2-40B4-BE49-F238E27FC236}">
                <a16:creationId xmlns:a16="http://schemas.microsoft.com/office/drawing/2014/main" id="{12A860DC-C3A9-419A-B505-D3A942325F1A}"/>
              </a:ext>
            </a:extLst>
          </p:cNvPr>
          <p:cNvSpPr>
            <a:spLocks noGrp="1"/>
          </p:cNvSpPr>
          <p:nvPr/>
        </p:nvSpPr>
        <p:spPr>
          <a:xfrm>
            <a:off x="21050250" y="295751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97" name="a.mlp-label">
            <a:extLst>
              <a:ext uri="{FF2B5EF4-FFF2-40B4-BE49-F238E27FC236}">
                <a16:creationId xmlns:a16="http://schemas.microsoft.com/office/drawing/2014/main" id="{3DCF7082-D418-4E72-A5CC-7AEFF0DD3928}"/>
              </a:ext>
            </a:extLst>
          </p:cNvPr>
          <p:cNvSpPr>
            <a:spLocks noGrp="1"/>
          </p:cNvSpPr>
          <p:nvPr/>
        </p:nvSpPr>
        <p:spPr>
          <a:xfrm>
            <a:off x="17240250" y="3362325"/>
            <a:ext cx="381000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MLP（结构示意）</a:t>
            </a:r>
          </a:p>
        </p:txBody>
      </p:sp>
      <p:sp>
        <p:nvSpPr>
          <p:cNvPr id="98" name="a.fit-note">
            <a:extLst>
              <a:ext uri="{FF2B5EF4-FFF2-40B4-BE49-F238E27FC236}">
                <a16:creationId xmlns:a16="http://schemas.microsoft.com/office/drawing/2014/main" id="{72F4736C-22B1-4D56-BA6D-215F147F2063}"/>
              </a:ext>
            </a:extLst>
          </p:cNvPr>
          <p:cNvSpPr>
            <a:spLocks noGrp="1"/>
          </p:cNvSpPr>
          <p:nvPr/>
        </p:nvSpPr>
        <p:spPr>
          <a:xfrm>
            <a:off x="16668750" y="4514850"/>
            <a:ext cx="504825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预测向量与目标向量的平方误差</a:t>
            </a:r>
          </a:p>
        </p:txBody>
      </p:sp>
      <p:sp>
        <p:nvSpPr>
          <p:cNvPr id="99" name="a.model-label">
            <a:extLst>
              <a:ext uri="{FF2B5EF4-FFF2-40B4-BE49-F238E27FC236}">
                <a16:creationId xmlns:a16="http://schemas.microsoft.com/office/drawing/2014/main" id="{8DFC2582-58A5-46EA-B555-FD8E61E228D5}"/>
              </a:ext>
            </a:extLst>
          </p:cNvPr>
          <p:cNvSpPr>
            <a:spLocks noGrp="1"/>
          </p:cNvSpPr>
          <p:nvPr/>
        </p:nvSpPr>
        <p:spPr>
          <a:xfrm>
            <a:off x="17668875" y="5295900"/>
            <a:ext cx="4000500" cy="2952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保存模型与输入／输出变换参数</a:t>
            </a:r>
          </a:p>
        </p:txBody>
      </p:sp>
      <p:sp>
        <p:nvSpPr>
          <p:cNvPr id="100" name="a.target-to-fit">
            <a:extLst>
              <a:ext uri="{FF2B5EF4-FFF2-40B4-BE49-F238E27FC236}">
                <a16:creationId xmlns:a16="http://schemas.microsoft.com/office/drawing/2014/main" id="{CBB27AF7-58C2-4F8A-B930-49344B33E961}"/>
              </a:ext>
            </a:extLst>
          </p:cNvPr>
          <p:cNvSpPr>
            <a:spLocks noGrp="1"/>
          </p:cNvSpPr>
          <p:nvPr/>
        </p:nvSpPr>
        <p:spPr>
          <a:xfrm>
            <a:off x="15716250" y="3629025"/>
            <a:ext cx="762000" cy="466725"/>
          </a:xfrm>
          <a:custGeom>
            <a:avLst/>
            <a:gdLst/>
            <a:ahLst/>
            <a:cxnLst/>
            <a:rect l="0" t="0" r="0" b="0"/>
            <a:pathLst>
              <a:path w="762000" h="466725">
                <a:moveTo>
                  <a:pt x="0" y="0"/>
                </a:moveTo>
                <a:lnTo>
                  <a:pt x="381000" y="0"/>
                </a:lnTo>
                <a:lnTo>
                  <a:pt x="381000" y="466725"/>
                </a:lnTo>
                <a:lnTo>
                  <a:pt x="762000" y="466725"/>
                </a:lnTo>
              </a:path>
            </a:pathLst>
          </a:custGeom>
          <a:noFill/>
          <a:ln w="15240">
            <a:solidFill>
              <a:srgbClr val="B78D68"/>
            </a:solidFill>
            <a:prstDash val="solid"/>
          </a:ln>
        </p:spPr>
      </p:sp>
      <p:sp>
        <p:nvSpPr>
          <p:cNvPr id="101" name="a.target-to-fit.head">
            <a:extLst>
              <a:ext uri="{FF2B5EF4-FFF2-40B4-BE49-F238E27FC236}">
                <a16:creationId xmlns:a16="http://schemas.microsoft.com/office/drawing/2014/main" id="{2D7CD96F-CBB0-43E7-A9A3-47C686EC502E}"/>
              </a:ext>
            </a:extLst>
          </p:cNvPr>
          <p:cNvSpPr>
            <a:spLocks noGrp="1"/>
          </p:cNvSpPr>
          <p:nvPr/>
        </p:nvSpPr>
        <p:spPr>
          <a:xfrm>
            <a:off x="16392482" y="4054320"/>
            <a:ext cx="85768" cy="82861"/>
          </a:xfrm>
          <a:custGeom>
            <a:avLst/>
            <a:gdLst/>
            <a:ahLst/>
            <a:cxnLst/>
            <a:rect l="0" t="0" r="0" b="0"/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B78D68"/>
            </a:solidFill>
            <a:prstDash val="solid"/>
          </a:ln>
        </p:spPr>
      </p:sp>
      <p:sp>
        <p:nvSpPr>
          <p:cNvPr id="102" name="a.input-to-fit">
            <a:extLst>
              <a:ext uri="{FF2B5EF4-FFF2-40B4-BE49-F238E27FC236}">
                <a16:creationId xmlns:a16="http://schemas.microsoft.com/office/drawing/2014/main" id="{DC7636C6-71A0-4DB9-9AA4-33DC34EE739B}"/>
              </a:ext>
            </a:extLst>
          </p:cNvPr>
          <p:cNvSpPr>
            <a:spLocks noGrp="1"/>
          </p:cNvSpPr>
          <p:nvPr/>
        </p:nvSpPr>
        <p:spPr>
          <a:xfrm>
            <a:off x="4381500" y="4953000"/>
            <a:ext cx="12096750" cy="953"/>
          </a:xfrm>
          <a:custGeom>
            <a:avLst/>
            <a:gdLst/>
            <a:ahLst/>
            <a:cxnLst/>
            <a:rect l="0" t="0" r="0" b="0"/>
            <a:pathLst>
              <a:path w="12096750" h="953">
                <a:moveTo>
                  <a:pt x="0" y="0"/>
                </a:moveTo>
                <a:lnTo>
                  <a:pt x="1209675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03" name="a.input-to-fit.head">
            <a:extLst>
              <a:ext uri="{FF2B5EF4-FFF2-40B4-BE49-F238E27FC236}">
                <a16:creationId xmlns:a16="http://schemas.microsoft.com/office/drawing/2014/main" id="{16E77331-FB70-4E1C-BD03-C113FC754E5B}"/>
              </a:ext>
            </a:extLst>
          </p:cNvPr>
          <p:cNvSpPr>
            <a:spLocks noGrp="1"/>
          </p:cNvSpPr>
          <p:nvPr/>
        </p:nvSpPr>
        <p:spPr>
          <a:xfrm>
            <a:off x="16392482" y="4911570"/>
            <a:ext cx="85768" cy="82861"/>
          </a:xfrm>
          <a:custGeom>
            <a:avLst/>
            <a:gdLst/>
            <a:ahLst/>
            <a:cxnLst/>
            <a:rect l="0" t="0" r="0" b="0"/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04" name="a.input-route-label">
            <a:extLst>
              <a:ext uri="{FF2B5EF4-FFF2-40B4-BE49-F238E27FC236}">
                <a16:creationId xmlns:a16="http://schemas.microsoft.com/office/drawing/2014/main" id="{8A6EBBFF-5238-47B3-B648-447D1448F567}"/>
              </a:ext>
            </a:extLst>
          </p:cNvPr>
          <p:cNvSpPr>
            <a:spLocks noGrp="1"/>
          </p:cNvSpPr>
          <p:nvPr/>
        </p:nvSpPr>
        <p:spPr>
          <a:xfrm>
            <a:off x="8143875" y="5238750"/>
            <a:ext cx="428625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归一化样本作为输入</a:t>
            </a:r>
          </a:p>
        </p:txBody>
      </p:sp>
      <p:sp>
        <p:nvSpPr>
          <p:cNvPr id="105" name="reuse.model">
            <a:extLst>
              <a:ext uri="{FF2B5EF4-FFF2-40B4-BE49-F238E27FC236}">
                <a16:creationId xmlns:a16="http://schemas.microsoft.com/office/drawing/2014/main" id="{644C36A4-9848-4DDA-B3DD-09A976A53185}"/>
              </a:ext>
            </a:extLst>
          </p:cNvPr>
          <p:cNvSpPr>
            <a:spLocks noGrp="1"/>
          </p:cNvSpPr>
          <p:nvPr/>
        </p:nvSpPr>
        <p:spPr>
          <a:xfrm>
            <a:off x="8239125" y="5905500"/>
            <a:ext cx="10953750" cy="2000250"/>
          </a:xfrm>
          <a:custGeom>
            <a:avLst/>
            <a:gdLst/>
            <a:ahLst/>
            <a:cxnLst/>
            <a:rect l="0" t="0" r="0" b="0"/>
            <a:pathLst>
              <a:path w="10953750" h="2000250">
                <a:moveTo>
                  <a:pt x="10953750" y="0"/>
                </a:moveTo>
                <a:lnTo>
                  <a:pt x="10953750" y="1238250"/>
                </a:lnTo>
                <a:lnTo>
                  <a:pt x="0" y="1238250"/>
                </a:lnTo>
                <a:lnTo>
                  <a:pt x="0" y="2000250"/>
                </a:lnTo>
              </a:path>
            </a:pathLst>
          </a:custGeom>
          <a:noFill/>
          <a:ln w="15240">
            <a:solidFill>
              <a:srgbClr val="147AAA"/>
            </a:solidFill>
            <a:prstDash val="dash"/>
          </a:ln>
        </p:spPr>
      </p:sp>
      <p:sp>
        <p:nvSpPr>
          <p:cNvPr id="106" name="reuse.model.head">
            <a:extLst>
              <a:ext uri="{FF2B5EF4-FFF2-40B4-BE49-F238E27FC236}">
                <a16:creationId xmlns:a16="http://schemas.microsoft.com/office/drawing/2014/main" id="{ABB05813-1D25-4C01-9D3A-92A2FE61EEB6}"/>
              </a:ext>
            </a:extLst>
          </p:cNvPr>
          <p:cNvSpPr>
            <a:spLocks noGrp="1"/>
          </p:cNvSpPr>
          <p:nvPr/>
        </p:nvSpPr>
        <p:spPr>
          <a:xfrm>
            <a:off x="8197695" y="781998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07" name="reuse.label-bg">
            <a:extLst>
              <a:ext uri="{FF2B5EF4-FFF2-40B4-BE49-F238E27FC236}">
                <a16:creationId xmlns:a16="http://schemas.microsoft.com/office/drawing/2014/main" id="{A5FBA243-7C3C-4C1E-8C6D-5E8FF1136A9D}"/>
              </a:ext>
            </a:extLst>
          </p:cNvPr>
          <p:cNvSpPr>
            <a:spLocks noGrp="1"/>
          </p:cNvSpPr>
          <p:nvPr/>
        </p:nvSpPr>
        <p:spPr>
          <a:xfrm>
            <a:off x="12096750" y="6943725"/>
            <a:ext cx="5524500" cy="390525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108" name="reuse.label">
            <a:extLst>
              <a:ext uri="{FF2B5EF4-FFF2-40B4-BE49-F238E27FC236}">
                <a16:creationId xmlns:a16="http://schemas.microsoft.com/office/drawing/2014/main" id="{43789E1B-DFEA-4B43-80BA-1F1E80DFE27F}"/>
              </a:ext>
            </a:extLst>
          </p:cNvPr>
          <p:cNvSpPr>
            <a:spLocks noGrp="1"/>
          </p:cNvSpPr>
          <p:nvPr/>
        </p:nvSpPr>
        <p:spPr>
          <a:xfrm>
            <a:off x="12144375" y="6953250"/>
            <a:ext cx="5429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保存后复用：按观测样本量调用对应模型</a:t>
            </a:r>
          </a:p>
        </p:txBody>
      </p:sp>
      <p:sp>
        <p:nvSpPr>
          <p:cNvPr id="109" name="b.heading">
            <a:extLst>
              <a:ext uri="{FF2B5EF4-FFF2-40B4-BE49-F238E27FC236}">
                <a16:creationId xmlns:a16="http://schemas.microsoft.com/office/drawing/2014/main" id="{40E92960-741F-4D7B-8536-4CF054C8E602}"/>
              </a:ext>
            </a:extLst>
          </p:cNvPr>
          <p:cNvSpPr>
            <a:spLocks noGrp="1"/>
          </p:cNvSpPr>
          <p:nvPr/>
        </p:nvSpPr>
        <p:spPr>
          <a:xfrm>
            <a:off x="381000" y="6286500"/>
            <a:ext cx="21526500" cy="4572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实际估计：依据当前样本选择偏移，再由 MDM 求解三参数</a:t>
            </a:r>
          </a:p>
        </p:txBody>
      </p:sp>
      <p:sp>
        <p:nvSpPr>
          <p:cNvPr id="110" name="b.sample.boundary">
            <a:extLst>
              <a:ext uri="{FF2B5EF4-FFF2-40B4-BE49-F238E27FC236}">
                <a16:creationId xmlns:a16="http://schemas.microsoft.com/office/drawing/2014/main" id="{6DDDDC32-C37F-45DD-AF64-EE7E3EC66A05}"/>
              </a:ext>
            </a:extLst>
          </p:cNvPr>
          <p:cNvSpPr>
            <a:spLocks noGrp="1"/>
          </p:cNvSpPr>
          <p:nvPr/>
        </p:nvSpPr>
        <p:spPr>
          <a:xfrm>
            <a:off x="381000" y="7905750"/>
            <a:ext cx="4000500" cy="45720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111" name="b.sample.header">
            <a:extLst>
              <a:ext uri="{FF2B5EF4-FFF2-40B4-BE49-F238E27FC236}">
                <a16:creationId xmlns:a16="http://schemas.microsoft.com/office/drawing/2014/main" id="{DC1C21C6-5996-4685-A78B-BDE4D548C78B}"/>
              </a:ext>
            </a:extLst>
          </p:cNvPr>
          <p:cNvSpPr>
            <a:spLocks noGrp="1"/>
          </p:cNvSpPr>
          <p:nvPr/>
        </p:nvSpPr>
        <p:spPr>
          <a:xfrm>
            <a:off x="381000" y="7905750"/>
            <a:ext cx="400050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112" name="b.sample.title">
            <a:extLst>
              <a:ext uri="{FF2B5EF4-FFF2-40B4-BE49-F238E27FC236}">
                <a16:creationId xmlns:a16="http://schemas.microsoft.com/office/drawing/2014/main" id="{049CC305-456B-4817-A1D2-E4C7ED785B72}"/>
              </a:ext>
            </a:extLst>
          </p:cNvPr>
          <p:cNvSpPr>
            <a:spLocks noGrp="1"/>
          </p:cNvSpPr>
          <p:nvPr/>
        </p:nvSpPr>
        <p:spPr>
          <a:xfrm>
            <a:off x="476250" y="7924800"/>
            <a:ext cx="3810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当前观测样本</a:t>
            </a:r>
          </a:p>
        </p:txBody>
      </p:sp>
      <p:sp>
        <p:nvSpPr>
          <p:cNvPr id="113" name="b.sample.axis">
            <a:extLst>
              <a:ext uri="{FF2B5EF4-FFF2-40B4-BE49-F238E27FC236}">
                <a16:creationId xmlns:a16="http://schemas.microsoft.com/office/drawing/2014/main" id="{77363ABC-4EAE-4B4E-A64D-4269894F0867}"/>
              </a:ext>
            </a:extLst>
          </p:cNvPr>
          <p:cNvSpPr>
            <a:spLocks noGrp="1"/>
          </p:cNvSpPr>
          <p:nvPr/>
        </p:nvSpPr>
        <p:spPr>
          <a:xfrm>
            <a:off x="904875" y="9144000"/>
            <a:ext cx="2952750" cy="953"/>
          </a:xfrm>
          <a:custGeom>
            <a:avLst/>
            <a:gdLst/>
            <a:ahLst/>
            <a:cxnLst/>
            <a:rect l="0" t="0" r="0" b="0"/>
            <a:pathLst>
              <a:path w="2952750" h="953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B5BEC5"/>
            </a:solidFill>
            <a:prstDash val="solid"/>
          </a:ln>
        </p:spPr>
      </p:sp>
      <p:sp>
        <p:nvSpPr>
          <p:cNvPr id="114" name="b.sample.stem0">
            <a:extLst>
              <a:ext uri="{FF2B5EF4-FFF2-40B4-BE49-F238E27FC236}">
                <a16:creationId xmlns:a16="http://schemas.microsoft.com/office/drawing/2014/main" id="{3C13AED3-F091-4502-876E-EBDF8AF3A594}"/>
              </a:ext>
            </a:extLst>
          </p:cNvPr>
          <p:cNvSpPr>
            <a:spLocks noGrp="1"/>
          </p:cNvSpPr>
          <p:nvPr/>
        </p:nvSpPr>
        <p:spPr>
          <a:xfrm>
            <a:off x="1047750" y="89344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15" name="b.sample.dot0">
            <a:extLst>
              <a:ext uri="{FF2B5EF4-FFF2-40B4-BE49-F238E27FC236}">
                <a16:creationId xmlns:a16="http://schemas.microsoft.com/office/drawing/2014/main" id="{5874890A-9033-4869-B6CD-89B0F8537612}"/>
              </a:ext>
            </a:extLst>
          </p:cNvPr>
          <p:cNvSpPr>
            <a:spLocks noGrp="1"/>
          </p:cNvSpPr>
          <p:nvPr/>
        </p:nvSpPr>
        <p:spPr>
          <a:xfrm>
            <a:off x="1004888" y="88915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16" name="b.sample.stem1">
            <a:extLst>
              <a:ext uri="{FF2B5EF4-FFF2-40B4-BE49-F238E27FC236}">
                <a16:creationId xmlns:a16="http://schemas.microsoft.com/office/drawing/2014/main" id="{E7536782-B37F-4DA7-B380-301D32539BDD}"/>
              </a:ext>
            </a:extLst>
          </p:cNvPr>
          <p:cNvSpPr>
            <a:spLocks noGrp="1"/>
          </p:cNvSpPr>
          <p:nvPr/>
        </p:nvSpPr>
        <p:spPr>
          <a:xfrm>
            <a:off x="1111958" y="89344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17" name="b.sample.dot1">
            <a:extLst>
              <a:ext uri="{FF2B5EF4-FFF2-40B4-BE49-F238E27FC236}">
                <a16:creationId xmlns:a16="http://schemas.microsoft.com/office/drawing/2014/main" id="{9EF8D1D2-5992-4BEF-8619-450D3A041139}"/>
              </a:ext>
            </a:extLst>
          </p:cNvPr>
          <p:cNvSpPr>
            <a:spLocks noGrp="1"/>
          </p:cNvSpPr>
          <p:nvPr/>
        </p:nvSpPr>
        <p:spPr>
          <a:xfrm>
            <a:off x="1069095" y="88915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18" name="b.sample.stem2">
            <a:extLst>
              <a:ext uri="{FF2B5EF4-FFF2-40B4-BE49-F238E27FC236}">
                <a16:creationId xmlns:a16="http://schemas.microsoft.com/office/drawing/2014/main" id="{B5DC85CA-B948-4EC4-B546-E025F8223816}"/>
              </a:ext>
            </a:extLst>
          </p:cNvPr>
          <p:cNvSpPr>
            <a:spLocks noGrp="1"/>
          </p:cNvSpPr>
          <p:nvPr/>
        </p:nvSpPr>
        <p:spPr>
          <a:xfrm>
            <a:off x="1872914" y="89344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19" name="b.sample.dot2">
            <a:extLst>
              <a:ext uri="{FF2B5EF4-FFF2-40B4-BE49-F238E27FC236}">
                <a16:creationId xmlns:a16="http://schemas.microsoft.com/office/drawing/2014/main" id="{E09B5969-1D2B-4FDE-92EC-A1FF9E94875F}"/>
              </a:ext>
            </a:extLst>
          </p:cNvPr>
          <p:cNvSpPr>
            <a:spLocks noGrp="1"/>
          </p:cNvSpPr>
          <p:nvPr/>
        </p:nvSpPr>
        <p:spPr>
          <a:xfrm>
            <a:off x="1830051" y="88915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20" name="b.sample.stem3">
            <a:extLst>
              <a:ext uri="{FF2B5EF4-FFF2-40B4-BE49-F238E27FC236}">
                <a16:creationId xmlns:a16="http://schemas.microsoft.com/office/drawing/2014/main" id="{4EB0994E-E8C2-4C63-AAEB-128C40C02672}"/>
              </a:ext>
            </a:extLst>
          </p:cNvPr>
          <p:cNvSpPr>
            <a:spLocks noGrp="1"/>
          </p:cNvSpPr>
          <p:nvPr/>
        </p:nvSpPr>
        <p:spPr>
          <a:xfrm>
            <a:off x="2116873" y="89344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1" name="b.sample.dot3">
            <a:extLst>
              <a:ext uri="{FF2B5EF4-FFF2-40B4-BE49-F238E27FC236}">
                <a16:creationId xmlns:a16="http://schemas.microsoft.com/office/drawing/2014/main" id="{DF599D7B-952D-47B2-9052-5132F0CB1AAA}"/>
              </a:ext>
            </a:extLst>
          </p:cNvPr>
          <p:cNvSpPr>
            <a:spLocks noGrp="1"/>
          </p:cNvSpPr>
          <p:nvPr/>
        </p:nvSpPr>
        <p:spPr>
          <a:xfrm>
            <a:off x="2074010" y="88915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22" name="b.sample.stem4">
            <a:extLst>
              <a:ext uri="{FF2B5EF4-FFF2-40B4-BE49-F238E27FC236}">
                <a16:creationId xmlns:a16="http://schemas.microsoft.com/office/drawing/2014/main" id="{7B0FD011-86B4-4456-B1FD-571A4341FEC7}"/>
              </a:ext>
            </a:extLst>
          </p:cNvPr>
          <p:cNvSpPr>
            <a:spLocks noGrp="1"/>
          </p:cNvSpPr>
          <p:nvPr/>
        </p:nvSpPr>
        <p:spPr>
          <a:xfrm>
            <a:off x="2219348" y="89344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3" name="b.sample.dot4">
            <a:extLst>
              <a:ext uri="{FF2B5EF4-FFF2-40B4-BE49-F238E27FC236}">
                <a16:creationId xmlns:a16="http://schemas.microsoft.com/office/drawing/2014/main" id="{84A31530-C766-449E-9A11-E5C1EDEFDCD2}"/>
              </a:ext>
            </a:extLst>
          </p:cNvPr>
          <p:cNvSpPr>
            <a:spLocks noGrp="1"/>
          </p:cNvSpPr>
          <p:nvPr/>
        </p:nvSpPr>
        <p:spPr>
          <a:xfrm>
            <a:off x="2176485" y="88915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24" name="b.sample.stem5">
            <a:extLst>
              <a:ext uri="{FF2B5EF4-FFF2-40B4-BE49-F238E27FC236}">
                <a16:creationId xmlns:a16="http://schemas.microsoft.com/office/drawing/2014/main" id="{AF9DF04A-1918-4BE8-9659-DEAEABD2FD92}"/>
              </a:ext>
            </a:extLst>
          </p:cNvPr>
          <p:cNvSpPr>
            <a:spLocks noGrp="1"/>
          </p:cNvSpPr>
          <p:nvPr/>
        </p:nvSpPr>
        <p:spPr>
          <a:xfrm>
            <a:off x="2739275" y="89344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5" name="b.sample.dot5">
            <a:extLst>
              <a:ext uri="{FF2B5EF4-FFF2-40B4-BE49-F238E27FC236}">
                <a16:creationId xmlns:a16="http://schemas.microsoft.com/office/drawing/2014/main" id="{B9FD7E0E-001C-47DD-BEC5-1BC0DE06EC82}"/>
              </a:ext>
            </a:extLst>
          </p:cNvPr>
          <p:cNvSpPr>
            <a:spLocks noGrp="1"/>
          </p:cNvSpPr>
          <p:nvPr/>
        </p:nvSpPr>
        <p:spPr>
          <a:xfrm>
            <a:off x="2696413" y="88915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26" name="b.sample.stem6">
            <a:extLst>
              <a:ext uri="{FF2B5EF4-FFF2-40B4-BE49-F238E27FC236}">
                <a16:creationId xmlns:a16="http://schemas.microsoft.com/office/drawing/2014/main" id="{7B094A69-5C04-4448-81DE-4F9AA21AE1E4}"/>
              </a:ext>
            </a:extLst>
          </p:cNvPr>
          <p:cNvSpPr>
            <a:spLocks noGrp="1"/>
          </p:cNvSpPr>
          <p:nvPr/>
        </p:nvSpPr>
        <p:spPr>
          <a:xfrm>
            <a:off x="3714750" y="89344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7" name="b.sample.dot6">
            <a:extLst>
              <a:ext uri="{FF2B5EF4-FFF2-40B4-BE49-F238E27FC236}">
                <a16:creationId xmlns:a16="http://schemas.microsoft.com/office/drawing/2014/main" id="{49C2E691-1FC8-4E43-932B-2518C68C523B}"/>
              </a:ext>
            </a:extLst>
          </p:cNvPr>
          <p:cNvSpPr>
            <a:spLocks noGrp="1"/>
          </p:cNvSpPr>
          <p:nvPr/>
        </p:nvSpPr>
        <p:spPr>
          <a:xfrm>
            <a:off x="3671888" y="88915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28" name="b.normalize">
            <a:extLst>
              <a:ext uri="{FF2B5EF4-FFF2-40B4-BE49-F238E27FC236}">
                <a16:creationId xmlns:a16="http://schemas.microsoft.com/office/drawing/2014/main" id="{7A6CCA1E-35B8-441B-882C-8908682B651D}"/>
              </a:ext>
            </a:extLst>
          </p:cNvPr>
          <p:cNvSpPr>
            <a:spLocks noGrp="1"/>
          </p:cNvSpPr>
          <p:nvPr/>
        </p:nvSpPr>
        <p:spPr>
          <a:xfrm>
            <a:off x="2381250" y="9944100"/>
            <a:ext cx="953" cy="276225"/>
          </a:xfrm>
          <a:custGeom>
            <a:avLst/>
            <a:gdLst/>
            <a:ahLst/>
            <a:cxnLst/>
            <a:rect l="0" t="0" r="0" b="0"/>
            <a:pathLst>
              <a:path w="953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29" name="b.normalize.head">
            <a:extLst>
              <a:ext uri="{FF2B5EF4-FFF2-40B4-BE49-F238E27FC236}">
                <a16:creationId xmlns:a16="http://schemas.microsoft.com/office/drawing/2014/main" id="{EA7A13AB-98B3-4F0B-91F4-CABD942F2CB8}"/>
              </a:ext>
            </a:extLst>
          </p:cNvPr>
          <p:cNvSpPr>
            <a:spLocks noGrp="1"/>
          </p:cNvSpPr>
          <p:nvPr/>
        </p:nvSpPr>
        <p:spPr>
          <a:xfrm>
            <a:off x="2339820" y="1013455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30" name="b.normal-label">
            <a:extLst>
              <a:ext uri="{FF2B5EF4-FFF2-40B4-BE49-F238E27FC236}">
                <a16:creationId xmlns:a16="http://schemas.microsoft.com/office/drawing/2014/main" id="{9FD0CD8E-8115-47CE-8A9F-A291D9DA4124}"/>
              </a:ext>
            </a:extLst>
          </p:cNvPr>
          <p:cNvSpPr>
            <a:spLocks noGrp="1"/>
          </p:cNvSpPr>
          <p:nvPr/>
        </p:nvSpPr>
        <p:spPr>
          <a:xfrm>
            <a:off x="666750" y="10363200"/>
            <a:ext cx="342900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 · 均值归一化</a:t>
            </a:r>
          </a:p>
        </p:txBody>
      </p:sp>
      <p:sp>
        <p:nvSpPr>
          <p:cNvPr id="131" name="b.standardize">
            <a:extLst>
              <a:ext uri="{FF2B5EF4-FFF2-40B4-BE49-F238E27FC236}">
                <a16:creationId xmlns:a16="http://schemas.microsoft.com/office/drawing/2014/main" id="{5E4D215A-9FDF-40CC-A02E-F1117F3579FF}"/>
              </a:ext>
            </a:extLst>
          </p:cNvPr>
          <p:cNvSpPr>
            <a:spLocks noGrp="1"/>
          </p:cNvSpPr>
          <p:nvPr/>
        </p:nvSpPr>
        <p:spPr>
          <a:xfrm>
            <a:off x="552450" y="11906250"/>
            <a:ext cx="365760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使用已保存的输入标准化参数</a:t>
            </a:r>
          </a:p>
        </p:txBody>
      </p:sp>
      <p:sp>
        <p:nvSpPr>
          <p:cNvPr id="132" name="b.sample-to-predict">
            <a:extLst>
              <a:ext uri="{FF2B5EF4-FFF2-40B4-BE49-F238E27FC236}">
                <a16:creationId xmlns:a16="http://schemas.microsoft.com/office/drawing/2014/main" id="{AE426760-065D-410D-A335-BDC263B34F0B}"/>
              </a:ext>
            </a:extLst>
          </p:cNvPr>
          <p:cNvSpPr>
            <a:spLocks noGrp="1"/>
          </p:cNvSpPr>
          <p:nvPr/>
        </p:nvSpPr>
        <p:spPr>
          <a:xfrm>
            <a:off x="4552950" y="10401300"/>
            <a:ext cx="4191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33" name="b.predict.boundary">
            <a:extLst>
              <a:ext uri="{FF2B5EF4-FFF2-40B4-BE49-F238E27FC236}">
                <a16:creationId xmlns:a16="http://schemas.microsoft.com/office/drawing/2014/main" id="{14C86D98-C97F-4C5A-9DBD-3AAE6A7C93D8}"/>
              </a:ext>
            </a:extLst>
          </p:cNvPr>
          <p:cNvSpPr>
            <a:spLocks noGrp="1"/>
          </p:cNvSpPr>
          <p:nvPr/>
        </p:nvSpPr>
        <p:spPr>
          <a:xfrm>
            <a:off x="5143500" y="7905750"/>
            <a:ext cx="6191250" cy="4572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34" name="b.predict.header">
            <a:extLst>
              <a:ext uri="{FF2B5EF4-FFF2-40B4-BE49-F238E27FC236}">
                <a16:creationId xmlns:a16="http://schemas.microsoft.com/office/drawing/2014/main" id="{2B94BD98-AB80-4B57-9D5B-70F6A64B728A}"/>
              </a:ext>
            </a:extLst>
          </p:cNvPr>
          <p:cNvSpPr>
            <a:spLocks noGrp="1"/>
          </p:cNvSpPr>
          <p:nvPr/>
        </p:nvSpPr>
        <p:spPr>
          <a:xfrm>
            <a:off x="5143500" y="7905750"/>
            <a:ext cx="619125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135" name="b.predict.title">
            <a:extLst>
              <a:ext uri="{FF2B5EF4-FFF2-40B4-BE49-F238E27FC236}">
                <a16:creationId xmlns:a16="http://schemas.microsoft.com/office/drawing/2014/main" id="{A04686B3-1A11-484B-BF1B-0D68549E22DA}"/>
              </a:ext>
            </a:extLst>
          </p:cNvPr>
          <p:cNvSpPr>
            <a:spLocks noGrp="1"/>
          </p:cNvSpPr>
          <p:nvPr/>
        </p:nvSpPr>
        <p:spPr>
          <a:xfrm>
            <a:off x="5238750" y="7924800"/>
            <a:ext cx="6000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预测 26 个候选的损失</a:t>
            </a:r>
          </a:p>
        </p:txBody>
      </p:sp>
      <p:sp>
        <p:nvSpPr>
          <p:cNvPr id="136" name="b.mlp.weight0-0-0">
            <a:extLst>
              <a:ext uri="{FF2B5EF4-FFF2-40B4-BE49-F238E27FC236}">
                <a16:creationId xmlns:a16="http://schemas.microsoft.com/office/drawing/2014/main" id="{9DAEEA02-078D-436C-AC7E-84BE1933F16B}"/>
              </a:ext>
            </a:extLst>
          </p:cNvPr>
          <p:cNvSpPr>
            <a:spLocks noGrp="1"/>
          </p:cNvSpPr>
          <p:nvPr/>
        </p:nvSpPr>
        <p:spPr>
          <a:xfrm>
            <a:off x="5905500" y="8942784"/>
            <a:ext cx="1555750" cy="53578"/>
          </a:xfrm>
          <a:custGeom>
            <a:avLst/>
            <a:gdLst/>
            <a:ahLst/>
            <a:cxnLst/>
            <a:rect l="0" t="0" r="0" b="0"/>
            <a:pathLst>
              <a:path w="1555750" h="53578">
                <a:moveTo>
                  <a:pt x="0" y="53578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37" name="b.mlp.weight0-0-1">
            <a:extLst>
              <a:ext uri="{FF2B5EF4-FFF2-40B4-BE49-F238E27FC236}">
                <a16:creationId xmlns:a16="http://schemas.microsoft.com/office/drawing/2014/main" id="{A31BC6A9-D6E4-4A3E-AB9B-D4EADCE596AA}"/>
              </a:ext>
            </a:extLst>
          </p:cNvPr>
          <p:cNvSpPr>
            <a:spLocks noGrp="1"/>
          </p:cNvSpPr>
          <p:nvPr/>
        </p:nvSpPr>
        <p:spPr>
          <a:xfrm>
            <a:off x="5905500" y="8996363"/>
            <a:ext cx="1555750" cy="267891"/>
          </a:xfrm>
          <a:custGeom>
            <a:avLst/>
            <a:gdLst/>
            <a:ahLst/>
            <a:cxnLst/>
            <a:rect l="0" t="0" r="0" b="0"/>
            <a:pathLst>
              <a:path w="1555750" h="267891">
                <a:moveTo>
                  <a:pt x="0" y="0"/>
                </a:moveTo>
                <a:lnTo>
                  <a:pt x="1555750" y="26789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38" name="b.mlp.weight0-0-2">
            <a:extLst>
              <a:ext uri="{FF2B5EF4-FFF2-40B4-BE49-F238E27FC236}">
                <a16:creationId xmlns:a16="http://schemas.microsoft.com/office/drawing/2014/main" id="{E79AA581-17F1-457D-BB9A-105DDA9CC8EE}"/>
              </a:ext>
            </a:extLst>
          </p:cNvPr>
          <p:cNvSpPr>
            <a:spLocks noGrp="1"/>
          </p:cNvSpPr>
          <p:nvPr/>
        </p:nvSpPr>
        <p:spPr>
          <a:xfrm>
            <a:off x="5905500" y="8996363"/>
            <a:ext cx="1555750" cy="589359"/>
          </a:xfrm>
          <a:custGeom>
            <a:avLst/>
            <a:gdLst/>
            <a:ahLst/>
            <a:cxnLst/>
            <a:rect l="0" t="0" r="0" b="0"/>
            <a:pathLst>
              <a:path w="1555750" h="589359">
                <a:moveTo>
                  <a:pt x="0" y="0"/>
                </a:moveTo>
                <a:lnTo>
                  <a:pt x="1555750" y="58935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39" name="b.mlp.weight0-0-3">
            <a:extLst>
              <a:ext uri="{FF2B5EF4-FFF2-40B4-BE49-F238E27FC236}">
                <a16:creationId xmlns:a16="http://schemas.microsoft.com/office/drawing/2014/main" id="{5E9B8504-A1DD-4CA0-AD8F-20BD75DBF639}"/>
              </a:ext>
            </a:extLst>
          </p:cNvPr>
          <p:cNvSpPr>
            <a:spLocks noGrp="1"/>
          </p:cNvSpPr>
          <p:nvPr/>
        </p:nvSpPr>
        <p:spPr>
          <a:xfrm>
            <a:off x="5905500" y="8996363"/>
            <a:ext cx="1555750" cy="910828"/>
          </a:xfrm>
          <a:custGeom>
            <a:avLst/>
            <a:gdLst/>
            <a:ahLst/>
            <a:cxnLst/>
            <a:rect l="0" t="0" r="0" b="0"/>
            <a:pathLst>
              <a:path w="1555750" h="910828">
                <a:moveTo>
                  <a:pt x="0" y="0"/>
                </a:moveTo>
                <a:lnTo>
                  <a:pt x="1555750" y="91082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0" name="b.mlp.weight0-1-0">
            <a:extLst>
              <a:ext uri="{FF2B5EF4-FFF2-40B4-BE49-F238E27FC236}">
                <a16:creationId xmlns:a16="http://schemas.microsoft.com/office/drawing/2014/main" id="{5A684054-5597-4153-89B6-4246F68CA0C7}"/>
              </a:ext>
            </a:extLst>
          </p:cNvPr>
          <p:cNvSpPr>
            <a:spLocks noGrp="1"/>
          </p:cNvSpPr>
          <p:nvPr/>
        </p:nvSpPr>
        <p:spPr>
          <a:xfrm>
            <a:off x="5905500" y="8942784"/>
            <a:ext cx="1555750" cy="482203"/>
          </a:xfrm>
          <a:custGeom>
            <a:avLst/>
            <a:gdLst/>
            <a:ahLst/>
            <a:cxnLst/>
            <a:rect l="0" t="0" r="0" b="0"/>
            <a:pathLst>
              <a:path w="1555750" h="482203">
                <a:moveTo>
                  <a:pt x="0" y="482203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1" name="b.mlp.weight0-1-1">
            <a:extLst>
              <a:ext uri="{FF2B5EF4-FFF2-40B4-BE49-F238E27FC236}">
                <a16:creationId xmlns:a16="http://schemas.microsoft.com/office/drawing/2014/main" id="{56BDF22B-2ADC-443E-B83C-BFA3D2D20136}"/>
              </a:ext>
            </a:extLst>
          </p:cNvPr>
          <p:cNvSpPr>
            <a:spLocks noGrp="1"/>
          </p:cNvSpPr>
          <p:nvPr/>
        </p:nvSpPr>
        <p:spPr>
          <a:xfrm>
            <a:off x="5905500" y="9264253"/>
            <a:ext cx="1555750" cy="160734"/>
          </a:xfrm>
          <a:custGeom>
            <a:avLst/>
            <a:gdLst/>
            <a:ahLst/>
            <a:cxnLst/>
            <a:rect l="0" t="0" r="0" b="0"/>
            <a:pathLst>
              <a:path w="1555750" h="160734">
                <a:moveTo>
                  <a:pt x="0" y="160734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2" name="b.mlp.weight0-1-2">
            <a:extLst>
              <a:ext uri="{FF2B5EF4-FFF2-40B4-BE49-F238E27FC236}">
                <a16:creationId xmlns:a16="http://schemas.microsoft.com/office/drawing/2014/main" id="{F8A50643-A8B2-4A91-AF0E-2615AB30ED04}"/>
              </a:ext>
            </a:extLst>
          </p:cNvPr>
          <p:cNvSpPr>
            <a:spLocks noGrp="1"/>
          </p:cNvSpPr>
          <p:nvPr/>
        </p:nvSpPr>
        <p:spPr>
          <a:xfrm>
            <a:off x="5905500" y="9424988"/>
            <a:ext cx="1555750" cy="160734"/>
          </a:xfrm>
          <a:custGeom>
            <a:avLst/>
            <a:gdLst/>
            <a:ahLst/>
            <a:cxnLst/>
            <a:rect l="0" t="0" r="0" b="0"/>
            <a:pathLst>
              <a:path w="1555750" h="160734">
                <a:moveTo>
                  <a:pt x="0" y="0"/>
                </a:moveTo>
                <a:lnTo>
                  <a:pt x="1555750" y="1607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3" name="b.mlp.weight0-1-3">
            <a:extLst>
              <a:ext uri="{FF2B5EF4-FFF2-40B4-BE49-F238E27FC236}">
                <a16:creationId xmlns:a16="http://schemas.microsoft.com/office/drawing/2014/main" id="{A6A23451-AEDF-444F-AF4A-1EFD7FFF633E}"/>
              </a:ext>
            </a:extLst>
          </p:cNvPr>
          <p:cNvSpPr>
            <a:spLocks noGrp="1"/>
          </p:cNvSpPr>
          <p:nvPr/>
        </p:nvSpPr>
        <p:spPr>
          <a:xfrm>
            <a:off x="5905500" y="9424988"/>
            <a:ext cx="1555750" cy="482203"/>
          </a:xfrm>
          <a:custGeom>
            <a:avLst/>
            <a:gdLst/>
            <a:ahLst/>
            <a:cxnLst/>
            <a:rect l="0" t="0" r="0" b="0"/>
            <a:pathLst>
              <a:path w="1555750" h="482203">
                <a:moveTo>
                  <a:pt x="0" y="0"/>
                </a:moveTo>
                <a:lnTo>
                  <a:pt x="1555750" y="48220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4" name="b.mlp.weight0-2-0">
            <a:extLst>
              <a:ext uri="{FF2B5EF4-FFF2-40B4-BE49-F238E27FC236}">
                <a16:creationId xmlns:a16="http://schemas.microsoft.com/office/drawing/2014/main" id="{63674B54-9E79-4E9B-99B0-E06CED69F90C}"/>
              </a:ext>
            </a:extLst>
          </p:cNvPr>
          <p:cNvSpPr>
            <a:spLocks noGrp="1"/>
          </p:cNvSpPr>
          <p:nvPr/>
        </p:nvSpPr>
        <p:spPr>
          <a:xfrm>
            <a:off x="5905500" y="8942784"/>
            <a:ext cx="1555750" cy="910828"/>
          </a:xfrm>
          <a:custGeom>
            <a:avLst/>
            <a:gdLst/>
            <a:ahLst/>
            <a:cxnLst/>
            <a:rect l="0" t="0" r="0" b="0"/>
            <a:pathLst>
              <a:path w="1555750" h="910828">
                <a:moveTo>
                  <a:pt x="0" y="910828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5" name="b.mlp.weight0-2-1">
            <a:extLst>
              <a:ext uri="{FF2B5EF4-FFF2-40B4-BE49-F238E27FC236}">
                <a16:creationId xmlns:a16="http://schemas.microsoft.com/office/drawing/2014/main" id="{DEC74A0C-16FD-4BE3-9117-1FDC75FE5B44}"/>
              </a:ext>
            </a:extLst>
          </p:cNvPr>
          <p:cNvSpPr>
            <a:spLocks noGrp="1"/>
          </p:cNvSpPr>
          <p:nvPr/>
        </p:nvSpPr>
        <p:spPr>
          <a:xfrm>
            <a:off x="5905500" y="9264253"/>
            <a:ext cx="1555750" cy="589359"/>
          </a:xfrm>
          <a:custGeom>
            <a:avLst/>
            <a:gdLst/>
            <a:ahLst/>
            <a:cxnLst/>
            <a:rect l="0" t="0" r="0" b="0"/>
            <a:pathLst>
              <a:path w="1555750" h="589359">
                <a:moveTo>
                  <a:pt x="0" y="589359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6" name="b.mlp.weight0-2-2">
            <a:extLst>
              <a:ext uri="{FF2B5EF4-FFF2-40B4-BE49-F238E27FC236}">
                <a16:creationId xmlns:a16="http://schemas.microsoft.com/office/drawing/2014/main" id="{CE60E790-1A10-4C61-867C-C5F4FCEFC2F2}"/>
              </a:ext>
            </a:extLst>
          </p:cNvPr>
          <p:cNvSpPr>
            <a:spLocks noGrp="1"/>
          </p:cNvSpPr>
          <p:nvPr/>
        </p:nvSpPr>
        <p:spPr>
          <a:xfrm>
            <a:off x="5905500" y="9585722"/>
            <a:ext cx="1555750" cy="267891"/>
          </a:xfrm>
          <a:custGeom>
            <a:avLst/>
            <a:gdLst/>
            <a:ahLst/>
            <a:cxnLst/>
            <a:rect l="0" t="0" r="0" b="0"/>
            <a:pathLst>
              <a:path w="1555750" h="267891">
                <a:moveTo>
                  <a:pt x="0" y="267891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7" name="b.mlp.weight0-2-3">
            <a:extLst>
              <a:ext uri="{FF2B5EF4-FFF2-40B4-BE49-F238E27FC236}">
                <a16:creationId xmlns:a16="http://schemas.microsoft.com/office/drawing/2014/main" id="{2F7AFE77-4E57-4618-B136-60E14CB9EFCE}"/>
              </a:ext>
            </a:extLst>
          </p:cNvPr>
          <p:cNvSpPr>
            <a:spLocks noGrp="1"/>
          </p:cNvSpPr>
          <p:nvPr/>
        </p:nvSpPr>
        <p:spPr>
          <a:xfrm>
            <a:off x="5905500" y="9853613"/>
            <a:ext cx="1555750" cy="53578"/>
          </a:xfrm>
          <a:custGeom>
            <a:avLst/>
            <a:gdLst/>
            <a:ahLst/>
            <a:cxnLst/>
            <a:rect l="0" t="0" r="0" b="0"/>
            <a:pathLst>
              <a:path w="1555750" h="53578">
                <a:moveTo>
                  <a:pt x="0" y="0"/>
                </a:moveTo>
                <a:lnTo>
                  <a:pt x="1555750" y="5357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8" name="b.mlp.weight1-0-0">
            <a:extLst>
              <a:ext uri="{FF2B5EF4-FFF2-40B4-BE49-F238E27FC236}">
                <a16:creationId xmlns:a16="http://schemas.microsoft.com/office/drawing/2014/main" id="{9AF40365-57AE-4209-9ECE-2F8E15B65A0E}"/>
              </a:ext>
            </a:extLst>
          </p:cNvPr>
          <p:cNvSpPr>
            <a:spLocks noGrp="1"/>
          </p:cNvSpPr>
          <p:nvPr/>
        </p:nvSpPr>
        <p:spPr>
          <a:xfrm>
            <a:off x="7461250" y="8942784"/>
            <a:ext cx="1555750" cy="953"/>
          </a:xfrm>
          <a:custGeom>
            <a:avLst/>
            <a:gdLst/>
            <a:ahLst/>
            <a:cxnLst/>
            <a:rect l="0" t="0" r="0" b="0"/>
            <a:pathLst>
              <a:path w="1555750" h="953">
                <a:moveTo>
                  <a:pt x="0" y="0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49" name="b.mlp.weight1-0-1">
            <a:extLst>
              <a:ext uri="{FF2B5EF4-FFF2-40B4-BE49-F238E27FC236}">
                <a16:creationId xmlns:a16="http://schemas.microsoft.com/office/drawing/2014/main" id="{414DB422-3A2E-4B9C-9073-B4C5208164DB}"/>
              </a:ext>
            </a:extLst>
          </p:cNvPr>
          <p:cNvSpPr>
            <a:spLocks noGrp="1"/>
          </p:cNvSpPr>
          <p:nvPr/>
        </p:nvSpPr>
        <p:spPr>
          <a:xfrm>
            <a:off x="7461250" y="8942784"/>
            <a:ext cx="1555750" cy="321469"/>
          </a:xfrm>
          <a:custGeom>
            <a:avLst/>
            <a:gdLst/>
            <a:ahLst/>
            <a:cxnLst/>
            <a:rect l="0" t="0" r="0" b="0"/>
            <a:pathLst>
              <a:path w="1555750" h="321469">
                <a:moveTo>
                  <a:pt x="0" y="0"/>
                </a:moveTo>
                <a:lnTo>
                  <a:pt x="1555750" y="32146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0" name="b.mlp.weight1-0-2">
            <a:extLst>
              <a:ext uri="{FF2B5EF4-FFF2-40B4-BE49-F238E27FC236}">
                <a16:creationId xmlns:a16="http://schemas.microsoft.com/office/drawing/2014/main" id="{2D55D5F3-373D-45DB-AA60-2AE8F16E8A27}"/>
              </a:ext>
            </a:extLst>
          </p:cNvPr>
          <p:cNvSpPr>
            <a:spLocks noGrp="1"/>
          </p:cNvSpPr>
          <p:nvPr/>
        </p:nvSpPr>
        <p:spPr>
          <a:xfrm>
            <a:off x="7461250" y="8942784"/>
            <a:ext cx="1555750" cy="642938"/>
          </a:xfrm>
          <a:custGeom>
            <a:avLst/>
            <a:gdLst/>
            <a:ahLst/>
            <a:cxnLst/>
            <a:rect l="0" t="0" r="0" b="0"/>
            <a:pathLst>
              <a:path w="1555750" h="642938">
                <a:moveTo>
                  <a:pt x="0" y="0"/>
                </a:moveTo>
                <a:lnTo>
                  <a:pt x="1555750" y="64293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1" name="b.mlp.weight1-0-3">
            <a:extLst>
              <a:ext uri="{FF2B5EF4-FFF2-40B4-BE49-F238E27FC236}">
                <a16:creationId xmlns:a16="http://schemas.microsoft.com/office/drawing/2014/main" id="{A1050526-28BF-4CDD-9EB5-06096B184967}"/>
              </a:ext>
            </a:extLst>
          </p:cNvPr>
          <p:cNvSpPr>
            <a:spLocks noGrp="1"/>
          </p:cNvSpPr>
          <p:nvPr/>
        </p:nvSpPr>
        <p:spPr>
          <a:xfrm>
            <a:off x="7461250" y="8942784"/>
            <a:ext cx="1555750" cy="964406"/>
          </a:xfrm>
          <a:custGeom>
            <a:avLst/>
            <a:gdLst/>
            <a:ahLst/>
            <a:cxnLst/>
            <a:rect l="0" t="0" r="0" b="0"/>
            <a:pathLst>
              <a:path w="1555750" h="964406">
                <a:moveTo>
                  <a:pt x="0" y="0"/>
                </a:moveTo>
                <a:lnTo>
                  <a:pt x="1555750" y="96440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2" name="b.mlp.weight1-1-0">
            <a:extLst>
              <a:ext uri="{FF2B5EF4-FFF2-40B4-BE49-F238E27FC236}">
                <a16:creationId xmlns:a16="http://schemas.microsoft.com/office/drawing/2014/main" id="{56B2F710-818A-4590-8A42-C7310324E0B0}"/>
              </a:ext>
            </a:extLst>
          </p:cNvPr>
          <p:cNvSpPr>
            <a:spLocks noGrp="1"/>
          </p:cNvSpPr>
          <p:nvPr/>
        </p:nvSpPr>
        <p:spPr>
          <a:xfrm>
            <a:off x="7461250" y="8942784"/>
            <a:ext cx="1555750" cy="321469"/>
          </a:xfrm>
          <a:custGeom>
            <a:avLst/>
            <a:gdLst/>
            <a:ahLst/>
            <a:cxnLst/>
            <a:rect l="0" t="0" r="0" b="0"/>
            <a:pathLst>
              <a:path w="1555750" h="321469">
                <a:moveTo>
                  <a:pt x="0" y="321469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3" name="b.mlp.weight1-1-1">
            <a:extLst>
              <a:ext uri="{FF2B5EF4-FFF2-40B4-BE49-F238E27FC236}">
                <a16:creationId xmlns:a16="http://schemas.microsoft.com/office/drawing/2014/main" id="{EDAD860F-2AF2-411A-B01B-2919C6572F36}"/>
              </a:ext>
            </a:extLst>
          </p:cNvPr>
          <p:cNvSpPr>
            <a:spLocks noGrp="1"/>
          </p:cNvSpPr>
          <p:nvPr/>
        </p:nvSpPr>
        <p:spPr>
          <a:xfrm>
            <a:off x="7461250" y="9264253"/>
            <a:ext cx="1555750" cy="953"/>
          </a:xfrm>
          <a:custGeom>
            <a:avLst/>
            <a:gdLst/>
            <a:ahLst/>
            <a:cxnLst/>
            <a:rect l="0" t="0" r="0" b="0"/>
            <a:pathLst>
              <a:path w="1555750" h="953">
                <a:moveTo>
                  <a:pt x="0" y="0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4" name="b.mlp.weight1-1-2">
            <a:extLst>
              <a:ext uri="{FF2B5EF4-FFF2-40B4-BE49-F238E27FC236}">
                <a16:creationId xmlns:a16="http://schemas.microsoft.com/office/drawing/2014/main" id="{C566BCC6-DCF4-4068-8F28-D46E625A769B}"/>
              </a:ext>
            </a:extLst>
          </p:cNvPr>
          <p:cNvSpPr>
            <a:spLocks noGrp="1"/>
          </p:cNvSpPr>
          <p:nvPr/>
        </p:nvSpPr>
        <p:spPr>
          <a:xfrm>
            <a:off x="7461250" y="9264253"/>
            <a:ext cx="1555750" cy="321469"/>
          </a:xfrm>
          <a:custGeom>
            <a:avLst/>
            <a:gdLst/>
            <a:ahLst/>
            <a:cxnLst/>
            <a:rect l="0" t="0" r="0" b="0"/>
            <a:pathLst>
              <a:path w="1555750" h="321469">
                <a:moveTo>
                  <a:pt x="0" y="0"/>
                </a:moveTo>
                <a:lnTo>
                  <a:pt x="1555750" y="32146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5" name="b.mlp.weight1-1-3">
            <a:extLst>
              <a:ext uri="{FF2B5EF4-FFF2-40B4-BE49-F238E27FC236}">
                <a16:creationId xmlns:a16="http://schemas.microsoft.com/office/drawing/2014/main" id="{EF93B70C-62FD-4939-8361-2724F2043100}"/>
              </a:ext>
            </a:extLst>
          </p:cNvPr>
          <p:cNvSpPr>
            <a:spLocks noGrp="1"/>
          </p:cNvSpPr>
          <p:nvPr/>
        </p:nvSpPr>
        <p:spPr>
          <a:xfrm>
            <a:off x="7461250" y="9264253"/>
            <a:ext cx="1555750" cy="642938"/>
          </a:xfrm>
          <a:custGeom>
            <a:avLst/>
            <a:gdLst/>
            <a:ahLst/>
            <a:cxnLst/>
            <a:rect l="0" t="0" r="0" b="0"/>
            <a:pathLst>
              <a:path w="1555750" h="642938">
                <a:moveTo>
                  <a:pt x="0" y="0"/>
                </a:moveTo>
                <a:lnTo>
                  <a:pt x="1555750" y="64293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6" name="b.mlp.weight1-2-0">
            <a:extLst>
              <a:ext uri="{FF2B5EF4-FFF2-40B4-BE49-F238E27FC236}">
                <a16:creationId xmlns:a16="http://schemas.microsoft.com/office/drawing/2014/main" id="{05E65DED-6436-4B2C-820C-4DF2155C81DE}"/>
              </a:ext>
            </a:extLst>
          </p:cNvPr>
          <p:cNvSpPr>
            <a:spLocks noGrp="1"/>
          </p:cNvSpPr>
          <p:nvPr/>
        </p:nvSpPr>
        <p:spPr>
          <a:xfrm>
            <a:off x="7461250" y="8942784"/>
            <a:ext cx="1555750" cy="642938"/>
          </a:xfrm>
          <a:custGeom>
            <a:avLst/>
            <a:gdLst/>
            <a:ahLst/>
            <a:cxnLst/>
            <a:rect l="0" t="0" r="0" b="0"/>
            <a:pathLst>
              <a:path w="1555750" h="642938">
                <a:moveTo>
                  <a:pt x="0" y="642938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7" name="b.mlp.weight1-2-1">
            <a:extLst>
              <a:ext uri="{FF2B5EF4-FFF2-40B4-BE49-F238E27FC236}">
                <a16:creationId xmlns:a16="http://schemas.microsoft.com/office/drawing/2014/main" id="{D99AA55D-AFB5-497E-A9AB-611DD4E9B0AA}"/>
              </a:ext>
            </a:extLst>
          </p:cNvPr>
          <p:cNvSpPr>
            <a:spLocks noGrp="1"/>
          </p:cNvSpPr>
          <p:nvPr/>
        </p:nvSpPr>
        <p:spPr>
          <a:xfrm>
            <a:off x="7461250" y="9264253"/>
            <a:ext cx="1555750" cy="321469"/>
          </a:xfrm>
          <a:custGeom>
            <a:avLst/>
            <a:gdLst/>
            <a:ahLst/>
            <a:cxnLst/>
            <a:rect l="0" t="0" r="0" b="0"/>
            <a:pathLst>
              <a:path w="1555750" h="321469">
                <a:moveTo>
                  <a:pt x="0" y="321469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8" name="b.mlp.weight1-2-2">
            <a:extLst>
              <a:ext uri="{FF2B5EF4-FFF2-40B4-BE49-F238E27FC236}">
                <a16:creationId xmlns:a16="http://schemas.microsoft.com/office/drawing/2014/main" id="{FAD17E32-8F09-4403-B1AE-66E0DFF5F49E}"/>
              </a:ext>
            </a:extLst>
          </p:cNvPr>
          <p:cNvSpPr>
            <a:spLocks noGrp="1"/>
          </p:cNvSpPr>
          <p:nvPr/>
        </p:nvSpPr>
        <p:spPr>
          <a:xfrm>
            <a:off x="7461250" y="9585722"/>
            <a:ext cx="1555750" cy="953"/>
          </a:xfrm>
          <a:custGeom>
            <a:avLst/>
            <a:gdLst/>
            <a:ahLst/>
            <a:cxnLst/>
            <a:rect l="0" t="0" r="0" b="0"/>
            <a:pathLst>
              <a:path w="1555750" h="953">
                <a:moveTo>
                  <a:pt x="0" y="0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59" name="b.mlp.weight1-2-3">
            <a:extLst>
              <a:ext uri="{FF2B5EF4-FFF2-40B4-BE49-F238E27FC236}">
                <a16:creationId xmlns:a16="http://schemas.microsoft.com/office/drawing/2014/main" id="{0D16EACC-FAAB-431E-9480-35FAE68EA621}"/>
              </a:ext>
            </a:extLst>
          </p:cNvPr>
          <p:cNvSpPr>
            <a:spLocks noGrp="1"/>
          </p:cNvSpPr>
          <p:nvPr/>
        </p:nvSpPr>
        <p:spPr>
          <a:xfrm>
            <a:off x="7461250" y="9585722"/>
            <a:ext cx="1555750" cy="321469"/>
          </a:xfrm>
          <a:custGeom>
            <a:avLst/>
            <a:gdLst/>
            <a:ahLst/>
            <a:cxnLst/>
            <a:rect l="0" t="0" r="0" b="0"/>
            <a:pathLst>
              <a:path w="1555750" h="321469">
                <a:moveTo>
                  <a:pt x="0" y="0"/>
                </a:moveTo>
                <a:lnTo>
                  <a:pt x="1555750" y="32146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0" name="b.mlp.weight1-3-0">
            <a:extLst>
              <a:ext uri="{FF2B5EF4-FFF2-40B4-BE49-F238E27FC236}">
                <a16:creationId xmlns:a16="http://schemas.microsoft.com/office/drawing/2014/main" id="{2F02C8E7-91BA-4575-AF2E-031BB397C1A6}"/>
              </a:ext>
            </a:extLst>
          </p:cNvPr>
          <p:cNvSpPr>
            <a:spLocks noGrp="1"/>
          </p:cNvSpPr>
          <p:nvPr/>
        </p:nvSpPr>
        <p:spPr>
          <a:xfrm>
            <a:off x="7461250" y="8942784"/>
            <a:ext cx="1555750" cy="964406"/>
          </a:xfrm>
          <a:custGeom>
            <a:avLst/>
            <a:gdLst/>
            <a:ahLst/>
            <a:cxnLst/>
            <a:rect l="0" t="0" r="0" b="0"/>
            <a:pathLst>
              <a:path w="1555750" h="964406">
                <a:moveTo>
                  <a:pt x="0" y="964406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1" name="b.mlp.weight1-3-1">
            <a:extLst>
              <a:ext uri="{FF2B5EF4-FFF2-40B4-BE49-F238E27FC236}">
                <a16:creationId xmlns:a16="http://schemas.microsoft.com/office/drawing/2014/main" id="{0F2464D3-118B-4352-8C1D-5CF083AC8532}"/>
              </a:ext>
            </a:extLst>
          </p:cNvPr>
          <p:cNvSpPr>
            <a:spLocks noGrp="1"/>
          </p:cNvSpPr>
          <p:nvPr/>
        </p:nvSpPr>
        <p:spPr>
          <a:xfrm>
            <a:off x="7461250" y="9264253"/>
            <a:ext cx="1555750" cy="642938"/>
          </a:xfrm>
          <a:custGeom>
            <a:avLst/>
            <a:gdLst/>
            <a:ahLst/>
            <a:cxnLst/>
            <a:rect l="0" t="0" r="0" b="0"/>
            <a:pathLst>
              <a:path w="1555750" h="642938">
                <a:moveTo>
                  <a:pt x="0" y="642938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2" name="b.mlp.weight1-3-2">
            <a:extLst>
              <a:ext uri="{FF2B5EF4-FFF2-40B4-BE49-F238E27FC236}">
                <a16:creationId xmlns:a16="http://schemas.microsoft.com/office/drawing/2014/main" id="{18749F18-0878-47BE-9474-42BE537B63FE}"/>
              </a:ext>
            </a:extLst>
          </p:cNvPr>
          <p:cNvSpPr>
            <a:spLocks noGrp="1"/>
          </p:cNvSpPr>
          <p:nvPr/>
        </p:nvSpPr>
        <p:spPr>
          <a:xfrm>
            <a:off x="7461250" y="9585722"/>
            <a:ext cx="1555750" cy="321469"/>
          </a:xfrm>
          <a:custGeom>
            <a:avLst/>
            <a:gdLst/>
            <a:ahLst/>
            <a:cxnLst/>
            <a:rect l="0" t="0" r="0" b="0"/>
            <a:pathLst>
              <a:path w="1555750" h="321469">
                <a:moveTo>
                  <a:pt x="0" y="321469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3" name="b.mlp.weight1-3-3">
            <a:extLst>
              <a:ext uri="{FF2B5EF4-FFF2-40B4-BE49-F238E27FC236}">
                <a16:creationId xmlns:a16="http://schemas.microsoft.com/office/drawing/2014/main" id="{80E38F0A-89C3-4F64-BADF-18A13C746054}"/>
              </a:ext>
            </a:extLst>
          </p:cNvPr>
          <p:cNvSpPr>
            <a:spLocks noGrp="1"/>
          </p:cNvSpPr>
          <p:nvPr/>
        </p:nvSpPr>
        <p:spPr>
          <a:xfrm>
            <a:off x="7461250" y="9907191"/>
            <a:ext cx="1555750" cy="953"/>
          </a:xfrm>
          <a:custGeom>
            <a:avLst/>
            <a:gdLst/>
            <a:ahLst/>
            <a:cxnLst/>
            <a:rect l="0" t="0" r="0" b="0"/>
            <a:pathLst>
              <a:path w="1555750" h="953">
                <a:moveTo>
                  <a:pt x="0" y="0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4" name="b.mlp.weight2-0-0">
            <a:extLst>
              <a:ext uri="{FF2B5EF4-FFF2-40B4-BE49-F238E27FC236}">
                <a16:creationId xmlns:a16="http://schemas.microsoft.com/office/drawing/2014/main" id="{A9D65A68-EE2A-4EBA-8312-A3EAB7222662}"/>
              </a:ext>
            </a:extLst>
          </p:cNvPr>
          <p:cNvSpPr>
            <a:spLocks noGrp="1"/>
          </p:cNvSpPr>
          <p:nvPr/>
        </p:nvSpPr>
        <p:spPr>
          <a:xfrm>
            <a:off x="9017000" y="8942784"/>
            <a:ext cx="1555750" cy="53578"/>
          </a:xfrm>
          <a:custGeom>
            <a:avLst/>
            <a:gdLst/>
            <a:ahLst/>
            <a:cxnLst/>
            <a:rect l="0" t="0" r="0" b="0"/>
            <a:pathLst>
              <a:path w="1555750" h="53578">
                <a:moveTo>
                  <a:pt x="0" y="0"/>
                </a:moveTo>
                <a:lnTo>
                  <a:pt x="1555750" y="5357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5" name="b.mlp.weight2-0-1">
            <a:extLst>
              <a:ext uri="{FF2B5EF4-FFF2-40B4-BE49-F238E27FC236}">
                <a16:creationId xmlns:a16="http://schemas.microsoft.com/office/drawing/2014/main" id="{4BEE5C6A-0F7C-4F70-A57F-C8E6EC01A7C3}"/>
              </a:ext>
            </a:extLst>
          </p:cNvPr>
          <p:cNvSpPr>
            <a:spLocks noGrp="1"/>
          </p:cNvSpPr>
          <p:nvPr/>
        </p:nvSpPr>
        <p:spPr>
          <a:xfrm>
            <a:off x="9017000" y="8942784"/>
            <a:ext cx="1555750" cy="482203"/>
          </a:xfrm>
          <a:custGeom>
            <a:avLst/>
            <a:gdLst/>
            <a:ahLst/>
            <a:cxnLst/>
            <a:rect l="0" t="0" r="0" b="0"/>
            <a:pathLst>
              <a:path w="1555750" h="482203">
                <a:moveTo>
                  <a:pt x="0" y="0"/>
                </a:moveTo>
                <a:lnTo>
                  <a:pt x="1555750" y="48220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6" name="b.mlp.weight2-0-2">
            <a:extLst>
              <a:ext uri="{FF2B5EF4-FFF2-40B4-BE49-F238E27FC236}">
                <a16:creationId xmlns:a16="http://schemas.microsoft.com/office/drawing/2014/main" id="{C827CFB7-FB14-4F9A-8BBB-E9F6A622B68F}"/>
              </a:ext>
            </a:extLst>
          </p:cNvPr>
          <p:cNvSpPr>
            <a:spLocks noGrp="1"/>
          </p:cNvSpPr>
          <p:nvPr/>
        </p:nvSpPr>
        <p:spPr>
          <a:xfrm>
            <a:off x="9017000" y="8942784"/>
            <a:ext cx="1555750" cy="910828"/>
          </a:xfrm>
          <a:custGeom>
            <a:avLst/>
            <a:gdLst/>
            <a:ahLst/>
            <a:cxnLst/>
            <a:rect l="0" t="0" r="0" b="0"/>
            <a:pathLst>
              <a:path w="1555750" h="910828">
                <a:moveTo>
                  <a:pt x="0" y="0"/>
                </a:moveTo>
                <a:lnTo>
                  <a:pt x="1555750" y="91082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7" name="b.mlp.weight2-1-0">
            <a:extLst>
              <a:ext uri="{FF2B5EF4-FFF2-40B4-BE49-F238E27FC236}">
                <a16:creationId xmlns:a16="http://schemas.microsoft.com/office/drawing/2014/main" id="{225A8E44-3A5D-4663-947B-75749C507456}"/>
              </a:ext>
            </a:extLst>
          </p:cNvPr>
          <p:cNvSpPr>
            <a:spLocks noGrp="1"/>
          </p:cNvSpPr>
          <p:nvPr/>
        </p:nvSpPr>
        <p:spPr>
          <a:xfrm>
            <a:off x="9017000" y="8996363"/>
            <a:ext cx="1555750" cy="267891"/>
          </a:xfrm>
          <a:custGeom>
            <a:avLst/>
            <a:gdLst/>
            <a:ahLst/>
            <a:cxnLst/>
            <a:rect l="0" t="0" r="0" b="0"/>
            <a:pathLst>
              <a:path w="1555750" h="267891">
                <a:moveTo>
                  <a:pt x="0" y="267891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8" name="b.mlp.weight2-1-1">
            <a:extLst>
              <a:ext uri="{FF2B5EF4-FFF2-40B4-BE49-F238E27FC236}">
                <a16:creationId xmlns:a16="http://schemas.microsoft.com/office/drawing/2014/main" id="{D5CD9783-DB99-43DF-828C-0393748059AC}"/>
              </a:ext>
            </a:extLst>
          </p:cNvPr>
          <p:cNvSpPr>
            <a:spLocks noGrp="1"/>
          </p:cNvSpPr>
          <p:nvPr/>
        </p:nvSpPr>
        <p:spPr>
          <a:xfrm>
            <a:off x="9017000" y="9264253"/>
            <a:ext cx="1555750" cy="160734"/>
          </a:xfrm>
          <a:custGeom>
            <a:avLst/>
            <a:gdLst/>
            <a:ahLst/>
            <a:cxnLst/>
            <a:rect l="0" t="0" r="0" b="0"/>
            <a:pathLst>
              <a:path w="1555750" h="160734">
                <a:moveTo>
                  <a:pt x="0" y="0"/>
                </a:moveTo>
                <a:lnTo>
                  <a:pt x="1555750" y="1607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69" name="b.mlp.weight2-1-2">
            <a:extLst>
              <a:ext uri="{FF2B5EF4-FFF2-40B4-BE49-F238E27FC236}">
                <a16:creationId xmlns:a16="http://schemas.microsoft.com/office/drawing/2014/main" id="{2628CDC4-549F-44BA-A9BE-C9C116CEF363}"/>
              </a:ext>
            </a:extLst>
          </p:cNvPr>
          <p:cNvSpPr>
            <a:spLocks noGrp="1"/>
          </p:cNvSpPr>
          <p:nvPr/>
        </p:nvSpPr>
        <p:spPr>
          <a:xfrm>
            <a:off x="9017000" y="9264253"/>
            <a:ext cx="1555750" cy="589359"/>
          </a:xfrm>
          <a:custGeom>
            <a:avLst/>
            <a:gdLst/>
            <a:ahLst/>
            <a:cxnLst/>
            <a:rect l="0" t="0" r="0" b="0"/>
            <a:pathLst>
              <a:path w="1555750" h="589359">
                <a:moveTo>
                  <a:pt x="0" y="0"/>
                </a:moveTo>
                <a:lnTo>
                  <a:pt x="1555750" y="58935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70" name="b.mlp.weight2-2-0">
            <a:extLst>
              <a:ext uri="{FF2B5EF4-FFF2-40B4-BE49-F238E27FC236}">
                <a16:creationId xmlns:a16="http://schemas.microsoft.com/office/drawing/2014/main" id="{05036BAB-A9F8-40DF-8737-B05EB1D71046}"/>
              </a:ext>
            </a:extLst>
          </p:cNvPr>
          <p:cNvSpPr>
            <a:spLocks noGrp="1"/>
          </p:cNvSpPr>
          <p:nvPr/>
        </p:nvSpPr>
        <p:spPr>
          <a:xfrm>
            <a:off x="9017000" y="8996363"/>
            <a:ext cx="1555750" cy="589359"/>
          </a:xfrm>
          <a:custGeom>
            <a:avLst/>
            <a:gdLst/>
            <a:ahLst/>
            <a:cxnLst/>
            <a:rect l="0" t="0" r="0" b="0"/>
            <a:pathLst>
              <a:path w="1555750" h="589359">
                <a:moveTo>
                  <a:pt x="0" y="589359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71" name="b.mlp.weight2-2-1">
            <a:extLst>
              <a:ext uri="{FF2B5EF4-FFF2-40B4-BE49-F238E27FC236}">
                <a16:creationId xmlns:a16="http://schemas.microsoft.com/office/drawing/2014/main" id="{6B8E45D2-E091-4D7B-9F75-CBDA96498C1B}"/>
              </a:ext>
            </a:extLst>
          </p:cNvPr>
          <p:cNvSpPr>
            <a:spLocks noGrp="1"/>
          </p:cNvSpPr>
          <p:nvPr/>
        </p:nvSpPr>
        <p:spPr>
          <a:xfrm>
            <a:off x="9017000" y="9424988"/>
            <a:ext cx="1555750" cy="160734"/>
          </a:xfrm>
          <a:custGeom>
            <a:avLst/>
            <a:gdLst/>
            <a:ahLst/>
            <a:cxnLst/>
            <a:rect l="0" t="0" r="0" b="0"/>
            <a:pathLst>
              <a:path w="1555750" h="160734">
                <a:moveTo>
                  <a:pt x="0" y="160734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72" name="b.mlp.weight2-2-2">
            <a:extLst>
              <a:ext uri="{FF2B5EF4-FFF2-40B4-BE49-F238E27FC236}">
                <a16:creationId xmlns:a16="http://schemas.microsoft.com/office/drawing/2014/main" id="{24C4BE37-EC2F-4E1D-B591-91CD71F18EF3}"/>
              </a:ext>
            </a:extLst>
          </p:cNvPr>
          <p:cNvSpPr>
            <a:spLocks noGrp="1"/>
          </p:cNvSpPr>
          <p:nvPr/>
        </p:nvSpPr>
        <p:spPr>
          <a:xfrm>
            <a:off x="9017000" y="9585722"/>
            <a:ext cx="1555750" cy="267891"/>
          </a:xfrm>
          <a:custGeom>
            <a:avLst/>
            <a:gdLst/>
            <a:ahLst/>
            <a:cxnLst/>
            <a:rect l="0" t="0" r="0" b="0"/>
            <a:pathLst>
              <a:path w="1555750" h="267891">
                <a:moveTo>
                  <a:pt x="0" y="0"/>
                </a:moveTo>
                <a:lnTo>
                  <a:pt x="1555750" y="26789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73" name="b.mlp.weight2-3-0">
            <a:extLst>
              <a:ext uri="{FF2B5EF4-FFF2-40B4-BE49-F238E27FC236}">
                <a16:creationId xmlns:a16="http://schemas.microsoft.com/office/drawing/2014/main" id="{089FDA08-3C3D-4302-BC82-CD5F8D8643F1}"/>
              </a:ext>
            </a:extLst>
          </p:cNvPr>
          <p:cNvSpPr>
            <a:spLocks noGrp="1"/>
          </p:cNvSpPr>
          <p:nvPr/>
        </p:nvSpPr>
        <p:spPr>
          <a:xfrm>
            <a:off x="9017000" y="8996363"/>
            <a:ext cx="1555750" cy="910828"/>
          </a:xfrm>
          <a:custGeom>
            <a:avLst/>
            <a:gdLst/>
            <a:ahLst/>
            <a:cxnLst/>
            <a:rect l="0" t="0" r="0" b="0"/>
            <a:pathLst>
              <a:path w="1555750" h="910828">
                <a:moveTo>
                  <a:pt x="0" y="910828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74" name="b.mlp.weight2-3-1">
            <a:extLst>
              <a:ext uri="{FF2B5EF4-FFF2-40B4-BE49-F238E27FC236}">
                <a16:creationId xmlns:a16="http://schemas.microsoft.com/office/drawing/2014/main" id="{81A2C455-6BBF-416B-9A73-BD766422DE59}"/>
              </a:ext>
            </a:extLst>
          </p:cNvPr>
          <p:cNvSpPr>
            <a:spLocks noGrp="1"/>
          </p:cNvSpPr>
          <p:nvPr/>
        </p:nvSpPr>
        <p:spPr>
          <a:xfrm>
            <a:off x="9017000" y="9424988"/>
            <a:ext cx="1555750" cy="482203"/>
          </a:xfrm>
          <a:custGeom>
            <a:avLst/>
            <a:gdLst/>
            <a:ahLst/>
            <a:cxnLst/>
            <a:rect l="0" t="0" r="0" b="0"/>
            <a:pathLst>
              <a:path w="1555750" h="482203">
                <a:moveTo>
                  <a:pt x="0" y="482203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75" name="b.mlp.weight2-3-2">
            <a:extLst>
              <a:ext uri="{FF2B5EF4-FFF2-40B4-BE49-F238E27FC236}">
                <a16:creationId xmlns:a16="http://schemas.microsoft.com/office/drawing/2014/main" id="{9688FBE4-0303-47B1-95EB-DC6AA9F80FB3}"/>
              </a:ext>
            </a:extLst>
          </p:cNvPr>
          <p:cNvSpPr>
            <a:spLocks noGrp="1"/>
          </p:cNvSpPr>
          <p:nvPr/>
        </p:nvSpPr>
        <p:spPr>
          <a:xfrm>
            <a:off x="9017000" y="9853613"/>
            <a:ext cx="1555750" cy="53578"/>
          </a:xfrm>
          <a:custGeom>
            <a:avLst/>
            <a:gdLst/>
            <a:ahLst/>
            <a:cxnLst/>
            <a:rect l="0" t="0" r="0" b="0"/>
            <a:pathLst>
              <a:path w="1555750" h="53578">
                <a:moveTo>
                  <a:pt x="0" y="53578"/>
                </a:moveTo>
                <a:lnTo>
                  <a:pt x="15557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176" name="b.mlp.unit0-0">
            <a:extLst>
              <a:ext uri="{FF2B5EF4-FFF2-40B4-BE49-F238E27FC236}">
                <a16:creationId xmlns:a16="http://schemas.microsoft.com/office/drawing/2014/main" id="{42E994F5-5BE1-47D2-81B5-1E15A8B21070}"/>
              </a:ext>
            </a:extLst>
          </p:cNvPr>
          <p:cNvSpPr>
            <a:spLocks noGrp="1"/>
          </p:cNvSpPr>
          <p:nvPr/>
        </p:nvSpPr>
        <p:spPr>
          <a:xfrm>
            <a:off x="5810250" y="890111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77" name="b.mlp.unit0-1">
            <a:extLst>
              <a:ext uri="{FF2B5EF4-FFF2-40B4-BE49-F238E27FC236}">
                <a16:creationId xmlns:a16="http://schemas.microsoft.com/office/drawing/2014/main" id="{92682813-5878-4597-9DB6-3BFF6278F753}"/>
              </a:ext>
            </a:extLst>
          </p:cNvPr>
          <p:cNvSpPr>
            <a:spLocks noGrp="1"/>
          </p:cNvSpPr>
          <p:nvPr/>
        </p:nvSpPr>
        <p:spPr>
          <a:xfrm>
            <a:off x="5810250" y="9329738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78" name="b.mlp.unit0-2">
            <a:extLst>
              <a:ext uri="{FF2B5EF4-FFF2-40B4-BE49-F238E27FC236}">
                <a16:creationId xmlns:a16="http://schemas.microsoft.com/office/drawing/2014/main" id="{387CAD67-64B0-4208-AAC8-E0C95B0C10D2}"/>
              </a:ext>
            </a:extLst>
          </p:cNvPr>
          <p:cNvSpPr>
            <a:spLocks noGrp="1"/>
          </p:cNvSpPr>
          <p:nvPr/>
        </p:nvSpPr>
        <p:spPr>
          <a:xfrm>
            <a:off x="5810250" y="975836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79" name="b.mlp.unit1-0">
            <a:extLst>
              <a:ext uri="{FF2B5EF4-FFF2-40B4-BE49-F238E27FC236}">
                <a16:creationId xmlns:a16="http://schemas.microsoft.com/office/drawing/2014/main" id="{B58D74B6-9293-48B2-972F-C8D0E3BA35EA}"/>
              </a:ext>
            </a:extLst>
          </p:cNvPr>
          <p:cNvSpPr>
            <a:spLocks noGrp="1"/>
          </p:cNvSpPr>
          <p:nvPr/>
        </p:nvSpPr>
        <p:spPr>
          <a:xfrm>
            <a:off x="7366000" y="8847534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80" name="b.mlp.unit1-1">
            <a:extLst>
              <a:ext uri="{FF2B5EF4-FFF2-40B4-BE49-F238E27FC236}">
                <a16:creationId xmlns:a16="http://schemas.microsoft.com/office/drawing/2014/main" id="{D5F09A15-F3E9-4FFF-AEE3-A43938F38D23}"/>
              </a:ext>
            </a:extLst>
          </p:cNvPr>
          <p:cNvSpPr>
            <a:spLocks noGrp="1"/>
          </p:cNvSpPr>
          <p:nvPr/>
        </p:nvSpPr>
        <p:spPr>
          <a:xfrm>
            <a:off x="7366000" y="9169003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81" name="b.mlp.unit1-2">
            <a:extLst>
              <a:ext uri="{FF2B5EF4-FFF2-40B4-BE49-F238E27FC236}">
                <a16:creationId xmlns:a16="http://schemas.microsoft.com/office/drawing/2014/main" id="{5B767238-E60C-4127-8794-E8BEA4751D6B}"/>
              </a:ext>
            </a:extLst>
          </p:cNvPr>
          <p:cNvSpPr>
            <a:spLocks noGrp="1"/>
          </p:cNvSpPr>
          <p:nvPr/>
        </p:nvSpPr>
        <p:spPr>
          <a:xfrm>
            <a:off x="7366000" y="9490472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82" name="b.mlp.unit1-3">
            <a:extLst>
              <a:ext uri="{FF2B5EF4-FFF2-40B4-BE49-F238E27FC236}">
                <a16:creationId xmlns:a16="http://schemas.microsoft.com/office/drawing/2014/main" id="{FF4F8159-3553-4722-81B4-C9EE75A524C6}"/>
              </a:ext>
            </a:extLst>
          </p:cNvPr>
          <p:cNvSpPr>
            <a:spLocks noGrp="1"/>
          </p:cNvSpPr>
          <p:nvPr/>
        </p:nvSpPr>
        <p:spPr>
          <a:xfrm>
            <a:off x="7366000" y="9811941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83" name="b.mlp.unit2-0">
            <a:extLst>
              <a:ext uri="{FF2B5EF4-FFF2-40B4-BE49-F238E27FC236}">
                <a16:creationId xmlns:a16="http://schemas.microsoft.com/office/drawing/2014/main" id="{9C85C7EF-B60E-419E-9717-79E541350503}"/>
              </a:ext>
            </a:extLst>
          </p:cNvPr>
          <p:cNvSpPr>
            <a:spLocks noGrp="1"/>
          </p:cNvSpPr>
          <p:nvPr/>
        </p:nvSpPr>
        <p:spPr>
          <a:xfrm>
            <a:off x="8921750" y="8847534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84" name="b.mlp.unit2-1">
            <a:extLst>
              <a:ext uri="{FF2B5EF4-FFF2-40B4-BE49-F238E27FC236}">
                <a16:creationId xmlns:a16="http://schemas.microsoft.com/office/drawing/2014/main" id="{CC3997E7-4DF0-4ED9-90E5-890FB7A20783}"/>
              </a:ext>
            </a:extLst>
          </p:cNvPr>
          <p:cNvSpPr>
            <a:spLocks noGrp="1"/>
          </p:cNvSpPr>
          <p:nvPr/>
        </p:nvSpPr>
        <p:spPr>
          <a:xfrm>
            <a:off x="8921750" y="9169003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85" name="b.mlp.unit2-2">
            <a:extLst>
              <a:ext uri="{FF2B5EF4-FFF2-40B4-BE49-F238E27FC236}">
                <a16:creationId xmlns:a16="http://schemas.microsoft.com/office/drawing/2014/main" id="{CC1C7F46-EF29-4371-9FBF-EF04B2EE8467}"/>
              </a:ext>
            </a:extLst>
          </p:cNvPr>
          <p:cNvSpPr>
            <a:spLocks noGrp="1"/>
          </p:cNvSpPr>
          <p:nvPr/>
        </p:nvSpPr>
        <p:spPr>
          <a:xfrm>
            <a:off x="8921750" y="9490472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86" name="b.mlp.unit2-3">
            <a:extLst>
              <a:ext uri="{FF2B5EF4-FFF2-40B4-BE49-F238E27FC236}">
                <a16:creationId xmlns:a16="http://schemas.microsoft.com/office/drawing/2014/main" id="{42493F8C-C120-4B05-9FF1-F9C9FCB0287B}"/>
              </a:ext>
            </a:extLst>
          </p:cNvPr>
          <p:cNvSpPr>
            <a:spLocks noGrp="1"/>
          </p:cNvSpPr>
          <p:nvPr/>
        </p:nvSpPr>
        <p:spPr>
          <a:xfrm>
            <a:off x="8921750" y="9811941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87" name="b.mlp.unit3-0">
            <a:extLst>
              <a:ext uri="{FF2B5EF4-FFF2-40B4-BE49-F238E27FC236}">
                <a16:creationId xmlns:a16="http://schemas.microsoft.com/office/drawing/2014/main" id="{C87C1646-D522-4F34-B246-9F2DED5C1BC1}"/>
              </a:ext>
            </a:extLst>
          </p:cNvPr>
          <p:cNvSpPr>
            <a:spLocks noGrp="1"/>
          </p:cNvSpPr>
          <p:nvPr/>
        </p:nvSpPr>
        <p:spPr>
          <a:xfrm>
            <a:off x="10477500" y="890111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188" name="b.mlp.unit3-1">
            <a:extLst>
              <a:ext uri="{FF2B5EF4-FFF2-40B4-BE49-F238E27FC236}">
                <a16:creationId xmlns:a16="http://schemas.microsoft.com/office/drawing/2014/main" id="{70199D0D-8938-43C9-AB29-E9C559821F93}"/>
              </a:ext>
            </a:extLst>
          </p:cNvPr>
          <p:cNvSpPr>
            <a:spLocks noGrp="1"/>
          </p:cNvSpPr>
          <p:nvPr/>
        </p:nvSpPr>
        <p:spPr>
          <a:xfrm>
            <a:off x="10477500" y="9329738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189" name="b.mlp.unit3-2">
            <a:extLst>
              <a:ext uri="{FF2B5EF4-FFF2-40B4-BE49-F238E27FC236}">
                <a16:creationId xmlns:a16="http://schemas.microsoft.com/office/drawing/2014/main" id="{CE22C068-04FF-4C48-A330-CA9AC6584527}"/>
              </a:ext>
            </a:extLst>
          </p:cNvPr>
          <p:cNvSpPr>
            <a:spLocks noGrp="1"/>
          </p:cNvSpPr>
          <p:nvPr/>
        </p:nvSpPr>
        <p:spPr>
          <a:xfrm>
            <a:off x="10477500" y="975836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190" name="b.transform">
            <a:extLst>
              <a:ext uri="{FF2B5EF4-FFF2-40B4-BE49-F238E27FC236}">
                <a16:creationId xmlns:a16="http://schemas.microsoft.com/office/drawing/2014/main" id="{C06D996C-928F-450A-8B45-B3C43633B76E}"/>
              </a:ext>
            </a:extLst>
          </p:cNvPr>
          <p:cNvSpPr>
            <a:spLocks noGrp="1"/>
          </p:cNvSpPr>
          <p:nvPr/>
        </p:nvSpPr>
        <p:spPr>
          <a:xfrm>
            <a:off x="8239125" y="10944225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91" name="b.transform.head">
            <a:extLst>
              <a:ext uri="{FF2B5EF4-FFF2-40B4-BE49-F238E27FC236}">
                <a16:creationId xmlns:a16="http://schemas.microsoft.com/office/drawing/2014/main" id="{12D45508-68A4-445F-8EE9-3F0DA2CFA330}"/>
              </a:ext>
            </a:extLst>
          </p:cNvPr>
          <p:cNvSpPr>
            <a:spLocks noGrp="1"/>
          </p:cNvSpPr>
          <p:nvPr/>
        </p:nvSpPr>
        <p:spPr>
          <a:xfrm>
            <a:off x="8197695" y="1109658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92" name="b.inverse">
            <a:extLst>
              <a:ext uri="{FF2B5EF4-FFF2-40B4-BE49-F238E27FC236}">
                <a16:creationId xmlns:a16="http://schemas.microsoft.com/office/drawing/2014/main" id="{C3E14398-A55F-451D-9D44-276EFD3ACA71}"/>
              </a:ext>
            </a:extLst>
          </p:cNvPr>
          <p:cNvSpPr>
            <a:spLocks noGrp="1"/>
          </p:cNvSpPr>
          <p:nvPr/>
        </p:nvSpPr>
        <p:spPr>
          <a:xfrm>
            <a:off x="5381625" y="11306175"/>
            <a:ext cx="571500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输出逆标准化 · 负预测值截为零</a:t>
            </a:r>
          </a:p>
        </p:txBody>
      </p:sp>
      <p:sp>
        <p:nvSpPr>
          <p:cNvPr id="193" name="b.predict-to-select">
            <a:extLst>
              <a:ext uri="{FF2B5EF4-FFF2-40B4-BE49-F238E27FC236}">
                <a16:creationId xmlns:a16="http://schemas.microsoft.com/office/drawing/2014/main" id="{B2471FE1-BABD-4B51-A445-9EEE24D71733}"/>
              </a:ext>
            </a:extLst>
          </p:cNvPr>
          <p:cNvSpPr>
            <a:spLocks noGrp="1"/>
          </p:cNvSpPr>
          <p:nvPr/>
        </p:nvSpPr>
        <p:spPr>
          <a:xfrm>
            <a:off x="11515725" y="10401300"/>
            <a:ext cx="409575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94" name="b.select.boundary">
            <a:extLst>
              <a:ext uri="{FF2B5EF4-FFF2-40B4-BE49-F238E27FC236}">
                <a16:creationId xmlns:a16="http://schemas.microsoft.com/office/drawing/2014/main" id="{DBE56B75-6055-4A73-8629-317D19E7B142}"/>
              </a:ext>
            </a:extLst>
          </p:cNvPr>
          <p:cNvSpPr>
            <a:spLocks noGrp="1"/>
          </p:cNvSpPr>
          <p:nvPr/>
        </p:nvSpPr>
        <p:spPr>
          <a:xfrm>
            <a:off x="12096750" y="7905750"/>
            <a:ext cx="4286250" cy="457200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95" name="b.select.header">
            <a:extLst>
              <a:ext uri="{FF2B5EF4-FFF2-40B4-BE49-F238E27FC236}">
                <a16:creationId xmlns:a16="http://schemas.microsoft.com/office/drawing/2014/main" id="{A9DAFEC1-F36D-4F84-8804-84B355D5BEC9}"/>
              </a:ext>
            </a:extLst>
          </p:cNvPr>
          <p:cNvSpPr>
            <a:spLocks noGrp="1"/>
          </p:cNvSpPr>
          <p:nvPr/>
        </p:nvSpPr>
        <p:spPr>
          <a:xfrm>
            <a:off x="12096750" y="7905750"/>
            <a:ext cx="4286250" cy="4000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196" name="b.select.title">
            <a:extLst>
              <a:ext uri="{FF2B5EF4-FFF2-40B4-BE49-F238E27FC236}">
                <a16:creationId xmlns:a16="http://schemas.microsoft.com/office/drawing/2014/main" id="{FF5A3BA9-BC9E-4B15-A118-0F716F0EE111}"/>
              </a:ext>
            </a:extLst>
          </p:cNvPr>
          <p:cNvSpPr>
            <a:spLocks noGrp="1"/>
          </p:cNvSpPr>
          <p:nvPr/>
        </p:nvSpPr>
        <p:spPr>
          <a:xfrm>
            <a:off x="12192000" y="7924800"/>
            <a:ext cx="4095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选择预测损失最低的候选</a:t>
            </a:r>
          </a:p>
        </p:txBody>
      </p:sp>
      <p:sp>
        <p:nvSpPr>
          <p:cNvPr id="197" name="b.rank-label">
            <a:extLst>
              <a:ext uri="{FF2B5EF4-FFF2-40B4-BE49-F238E27FC236}">
                <a16:creationId xmlns:a16="http://schemas.microsoft.com/office/drawing/2014/main" id="{043C9548-6415-4271-AFEC-80BDC72A8A13}"/>
              </a:ext>
            </a:extLst>
          </p:cNvPr>
          <p:cNvSpPr>
            <a:spLocks noGrp="1"/>
          </p:cNvSpPr>
          <p:nvPr/>
        </p:nvSpPr>
        <p:spPr>
          <a:xfrm>
            <a:off x="12239625" y="8953500"/>
            <a:ext cx="400050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比较同一样本的候选预测</a:t>
            </a:r>
          </a:p>
        </p:txBody>
      </p:sp>
      <p:sp>
        <p:nvSpPr>
          <p:cNvPr id="198" name="b.argmin-down">
            <a:extLst>
              <a:ext uri="{FF2B5EF4-FFF2-40B4-BE49-F238E27FC236}">
                <a16:creationId xmlns:a16="http://schemas.microsoft.com/office/drawing/2014/main" id="{1DAFA70E-55D3-4772-AF2D-CF8FC6772E64}"/>
              </a:ext>
            </a:extLst>
          </p:cNvPr>
          <p:cNvSpPr>
            <a:spLocks noGrp="1"/>
          </p:cNvSpPr>
          <p:nvPr/>
        </p:nvSpPr>
        <p:spPr>
          <a:xfrm>
            <a:off x="14239875" y="10572750"/>
            <a:ext cx="953" cy="323850"/>
          </a:xfrm>
          <a:custGeom>
            <a:avLst/>
            <a:gdLst/>
            <a:ahLst/>
            <a:cxnLst/>
            <a:rect l="0" t="0" r="0" b="0"/>
            <a:pathLst>
              <a:path w="953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99" name="b.argmin-down.head">
            <a:extLst>
              <a:ext uri="{FF2B5EF4-FFF2-40B4-BE49-F238E27FC236}">
                <a16:creationId xmlns:a16="http://schemas.microsoft.com/office/drawing/2014/main" id="{9B701123-D3BA-4104-B44B-7EB8349A1665}"/>
              </a:ext>
            </a:extLst>
          </p:cNvPr>
          <p:cNvSpPr>
            <a:spLocks noGrp="1"/>
          </p:cNvSpPr>
          <p:nvPr/>
        </p:nvSpPr>
        <p:spPr>
          <a:xfrm>
            <a:off x="14198445" y="1081083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00" name="b.tie">
            <a:extLst>
              <a:ext uri="{FF2B5EF4-FFF2-40B4-BE49-F238E27FC236}">
                <a16:creationId xmlns:a16="http://schemas.microsoft.com/office/drawing/2014/main" id="{9A831107-E85E-41AC-A795-F43C9BF0D9A6}"/>
              </a:ext>
            </a:extLst>
          </p:cNvPr>
          <p:cNvSpPr>
            <a:spLocks noGrp="1"/>
          </p:cNvSpPr>
          <p:nvPr/>
        </p:nvSpPr>
        <p:spPr>
          <a:xfrm>
            <a:off x="12287250" y="12011025"/>
            <a:ext cx="390525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并列时选择较小偏移</a:t>
            </a:r>
          </a:p>
        </p:txBody>
      </p:sp>
      <p:sp>
        <p:nvSpPr>
          <p:cNvPr id="201" name="b.select-to-mdm">
            <a:extLst>
              <a:ext uri="{FF2B5EF4-FFF2-40B4-BE49-F238E27FC236}">
                <a16:creationId xmlns:a16="http://schemas.microsoft.com/office/drawing/2014/main" id="{241861D2-C668-4219-87BD-20DB66225C8C}"/>
              </a:ext>
            </a:extLst>
          </p:cNvPr>
          <p:cNvSpPr>
            <a:spLocks noGrp="1"/>
          </p:cNvSpPr>
          <p:nvPr/>
        </p:nvSpPr>
        <p:spPr>
          <a:xfrm>
            <a:off x="16554450" y="10401300"/>
            <a:ext cx="4191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02" name="b.mdm.boundary">
            <a:extLst>
              <a:ext uri="{FF2B5EF4-FFF2-40B4-BE49-F238E27FC236}">
                <a16:creationId xmlns:a16="http://schemas.microsoft.com/office/drawing/2014/main" id="{9B8D0E17-C167-44B0-928F-145DEA2180A4}"/>
              </a:ext>
            </a:extLst>
          </p:cNvPr>
          <p:cNvSpPr>
            <a:spLocks noGrp="1"/>
          </p:cNvSpPr>
          <p:nvPr/>
        </p:nvSpPr>
        <p:spPr>
          <a:xfrm>
            <a:off x="17145000" y="7905750"/>
            <a:ext cx="4762500" cy="4572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203" name="b.mdm.header">
            <a:extLst>
              <a:ext uri="{FF2B5EF4-FFF2-40B4-BE49-F238E27FC236}">
                <a16:creationId xmlns:a16="http://schemas.microsoft.com/office/drawing/2014/main" id="{CDF18C5C-8066-4947-8203-4E3C7AB308B9}"/>
              </a:ext>
            </a:extLst>
          </p:cNvPr>
          <p:cNvSpPr>
            <a:spLocks noGrp="1"/>
          </p:cNvSpPr>
          <p:nvPr/>
        </p:nvSpPr>
        <p:spPr>
          <a:xfrm>
            <a:off x="17145000" y="7905750"/>
            <a:ext cx="476250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204" name="b.mdm.title">
            <a:extLst>
              <a:ext uri="{FF2B5EF4-FFF2-40B4-BE49-F238E27FC236}">
                <a16:creationId xmlns:a16="http://schemas.microsoft.com/office/drawing/2014/main" id="{26A4BFCD-C53D-4B13-AB91-44F1C2213FFB}"/>
              </a:ext>
            </a:extLst>
          </p:cNvPr>
          <p:cNvSpPr>
            <a:spLocks noGrp="1"/>
          </p:cNvSpPr>
          <p:nvPr/>
        </p:nvSpPr>
        <p:spPr>
          <a:xfrm>
            <a:off x="17240250" y="7924800"/>
            <a:ext cx="4572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保留 MDM 结构的三参数求解</a:t>
            </a:r>
          </a:p>
        </p:txBody>
      </p:sp>
      <p:sp>
        <p:nvSpPr>
          <p:cNvPr id="205" name="b.gamma-label">
            <a:extLst>
              <a:ext uri="{FF2B5EF4-FFF2-40B4-BE49-F238E27FC236}">
                <a16:creationId xmlns:a16="http://schemas.microsoft.com/office/drawing/2014/main" id="{98E246C1-B53D-496B-BC1E-C5756DDF844E}"/>
              </a:ext>
            </a:extLst>
          </p:cNvPr>
          <p:cNvSpPr>
            <a:spLocks noGrp="1"/>
          </p:cNvSpPr>
          <p:nvPr/>
        </p:nvSpPr>
        <p:spPr>
          <a:xfrm>
            <a:off x="17287875" y="8658225"/>
            <a:ext cx="447675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以所选偏移确定位置参数</a:t>
            </a:r>
          </a:p>
        </p:txBody>
      </p:sp>
      <p:sp>
        <p:nvSpPr>
          <p:cNvPr id="206" name="b.solve">
            <a:extLst>
              <a:ext uri="{FF2B5EF4-FFF2-40B4-BE49-F238E27FC236}">
                <a16:creationId xmlns:a16="http://schemas.microsoft.com/office/drawing/2014/main" id="{5C483B46-D351-4FF5-ABB4-2EDED09371CD}"/>
              </a:ext>
            </a:extLst>
          </p:cNvPr>
          <p:cNvSpPr>
            <a:spLocks noGrp="1"/>
          </p:cNvSpPr>
          <p:nvPr/>
        </p:nvSpPr>
        <p:spPr>
          <a:xfrm>
            <a:off x="19526250" y="9896475"/>
            <a:ext cx="953" cy="276225"/>
          </a:xfrm>
          <a:custGeom>
            <a:avLst/>
            <a:gdLst/>
            <a:ahLst/>
            <a:cxnLst/>
            <a:rect l="0" t="0" r="0" b="0"/>
            <a:pathLst>
              <a:path w="953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07" name="b.solve.head">
            <a:extLst>
              <a:ext uri="{FF2B5EF4-FFF2-40B4-BE49-F238E27FC236}">
                <a16:creationId xmlns:a16="http://schemas.microsoft.com/office/drawing/2014/main" id="{43EE336B-3285-48D9-903F-D2507BF88585}"/>
              </a:ext>
            </a:extLst>
          </p:cNvPr>
          <p:cNvSpPr>
            <a:spLocks noGrp="1"/>
          </p:cNvSpPr>
          <p:nvPr/>
        </p:nvSpPr>
        <p:spPr>
          <a:xfrm>
            <a:off x="19484820" y="1008693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08" name="b.backsolve">
            <a:extLst>
              <a:ext uri="{FF2B5EF4-FFF2-40B4-BE49-F238E27FC236}">
                <a16:creationId xmlns:a16="http://schemas.microsoft.com/office/drawing/2014/main" id="{8FD2A415-9983-4F03-AED2-0377E28767D0}"/>
              </a:ext>
            </a:extLst>
          </p:cNvPr>
          <p:cNvSpPr>
            <a:spLocks noGrp="1"/>
          </p:cNvSpPr>
          <p:nvPr/>
        </p:nvSpPr>
        <p:spPr>
          <a:xfrm>
            <a:off x="17268825" y="10334625"/>
            <a:ext cx="451485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回代形状参数 · 伪尺度取均值</a:t>
            </a:r>
          </a:p>
        </p:txBody>
      </p:sp>
      <p:sp>
        <p:nvSpPr>
          <p:cNvPr id="209" name="b.result-bg">
            <a:extLst>
              <a:ext uri="{FF2B5EF4-FFF2-40B4-BE49-F238E27FC236}">
                <a16:creationId xmlns:a16="http://schemas.microsoft.com/office/drawing/2014/main" id="{192B798B-6CD3-4596-8D35-A2388178DC08}"/>
              </a:ext>
            </a:extLst>
          </p:cNvPr>
          <p:cNvSpPr>
            <a:spLocks noGrp="1"/>
          </p:cNvSpPr>
          <p:nvPr/>
        </p:nvSpPr>
        <p:spPr>
          <a:xfrm>
            <a:off x="17335500" y="11077575"/>
            <a:ext cx="4381500" cy="11620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210" name="b.result-label">
            <a:extLst>
              <a:ext uri="{FF2B5EF4-FFF2-40B4-BE49-F238E27FC236}">
                <a16:creationId xmlns:a16="http://schemas.microsoft.com/office/drawing/2014/main" id="{49CA8917-3B70-4E54-9715-A153A308E6D9}"/>
              </a:ext>
            </a:extLst>
          </p:cNvPr>
          <p:cNvSpPr>
            <a:spLocks noGrp="1"/>
          </p:cNvSpPr>
          <p:nvPr/>
        </p:nvSpPr>
        <p:spPr>
          <a:xfrm>
            <a:off x="17478375" y="11163300"/>
            <a:ext cx="4095750" cy="31432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AMDM 三参数估计</a:t>
            </a:r>
          </a:p>
        </p:txBody>
      </p:sp>
      <p:sp>
        <p:nvSpPr>
          <p:cNvPr id="211" name="b.raw-to-mdm">
            <a:extLst>
              <a:ext uri="{FF2B5EF4-FFF2-40B4-BE49-F238E27FC236}">
                <a16:creationId xmlns:a16="http://schemas.microsoft.com/office/drawing/2014/main" id="{D363DBDF-B715-48C2-841C-6ADC87E96261}"/>
              </a:ext>
            </a:extLst>
          </p:cNvPr>
          <p:cNvSpPr>
            <a:spLocks noGrp="1"/>
          </p:cNvSpPr>
          <p:nvPr/>
        </p:nvSpPr>
        <p:spPr>
          <a:xfrm>
            <a:off x="2381250" y="12477750"/>
            <a:ext cx="17145000" cy="523875"/>
          </a:xfrm>
          <a:custGeom>
            <a:avLst/>
            <a:gdLst/>
            <a:ahLst/>
            <a:cxnLst/>
            <a:rect l="0" t="0" r="0" b="0"/>
            <a:pathLst>
              <a:path w="17145000" h="523875">
                <a:moveTo>
                  <a:pt x="0" y="0"/>
                </a:moveTo>
                <a:lnTo>
                  <a:pt x="0" y="523875"/>
                </a:lnTo>
                <a:lnTo>
                  <a:pt x="17145000" y="523875"/>
                </a:lnTo>
                <a:lnTo>
                  <a:pt x="1714500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212" name="b.raw-to-mdm.head">
            <a:extLst>
              <a:ext uri="{FF2B5EF4-FFF2-40B4-BE49-F238E27FC236}">
                <a16:creationId xmlns:a16="http://schemas.microsoft.com/office/drawing/2014/main" id="{263BF04A-D6A7-4D26-8636-850F8189F782}"/>
              </a:ext>
            </a:extLst>
          </p:cNvPr>
          <p:cNvSpPr>
            <a:spLocks noGrp="1"/>
          </p:cNvSpPr>
          <p:nvPr/>
        </p:nvSpPr>
        <p:spPr>
          <a:xfrm>
            <a:off x="19484820" y="12477750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213" name="b.raw-labelbg">
            <a:extLst>
              <a:ext uri="{FF2B5EF4-FFF2-40B4-BE49-F238E27FC236}">
                <a16:creationId xmlns:a16="http://schemas.microsoft.com/office/drawing/2014/main" id="{4E675EAB-8788-4CDD-B21B-8DDF9862DC8F}"/>
              </a:ext>
            </a:extLst>
          </p:cNvPr>
          <p:cNvSpPr>
            <a:spLocks noGrp="1"/>
          </p:cNvSpPr>
          <p:nvPr/>
        </p:nvSpPr>
        <p:spPr>
          <a:xfrm>
            <a:off x="7277100" y="12801600"/>
            <a:ext cx="6991350" cy="400050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214" name="b.raw-label">
            <a:extLst>
              <a:ext uri="{FF2B5EF4-FFF2-40B4-BE49-F238E27FC236}">
                <a16:creationId xmlns:a16="http://schemas.microsoft.com/office/drawing/2014/main" id="{BFA786E3-F245-461A-A443-EA2443E26A91}"/>
              </a:ext>
            </a:extLst>
          </p:cNvPr>
          <p:cNvSpPr>
            <a:spLocks noGrp="1"/>
          </p:cNvSpPr>
          <p:nvPr/>
        </p:nvSpPr>
        <p:spPr>
          <a:xfrm>
            <a:off x="7381875" y="12820650"/>
            <a:ext cx="67818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原始寿命样本直接传入 MDM，保留寿命尺度</a:t>
            </a:r>
          </a:p>
        </p:txBody>
      </p:sp>
      <p:graphicFrame>
        <p:nvGraphicFramePr>
          <p:cNvPr id="216" name="MathType.a.truth">
            <a:extLst>
              <a:ext uri="{FF2B5EF4-FFF2-40B4-BE49-F238E27FC236}">
                <a16:creationId xmlns:a16="http://schemas.microsoft.com/office/drawing/2014/main" id="{FA04ED90-271B-9FF4-0B1E-9ECD6580E4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930657"/>
              </p:ext>
            </p:extLst>
          </p:nvPr>
        </p:nvGraphicFramePr>
        <p:xfrm>
          <a:off x="1708150" y="1987549"/>
          <a:ext cx="1346200" cy="406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203040" progId="Equation.DSMT4">
                  <p:embed/>
                </p:oleObj>
              </mc:Choice>
              <mc:Fallback>
                <p:oleObj name="Equation" r:id="rId3" imgW="672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8150" y="1987549"/>
                        <a:ext cx="1346200" cy="406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" name="MathType.a.samplevec">
            <a:extLst>
              <a:ext uri="{FF2B5EF4-FFF2-40B4-BE49-F238E27FC236}">
                <a16:creationId xmlns:a16="http://schemas.microsoft.com/office/drawing/2014/main" id="{595C3186-65A6-63A4-3D50-A4EDF67797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326756"/>
              </p:ext>
            </p:extLst>
          </p:nvPr>
        </p:nvGraphicFramePr>
        <p:xfrm>
          <a:off x="1514475" y="3622674"/>
          <a:ext cx="1733550" cy="412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680" imgH="253800" progId="Equation.DSMT4">
                  <p:embed/>
                </p:oleObj>
              </mc:Choice>
              <mc:Fallback>
                <p:oleObj name="Equation" r:id="rId5" imgW="1066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14475" y="3622674"/>
                        <a:ext cx="1733550" cy="412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" name="MathType.a.input">
            <a:extLst>
              <a:ext uri="{FF2B5EF4-FFF2-40B4-BE49-F238E27FC236}">
                <a16:creationId xmlns:a16="http://schemas.microsoft.com/office/drawing/2014/main" id="{F342826C-7A9E-C456-F243-E6290321F5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326071"/>
              </p:ext>
            </p:extLst>
          </p:nvPr>
        </p:nvGraphicFramePr>
        <p:xfrm>
          <a:off x="1814513" y="4819649"/>
          <a:ext cx="1133475" cy="400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640" imgH="228600" progId="Equation.DSMT4">
                  <p:embed/>
                </p:oleObj>
              </mc:Choice>
              <mc:Fallback>
                <p:oleObj name="Equation" r:id="rId7" imgW="647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14513" y="4819649"/>
                        <a:ext cx="1133475" cy="400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" name="MathType.a.grid">
            <a:extLst>
              <a:ext uri="{FF2B5EF4-FFF2-40B4-BE49-F238E27FC236}">
                <a16:creationId xmlns:a16="http://schemas.microsoft.com/office/drawing/2014/main" id="{07DC7058-B690-0889-EA8A-CC2E71073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471175"/>
              </p:ext>
            </p:extLst>
          </p:nvPr>
        </p:nvGraphicFramePr>
        <p:xfrm>
          <a:off x="6246018" y="1619249"/>
          <a:ext cx="2271713" cy="342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46040" imgH="203040" progId="Equation.DSMT4">
                  <p:embed/>
                </p:oleObj>
              </mc:Choice>
              <mc:Fallback>
                <p:oleObj name="Equation" r:id="rId9" imgW="1346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46018" y="1619249"/>
                        <a:ext cx="2271713" cy="342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" name="MathType.a.candidate0">
            <a:extLst>
              <a:ext uri="{FF2B5EF4-FFF2-40B4-BE49-F238E27FC236}">
                <a16:creationId xmlns:a16="http://schemas.microsoft.com/office/drawing/2014/main" id="{C8E4AA91-65F7-AD34-5B98-AD2895B88C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279861"/>
              </p:ext>
            </p:extLst>
          </p:nvPr>
        </p:nvGraphicFramePr>
        <p:xfrm>
          <a:off x="6717109" y="2282824"/>
          <a:ext cx="1329531" cy="396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50680" imgH="253800" progId="Equation.DSMT4">
                  <p:embed/>
                </p:oleObj>
              </mc:Choice>
              <mc:Fallback>
                <p:oleObj name="Equation" r:id="rId11" imgW="850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17109" y="2282824"/>
                        <a:ext cx="1329531" cy="396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" name="MathType.a.candidate1">
            <a:extLst>
              <a:ext uri="{FF2B5EF4-FFF2-40B4-BE49-F238E27FC236}">
                <a16:creationId xmlns:a16="http://schemas.microsoft.com/office/drawing/2014/main" id="{0914FF50-DDB3-224D-8D7A-4B5C2890E9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089481"/>
              </p:ext>
            </p:extLst>
          </p:nvPr>
        </p:nvGraphicFramePr>
        <p:xfrm>
          <a:off x="6915547" y="2876153"/>
          <a:ext cx="932656" cy="257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96880" imgH="164880" progId="Equation.DSMT4">
                  <p:embed/>
                </p:oleObj>
              </mc:Choice>
              <mc:Fallback>
                <p:oleObj name="Equation" r:id="rId13" imgW="5968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15547" y="2876153"/>
                        <a:ext cx="932656" cy="2579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" name="MathType.a.candidate2">
            <a:extLst>
              <a:ext uri="{FF2B5EF4-FFF2-40B4-BE49-F238E27FC236}">
                <a16:creationId xmlns:a16="http://schemas.microsoft.com/office/drawing/2014/main" id="{0028559D-349D-8976-9F86-A0576EEF5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583322"/>
              </p:ext>
            </p:extLst>
          </p:nvPr>
        </p:nvGraphicFramePr>
        <p:xfrm>
          <a:off x="6528594" y="3330574"/>
          <a:ext cx="1706563" cy="396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91880" imgH="253800" progId="Equation.DSMT4">
                  <p:embed/>
                </p:oleObj>
              </mc:Choice>
              <mc:Fallback>
                <p:oleObj name="Equation" r:id="rId15" imgW="1091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28594" y="3330574"/>
                        <a:ext cx="1706563" cy="396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" name="MathType.a.loss1">
            <a:extLst>
              <a:ext uri="{FF2B5EF4-FFF2-40B4-BE49-F238E27FC236}">
                <a16:creationId xmlns:a16="http://schemas.microsoft.com/office/drawing/2014/main" id="{3B038B3F-75BA-E869-26BB-A160E80E3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39773"/>
              </p:ext>
            </p:extLst>
          </p:nvPr>
        </p:nvGraphicFramePr>
        <p:xfrm>
          <a:off x="11656561" y="1562100"/>
          <a:ext cx="278537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52480" imgH="533160" progId="Equation.DSMT4">
                  <p:embed/>
                </p:oleObj>
              </mc:Choice>
              <mc:Fallback>
                <p:oleObj name="Equation" r:id="rId17" imgW="17524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656561" y="1562100"/>
                        <a:ext cx="2785377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" name="MathType.a.loss2">
            <a:extLst>
              <a:ext uri="{FF2B5EF4-FFF2-40B4-BE49-F238E27FC236}">
                <a16:creationId xmlns:a16="http://schemas.microsoft.com/office/drawing/2014/main" id="{47453E41-1A94-EE6F-8BC8-512B0A3F4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578655"/>
              </p:ext>
            </p:extLst>
          </p:nvPr>
        </p:nvGraphicFramePr>
        <p:xfrm>
          <a:off x="12472867" y="2409825"/>
          <a:ext cx="115276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49160" imgH="495000" progId="Equation.DSMT4">
                  <p:embed/>
                </p:oleObj>
              </mc:Choice>
              <mc:Fallback>
                <p:oleObj name="Equation" r:id="rId19" imgW="74916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472867" y="2409825"/>
                        <a:ext cx="1152767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" name="MathType.a.target">
            <a:extLst>
              <a:ext uri="{FF2B5EF4-FFF2-40B4-BE49-F238E27FC236}">
                <a16:creationId xmlns:a16="http://schemas.microsoft.com/office/drawing/2014/main" id="{CE2EF974-9A68-1F90-0581-460DACA94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686406"/>
              </p:ext>
            </p:extLst>
          </p:nvPr>
        </p:nvGraphicFramePr>
        <p:xfrm>
          <a:off x="12213431" y="3420665"/>
          <a:ext cx="1671638" cy="40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90360" imgH="241200" progId="Equation.DSMT4">
                  <p:embed/>
                </p:oleObj>
              </mc:Choice>
              <mc:Fallback>
                <p:oleObj name="Equation" r:id="rId21" imgW="9903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213431" y="3420665"/>
                        <a:ext cx="1671638" cy="407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" name="MathType.a.regression">
            <a:extLst>
              <a:ext uri="{FF2B5EF4-FFF2-40B4-BE49-F238E27FC236}">
                <a16:creationId xmlns:a16="http://schemas.microsoft.com/office/drawing/2014/main" id="{32162051-62C8-C556-3ABF-9D140B08BF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685590"/>
              </p:ext>
            </p:extLst>
          </p:nvPr>
        </p:nvGraphicFramePr>
        <p:xfrm>
          <a:off x="18516203" y="3837384"/>
          <a:ext cx="1353344" cy="516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98400" imgH="266400" progId="Equation.DSMT4">
                  <p:embed/>
                </p:oleObj>
              </mc:Choice>
              <mc:Fallback>
                <p:oleObj name="Equation" r:id="rId23" imgW="6984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516203" y="3837384"/>
                        <a:ext cx="1353344" cy="516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" name="MathType.a.model">
            <a:extLst>
              <a:ext uri="{FF2B5EF4-FFF2-40B4-BE49-F238E27FC236}">
                <a16:creationId xmlns:a16="http://schemas.microsoft.com/office/drawing/2014/main" id="{297B6C7E-2FCB-D4E4-DA5F-F7938D7AF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768235"/>
              </p:ext>
            </p:extLst>
          </p:nvPr>
        </p:nvGraphicFramePr>
        <p:xfrm>
          <a:off x="16961644" y="5229225"/>
          <a:ext cx="404811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5640" imgH="228600" progId="Equation.DSMT4">
                  <p:embed/>
                </p:oleObj>
              </mc:Choice>
              <mc:Fallback>
                <p:oleObj name="Equation" r:id="rId25" imgW="215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6961644" y="5229225"/>
                        <a:ext cx="404811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" name="MathType.b.samplevec">
            <a:extLst>
              <a:ext uri="{FF2B5EF4-FFF2-40B4-BE49-F238E27FC236}">
                <a16:creationId xmlns:a16="http://schemas.microsoft.com/office/drawing/2014/main" id="{1851188B-0599-7A54-D184-56B8EA016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390009"/>
              </p:ext>
            </p:extLst>
          </p:nvPr>
        </p:nvGraphicFramePr>
        <p:xfrm>
          <a:off x="1514475" y="9404349"/>
          <a:ext cx="1733550" cy="412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66680" imgH="253800" progId="Equation.DSMT4">
                  <p:embed/>
                </p:oleObj>
              </mc:Choice>
              <mc:Fallback>
                <p:oleObj name="Equation" r:id="rId27" imgW="1066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14475" y="9404349"/>
                        <a:ext cx="1733550" cy="412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" name="MathType.b.input">
            <a:extLst>
              <a:ext uri="{FF2B5EF4-FFF2-40B4-BE49-F238E27FC236}">
                <a16:creationId xmlns:a16="http://schemas.microsoft.com/office/drawing/2014/main" id="{CA9C7F6A-9F09-3B5E-649B-54FB76E175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921478"/>
              </p:ext>
            </p:extLst>
          </p:nvPr>
        </p:nvGraphicFramePr>
        <p:xfrm>
          <a:off x="1794272" y="10908505"/>
          <a:ext cx="1173956" cy="414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47640" imgH="228600" progId="Equation.DSMT4">
                  <p:embed/>
                </p:oleObj>
              </mc:Choice>
              <mc:Fallback>
                <p:oleObj name="Equation" r:id="rId29" imgW="647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794272" y="10908505"/>
                        <a:ext cx="1173956" cy="414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" name="MathType.b.predictor">
            <a:extLst>
              <a:ext uri="{FF2B5EF4-FFF2-40B4-BE49-F238E27FC236}">
                <a16:creationId xmlns:a16="http://schemas.microsoft.com/office/drawing/2014/main" id="{18B86F94-0628-1741-75E8-314AD3C3A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295355"/>
              </p:ext>
            </p:extLst>
          </p:nvPr>
        </p:nvGraphicFramePr>
        <p:xfrm>
          <a:off x="7771606" y="10343752"/>
          <a:ext cx="935038" cy="467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82400" imgH="241200" progId="Equation.DSMT4">
                  <p:embed/>
                </p:oleObj>
              </mc:Choice>
              <mc:Fallback>
                <p:oleObj name="Equation" r:id="rId31" imgW="482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71606" y="10343752"/>
                        <a:ext cx="935038" cy="467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" name="MathType.b.lossvector">
            <a:extLst>
              <a:ext uri="{FF2B5EF4-FFF2-40B4-BE49-F238E27FC236}">
                <a16:creationId xmlns:a16="http://schemas.microsoft.com/office/drawing/2014/main" id="{885D9104-2AB3-1F9F-6202-10A7E0EE6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192265"/>
              </p:ext>
            </p:extLst>
          </p:nvPr>
        </p:nvGraphicFramePr>
        <p:xfrm>
          <a:off x="7367591" y="11858625"/>
          <a:ext cx="1733544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90360" imgH="266400" progId="Equation.DSMT4">
                  <p:embed/>
                </p:oleObj>
              </mc:Choice>
              <mc:Fallback>
                <p:oleObj name="Equation" r:id="rId33" imgW="9903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367591" y="11858625"/>
                        <a:ext cx="1733544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" name="MathType.b.argmin">
            <a:extLst>
              <a:ext uri="{FF2B5EF4-FFF2-40B4-BE49-F238E27FC236}">
                <a16:creationId xmlns:a16="http://schemas.microsoft.com/office/drawing/2014/main" id="{4ACF3366-153A-6147-6361-D090F57FF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81609"/>
              </p:ext>
            </p:extLst>
          </p:nvPr>
        </p:nvGraphicFramePr>
        <p:xfrm>
          <a:off x="13223875" y="9556749"/>
          <a:ext cx="2032000" cy="660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015920" imgH="330120" progId="Equation.DSMT4">
                  <p:embed/>
                </p:oleObj>
              </mc:Choice>
              <mc:Fallback>
                <p:oleObj name="Equation" r:id="rId35" imgW="10159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3223875" y="9556749"/>
                        <a:ext cx="2032000" cy="660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" name="MathType.b.delta">
            <a:extLst>
              <a:ext uri="{FF2B5EF4-FFF2-40B4-BE49-F238E27FC236}">
                <a16:creationId xmlns:a16="http://schemas.microsoft.com/office/drawing/2014/main" id="{5A38F406-AF08-DE8A-FD46-C7715BEE8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774549"/>
              </p:ext>
            </p:extLst>
          </p:nvPr>
        </p:nvGraphicFramePr>
        <p:xfrm>
          <a:off x="13528675" y="11158537"/>
          <a:ext cx="1422400" cy="533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711000" imgH="266400" progId="Equation.DSMT4">
                  <p:embed/>
                </p:oleObj>
              </mc:Choice>
              <mc:Fallback>
                <p:oleObj name="Equation" r:id="rId37" imgW="7110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3528675" y="11158537"/>
                        <a:ext cx="1422400" cy="533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" name="MathType.b.root">
            <a:extLst>
              <a:ext uri="{FF2B5EF4-FFF2-40B4-BE49-F238E27FC236}">
                <a16:creationId xmlns:a16="http://schemas.microsoft.com/office/drawing/2014/main" id="{29BD7D8D-BF0D-C44D-14A9-FB84D951DB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400270"/>
              </p:ext>
            </p:extLst>
          </p:nvPr>
        </p:nvGraphicFramePr>
        <p:xfrm>
          <a:off x="18738850" y="9202737"/>
          <a:ext cx="1574800" cy="492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812520" imgH="253800" progId="Equation.DSMT4">
                  <p:embed/>
                </p:oleObj>
              </mc:Choice>
              <mc:Fallback>
                <p:oleObj name="Equation" r:id="rId39" imgW="812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8738850" y="9202737"/>
                        <a:ext cx="1574800" cy="492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" name="MathType.b.output">
            <a:extLst>
              <a:ext uri="{FF2B5EF4-FFF2-40B4-BE49-F238E27FC236}">
                <a16:creationId xmlns:a16="http://schemas.microsoft.com/office/drawing/2014/main" id="{7118A6EE-760B-4376-A54F-4CD99F8221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054400"/>
              </p:ext>
            </p:extLst>
          </p:nvPr>
        </p:nvGraphicFramePr>
        <p:xfrm>
          <a:off x="18292763" y="11636374"/>
          <a:ext cx="2466975" cy="444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409400" imgH="253800" progId="Equation.DSMT4">
                  <p:embed/>
                </p:oleObj>
              </mc:Choice>
              <mc:Fallback>
                <p:oleObj name="Equation" r:id="rId41" imgW="14094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8292763" y="11636374"/>
                        <a:ext cx="2466975" cy="444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87670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DocSecurity>0</DocSecurity>
  <PresentationFormat>自定义</PresentationFormat>
  <Paragraphs>30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2026-09-23T05:47:02Z</dcterms:created>
  <dcterms:modified xsi:type="dcterms:W3CDTF">2026-09-23T05:47:34Z</dcterms:modified>
</cp:coreProperties>
</file>