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122872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1</a:t>
            </a:r>
            <a:r>
              <a:rPr lang="zh-CN" altLang="en-US"/>
              <a:t>。上方单样本</a:t>
            </a:r>
            <a:r>
              <a:rPr lang="en-US" altLang="zh-CN"/>
              <a:t>MDM</a:t>
            </a:r>
            <a:r>
              <a:rPr lang="zh-CN" altLang="en-US"/>
              <a:t>求解流程，零梯度判据；从样本准则框向下引出同一总体参数下</a:t>
            </a:r>
            <a:r>
              <a:rPr lang="en-US" altLang="zh-CN"/>
              <a:t>30</a:t>
            </a:r>
            <a:r>
              <a:rPr lang="zh-CN" altLang="en-US"/>
              <a:t>组随机样本，</a:t>
            </a:r>
            <a:r>
              <a:rPr lang="en-US" altLang="zh-CN"/>
              <a:t>c</a:t>
            </a:r>
            <a:r>
              <a:rPr lang="zh-CN" altLang="en-US"/>
              <a:t>叠加全部</a:t>
            </a:r>
            <a:r>
              <a:rPr lang="en-US" altLang="zh-CN"/>
              <a:t>30</a:t>
            </a:r>
            <a:r>
              <a:rPr lang="zh-CN" altLang="en-US"/>
              <a:t>条梯度曲线及</a:t>
            </a:r>
            <a:r>
              <a:rPr lang="en-US" altLang="zh-CN"/>
              <a:t>0</a:t>
            </a:r>
            <a:r>
              <a:rPr lang="zh-CN" altLang="en-US"/>
              <a:t>和</a:t>
            </a:r>
            <a:r>
              <a:rPr lang="en-US" altLang="zh-CN"/>
              <a:t>0.1</a:t>
            </a:r>
            <a:r>
              <a:rPr lang="zh-CN" altLang="en-US"/>
              <a:t>判据，</a:t>
            </a:r>
            <a:r>
              <a:rPr lang="en-US" altLang="zh-CN"/>
              <a:t>d</a:t>
            </a:r>
            <a:r>
              <a:rPr lang="zh-CN" altLang="en-US"/>
              <a:t>保留两种判据各</a:t>
            </a:r>
            <a:r>
              <a:rPr lang="en-US" altLang="zh-CN"/>
              <a:t>30</a:t>
            </a:r>
            <a:r>
              <a:rPr lang="zh-CN" altLang="en-US"/>
              <a:t>个位置估计并比较</a:t>
            </a:r>
            <a:r>
              <a:rPr lang="en-US" altLang="zh-CN"/>
              <a:t>SD</a:t>
            </a:r>
            <a:r>
              <a:rPr lang="zh-CN" altLang="en-US"/>
              <a:t>、</a:t>
            </a:r>
            <a:r>
              <a:rPr lang="en-US" altLang="zh-CN"/>
              <a:t>Bias</a:t>
            </a:r>
            <a:r>
              <a:rPr lang="zh-CN" altLang="en-US"/>
              <a:t>和</a:t>
            </a:r>
            <a:r>
              <a:rPr lang="en-US" altLang="zh-CN"/>
              <a:t>RMSE</a:t>
            </a:r>
            <a:r>
              <a:rPr lang="zh-CN" altLang="en-US"/>
              <a:t>。依据</a:t>
            </a:r>
            <a:r>
              <a:rPr lang="en-US" altLang="zh-CN"/>
              <a:t>MDM</a:t>
            </a:r>
            <a:r>
              <a:rPr lang="zh-CN" altLang="en-US"/>
              <a:t>原理重绘；来源 </a:t>
            </a:r>
            <a:r>
              <a:rPr lang="en-US" altLang="zh-CN"/>
              <a:t>DOI 10.1142/S0219455423500852</a:t>
            </a:r>
            <a:r>
              <a:rPr lang="zh-CN" altLang="en-US"/>
              <a:t>、</a:t>
            </a:r>
            <a:r>
              <a:rPr lang="en-US" altLang="zh-CN"/>
              <a:t>10.12068/j.issn.1005-3026.2025.20240194</a:t>
            </a:r>
            <a:r>
              <a:rPr lang="zh-CN" altLang="en-US"/>
              <a:t>。数据：</a:t>
            </a:r>
            <a:r>
              <a:rPr lang="en-US" altLang="zh-CN"/>
              <a:t>public/case-studies/mdm/verification-182-046/data.csv</a:t>
            </a:r>
            <a:r>
              <a:rPr lang="zh-CN" altLang="en-US"/>
              <a:t>中的</a:t>
            </a:r>
            <a:r>
              <a:rPr lang="en-US" altLang="zh-CN"/>
              <a:t>Sample-1-3</a:t>
            </a:r>
            <a:r>
              <a:rPr lang="zh-CN" altLang="en-US"/>
              <a:t>，</a:t>
            </a:r>
            <a:r>
              <a:rPr lang="en-US" altLang="zh-CN"/>
              <a:t>7</a:t>
            </a:r>
            <a:r>
              <a:rPr lang="zh-CN" altLang="en-US"/>
              <a:t>个排序观测；重复抽样来自同一文件全部</a:t>
            </a:r>
            <a:r>
              <a:rPr lang="en-US" altLang="zh-CN"/>
              <a:t>30</a:t>
            </a:r>
            <a:r>
              <a:rPr lang="zh-CN" altLang="en-US"/>
              <a:t>行，零梯度下</a:t>
            </a:r>
            <a:r>
              <a:rPr lang="en-US" altLang="zh-CN"/>
              <a:t>10</a:t>
            </a:r>
            <a:r>
              <a:rPr lang="zh-CN" altLang="en-US"/>
              <a:t>个边界估计不伪画成交点。曲线为既有</a:t>
            </a:r>
            <a:r>
              <a:rPr lang="en-US" altLang="zh-CN"/>
              <a:t>F01 CSV</a:t>
            </a:r>
            <a:r>
              <a:rPr lang="zh-CN" altLang="en-US"/>
              <a:t>的真实轨迹，无新模拟。秩概率</a:t>
            </a:r>
            <a:r>
              <a:rPr lang="en-US" altLang="zh-CN"/>
              <a:t>(i−0.3)/(n+0.4)</a:t>
            </a:r>
            <a:r>
              <a:rPr lang="zh-CN" altLang="en-US"/>
              <a:t>，标准差</a:t>
            </a:r>
            <a:r>
              <a:rPr lang="en-US" altLang="zh-CN"/>
              <a:t>ddof=1</a:t>
            </a:r>
            <a:r>
              <a:rPr lang="zh-CN" altLang="en-US"/>
              <a:t>。公式为可双击编辑的</a:t>
            </a:r>
            <a:r>
              <a:rPr lang="en-US" altLang="zh-CN"/>
              <a:t>MathType OLE</a:t>
            </a:r>
            <a:r>
              <a:rPr lang="zh-CN" altLang="en-US"/>
              <a:t>对象；曲线为可编辑自由曲线。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47" Type="http://schemas.openxmlformats.org/officeDocument/2006/relationships/oleObject" Target="../embeddings/oleObject23.bin"/><Relationship Id="rId50" Type="http://schemas.openxmlformats.org/officeDocument/2006/relationships/image" Target="../media/image24.wmf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9" Type="http://schemas.openxmlformats.org/officeDocument/2006/relationships/oleObject" Target="../embeddings/oleObject14.bin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45" Type="http://schemas.openxmlformats.org/officeDocument/2006/relationships/oleObject" Target="../embeddings/oleObject22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49" Type="http://schemas.openxmlformats.org/officeDocument/2006/relationships/oleObject" Target="../embeddings/oleObject24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1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48" Type="http://schemas.openxmlformats.org/officeDocument/2006/relationships/image" Target="../media/image23.wmf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46" Type="http://schemas.openxmlformats.org/officeDocument/2006/relationships/image" Target="../media/image22.wmf"/><Relationship Id="rId20" Type="http://schemas.openxmlformats.org/officeDocument/2006/relationships/image" Target="../media/image9.wmf"/><Relationship Id="rId41" Type="http://schemas.openxmlformats.org/officeDocument/2006/relationships/oleObject" Target="../embeddings/oleObject20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itle.main">
            <a:extLst>
              <a:ext uri="{FF2B5EF4-FFF2-40B4-BE49-F238E27FC236}">
                <a16:creationId xmlns:a16="http://schemas.microsoft.com/office/drawing/2014/main" id="{4A87CA4C-2F68-4B62-A6FA-C55E49C88EAF}"/>
              </a:ext>
            </a:extLst>
          </p:cNvPr>
          <p:cNvSpPr>
            <a:spLocks noGrp="1"/>
          </p:cNvSpPr>
          <p:nvPr/>
        </p:nvSpPr>
        <p:spPr>
          <a:xfrm>
            <a:off x="381000" y="209550"/>
            <a:ext cx="2152650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单样本 MDM：由最小差异准则确定三个参数</a:t>
            </a:r>
          </a:p>
        </p:txBody>
      </p:sp>
      <p:sp>
        <p:nvSpPr>
          <p:cNvPr id="2" name="criterion.boundary">
            <a:extLst>
              <a:ext uri="{FF2B5EF4-FFF2-40B4-BE49-F238E27FC236}">
                <a16:creationId xmlns:a16="http://schemas.microsoft.com/office/drawing/2014/main" id="{455EE0CB-4621-42B5-9E83-1E61078D14C2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76250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3" name="criterion.header">
            <a:extLst>
              <a:ext uri="{FF2B5EF4-FFF2-40B4-BE49-F238E27FC236}">
                <a16:creationId xmlns:a16="http://schemas.microsoft.com/office/drawing/2014/main" id="{FB21D1FD-1AB5-40A8-8070-3258A3D1FBE0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00050"/>
          </a:xfrm>
          <a:prstGeom prst="rect">
            <a:avLst/>
          </a:prstGeom>
          <a:solidFill>
            <a:srgbClr val="A8C0E5"/>
          </a:solidFill>
          <a:ln w="9525">
            <a:noFill/>
            <a:prstDash val="solid"/>
          </a:ln>
        </p:spPr>
      </p:sp>
      <p:sp>
        <p:nvSpPr>
          <p:cNvPr id="4" name="criterion.title">
            <a:extLst>
              <a:ext uri="{FF2B5EF4-FFF2-40B4-BE49-F238E27FC236}">
                <a16:creationId xmlns:a16="http://schemas.microsoft.com/office/drawing/2014/main" id="{1EFD4395-84D0-43D6-AE2A-73A682687A77}"/>
              </a:ext>
            </a:extLst>
          </p:cNvPr>
          <p:cNvSpPr>
            <a:spLocks noGrp="1"/>
          </p:cNvSpPr>
          <p:nvPr/>
        </p:nvSpPr>
        <p:spPr>
          <a:xfrm>
            <a:off x="47625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样本如何形成求解准则</a:t>
            </a:r>
          </a:p>
        </p:txBody>
      </p:sp>
      <p:sp>
        <p:nvSpPr>
          <p:cNvPr id="5" name="criterion.input-region">
            <a:extLst>
              <a:ext uri="{FF2B5EF4-FFF2-40B4-BE49-F238E27FC236}">
                <a16:creationId xmlns:a16="http://schemas.microsoft.com/office/drawing/2014/main" id="{11481CBE-27C4-48D7-A628-CC0E87D94954}"/>
              </a:ext>
            </a:extLst>
          </p:cNvPr>
          <p:cNvSpPr>
            <a:spLocks noGrp="1"/>
          </p:cNvSpPr>
          <p:nvPr/>
        </p:nvSpPr>
        <p:spPr>
          <a:xfrm>
            <a:off x="504825" y="1371600"/>
            <a:ext cx="4514850" cy="1304925"/>
          </a:xfrm>
          <a:prstGeom prst="rect">
            <a:avLst/>
          </a:prstGeom>
          <a:solidFill>
            <a:srgbClr val="F5F5F5"/>
          </a:solidFill>
          <a:ln w="9525">
            <a:noFill/>
            <a:prstDash val="solid"/>
          </a:ln>
        </p:spPr>
      </p:sp>
      <p:sp>
        <p:nvSpPr>
          <p:cNvPr id="6" name="criterion.input-label">
            <a:extLst>
              <a:ext uri="{FF2B5EF4-FFF2-40B4-BE49-F238E27FC236}">
                <a16:creationId xmlns:a16="http://schemas.microsoft.com/office/drawing/2014/main" id="{9E09326B-D8E0-4349-A881-E9E58E5FA01D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5240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排序观测</a:t>
            </a:r>
          </a:p>
        </p:txBody>
      </p:sp>
      <p:sp>
        <p:nvSpPr>
          <p:cNvPr id="7" name="criterion.sample-baseline">
            <a:extLst>
              <a:ext uri="{FF2B5EF4-FFF2-40B4-BE49-F238E27FC236}">
                <a16:creationId xmlns:a16="http://schemas.microsoft.com/office/drawing/2014/main" id="{BD5DBCCB-2B9E-4339-BBEA-F0BDFD4B2944}"/>
              </a:ext>
            </a:extLst>
          </p:cNvPr>
          <p:cNvSpPr>
            <a:spLocks noGrp="1"/>
          </p:cNvSpPr>
          <p:nvPr/>
        </p:nvSpPr>
        <p:spPr>
          <a:xfrm>
            <a:off x="657225" y="2133600"/>
            <a:ext cx="1743075" cy="953"/>
          </a:xfrm>
          <a:custGeom>
            <a:avLst/>
            <a:gdLst/>
            <a:ahLst/>
            <a:cxnLst/>
            <a:rect l="0" t="0" r="0" b="0"/>
            <a:pathLst>
              <a:path w="1743075" h="953">
                <a:moveTo>
                  <a:pt x="0" y="0"/>
                </a:moveTo>
                <a:lnTo>
                  <a:pt x="1743075" y="0"/>
                </a:lnTo>
              </a:path>
            </a:pathLst>
          </a:custGeom>
          <a:noFill/>
          <a:ln w="9525">
            <a:solidFill>
              <a:srgbClr val="82878C"/>
            </a:solidFill>
            <a:prstDash val="solid"/>
          </a:ln>
        </p:spPr>
      </p:sp>
      <p:sp>
        <p:nvSpPr>
          <p:cNvPr id="8" name="criterion.sample-stem0">
            <a:extLst>
              <a:ext uri="{FF2B5EF4-FFF2-40B4-BE49-F238E27FC236}">
                <a16:creationId xmlns:a16="http://schemas.microsoft.com/office/drawing/2014/main" id="{C88F5FCE-B2AB-4AA4-9BDA-B589626F0ADD}"/>
              </a:ext>
            </a:extLst>
          </p:cNvPr>
          <p:cNvSpPr>
            <a:spLocks noGrp="1"/>
          </p:cNvSpPr>
          <p:nvPr/>
        </p:nvSpPr>
        <p:spPr>
          <a:xfrm>
            <a:off x="841747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9" name="criterion.sample-dot0">
            <a:extLst>
              <a:ext uri="{FF2B5EF4-FFF2-40B4-BE49-F238E27FC236}">
                <a16:creationId xmlns:a16="http://schemas.microsoft.com/office/drawing/2014/main" id="{DCC2C734-6131-4736-8AED-222B77C2EAF8}"/>
              </a:ext>
            </a:extLst>
          </p:cNvPr>
          <p:cNvSpPr>
            <a:spLocks noGrp="1"/>
          </p:cNvSpPr>
          <p:nvPr/>
        </p:nvSpPr>
        <p:spPr>
          <a:xfrm>
            <a:off x="808409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0" name="criterion.sample-stem1">
            <a:extLst>
              <a:ext uri="{FF2B5EF4-FFF2-40B4-BE49-F238E27FC236}">
                <a16:creationId xmlns:a16="http://schemas.microsoft.com/office/drawing/2014/main" id="{82CFCBAB-DE21-46EA-93F5-CF0005542EB0}"/>
              </a:ext>
            </a:extLst>
          </p:cNvPr>
          <p:cNvSpPr>
            <a:spLocks noGrp="1"/>
          </p:cNvSpPr>
          <p:nvPr/>
        </p:nvSpPr>
        <p:spPr>
          <a:xfrm>
            <a:off x="874219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1" name="criterion.sample-dot1">
            <a:extLst>
              <a:ext uri="{FF2B5EF4-FFF2-40B4-BE49-F238E27FC236}">
                <a16:creationId xmlns:a16="http://schemas.microsoft.com/office/drawing/2014/main" id="{41F2E0F8-7156-4DE9-B462-7CEB0C9B5F4E}"/>
              </a:ext>
            </a:extLst>
          </p:cNvPr>
          <p:cNvSpPr>
            <a:spLocks noGrp="1"/>
          </p:cNvSpPr>
          <p:nvPr/>
        </p:nvSpPr>
        <p:spPr>
          <a:xfrm>
            <a:off x="840881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2" name="criterion.sample-stem2">
            <a:extLst>
              <a:ext uri="{FF2B5EF4-FFF2-40B4-BE49-F238E27FC236}">
                <a16:creationId xmlns:a16="http://schemas.microsoft.com/office/drawing/2014/main" id="{D54CABA2-1B95-464E-829E-788004BAEEE1}"/>
              </a:ext>
            </a:extLst>
          </p:cNvPr>
          <p:cNvSpPr>
            <a:spLocks noGrp="1"/>
          </p:cNvSpPr>
          <p:nvPr/>
        </p:nvSpPr>
        <p:spPr>
          <a:xfrm>
            <a:off x="125906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3" name="criterion.sample-dot2">
            <a:extLst>
              <a:ext uri="{FF2B5EF4-FFF2-40B4-BE49-F238E27FC236}">
                <a16:creationId xmlns:a16="http://schemas.microsoft.com/office/drawing/2014/main" id="{F855CB3F-0868-45E0-9072-9F9512A6882D}"/>
              </a:ext>
            </a:extLst>
          </p:cNvPr>
          <p:cNvSpPr>
            <a:spLocks noGrp="1"/>
          </p:cNvSpPr>
          <p:nvPr/>
        </p:nvSpPr>
        <p:spPr>
          <a:xfrm>
            <a:off x="122572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4" name="criterion.sample-stem3">
            <a:extLst>
              <a:ext uri="{FF2B5EF4-FFF2-40B4-BE49-F238E27FC236}">
                <a16:creationId xmlns:a16="http://schemas.microsoft.com/office/drawing/2014/main" id="{2480A65E-2102-401E-99CC-A3EC80B53634}"/>
              </a:ext>
            </a:extLst>
          </p:cNvPr>
          <p:cNvSpPr>
            <a:spLocks noGrp="1"/>
          </p:cNvSpPr>
          <p:nvPr/>
        </p:nvSpPr>
        <p:spPr>
          <a:xfrm>
            <a:off x="1382440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5" name="criterion.sample-dot3">
            <a:extLst>
              <a:ext uri="{FF2B5EF4-FFF2-40B4-BE49-F238E27FC236}">
                <a16:creationId xmlns:a16="http://schemas.microsoft.com/office/drawing/2014/main" id="{C48365D7-BB1F-4C3B-9A84-8EE6B07D4A53}"/>
              </a:ext>
            </a:extLst>
          </p:cNvPr>
          <p:cNvSpPr>
            <a:spLocks noGrp="1"/>
          </p:cNvSpPr>
          <p:nvPr/>
        </p:nvSpPr>
        <p:spPr>
          <a:xfrm>
            <a:off x="1349103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6" name="criterion.sample-stem4">
            <a:extLst>
              <a:ext uri="{FF2B5EF4-FFF2-40B4-BE49-F238E27FC236}">
                <a16:creationId xmlns:a16="http://schemas.microsoft.com/office/drawing/2014/main" id="{5FB21FE6-8ECA-4C0A-8575-58C3984B78D4}"/>
              </a:ext>
            </a:extLst>
          </p:cNvPr>
          <p:cNvSpPr>
            <a:spLocks noGrp="1"/>
          </p:cNvSpPr>
          <p:nvPr/>
        </p:nvSpPr>
        <p:spPr>
          <a:xfrm>
            <a:off x="1434266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7" name="criterion.sample-dot4">
            <a:extLst>
              <a:ext uri="{FF2B5EF4-FFF2-40B4-BE49-F238E27FC236}">
                <a16:creationId xmlns:a16="http://schemas.microsoft.com/office/drawing/2014/main" id="{B22A2333-D049-488D-A390-0F2B41F63547}"/>
              </a:ext>
            </a:extLst>
          </p:cNvPr>
          <p:cNvSpPr>
            <a:spLocks noGrp="1"/>
          </p:cNvSpPr>
          <p:nvPr/>
        </p:nvSpPr>
        <p:spPr>
          <a:xfrm>
            <a:off x="1400928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8" name="criterion.sample-stem5">
            <a:extLst>
              <a:ext uri="{FF2B5EF4-FFF2-40B4-BE49-F238E27FC236}">
                <a16:creationId xmlns:a16="http://schemas.microsoft.com/office/drawing/2014/main" id="{BBAF9013-BA45-4E0F-8AD3-7C40CCC46375}"/>
              </a:ext>
            </a:extLst>
          </p:cNvPr>
          <p:cNvSpPr>
            <a:spLocks noGrp="1"/>
          </p:cNvSpPr>
          <p:nvPr/>
        </p:nvSpPr>
        <p:spPr>
          <a:xfrm>
            <a:off x="169721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9" name="criterion.sample-dot5">
            <a:extLst>
              <a:ext uri="{FF2B5EF4-FFF2-40B4-BE49-F238E27FC236}">
                <a16:creationId xmlns:a16="http://schemas.microsoft.com/office/drawing/2014/main" id="{9DDE5963-430C-4388-A1C1-5D117D0ABDA1}"/>
              </a:ext>
            </a:extLst>
          </p:cNvPr>
          <p:cNvSpPr>
            <a:spLocks noGrp="1"/>
          </p:cNvSpPr>
          <p:nvPr/>
        </p:nvSpPr>
        <p:spPr>
          <a:xfrm>
            <a:off x="166387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0" name="criterion.sample-stem6">
            <a:extLst>
              <a:ext uri="{FF2B5EF4-FFF2-40B4-BE49-F238E27FC236}">
                <a16:creationId xmlns:a16="http://schemas.microsoft.com/office/drawing/2014/main" id="{4BD07568-8527-487A-9E38-5A88ACDC5292}"/>
              </a:ext>
            </a:extLst>
          </p:cNvPr>
          <p:cNvSpPr>
            <a:spLocks noGrp="1"/>
          </p:cNvSpPr>
          <p:nvPr/>
        </p:nvSpPr>
        <p:spPr>
          <a:xfrm>
            <a:off x="2190544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21" name="criterion.sample-dot6">
            <a:extLst>
              <a:ext uri="{FF2B5EF4-FFF2-40B4-BE49-F238E27FC236}">
                <a16:creationId xmlns:a16="http://schemas.microsoft.com/office/drawing/2014/main" id="{7C083BF3-2759-43BD-A394-623B65332CB0}"/>
              </a:ext>
            </a:extLst>
          </p:cNvPr>
          <p:cNvSpPr>
            <a:spLocks noGrp="1"/>
          </p:cNvSpPr>
          <p:nvPr/>
        </p:nvSpPr>
        <p:spPr>
          <a:xfrm>
            <a:off x="2157206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" name="criterion.rank-label">
            <a:extLst>
              <a:ext uri="{FF2B5EF4-FFF2-40B4-BE49-F238E27FC236}">
                <a16:creationId xmlns:a16="http://schemas.microsoft.com/office/drawing/2014/main" id="{93D02DA1-430E-42C4-8B57-F05EEE1D5DBC}"/>
              </a:ext>
            </a:extLst>
          </p:cNvPr>
          <p:cNvSpPr>
            <a:spLocks noGrp="1"/>
          </p:cNvSpPr>
          <p:nvPr/>
        </p:nvSpPr>
        <p:spPr>
          <a:xfrm>
            <a:off x="2886075" y="1371600"/>
            <a:ext cx="16192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秩概率</a:t>
            </a:r>
          </a:p>
        </p:txBody>
      </p:sp>
      <p:sp>
        <p:nvSpPr>
          <p:cNvPr id="28" name="flow.input-pseudo">
            <a:extLst>
              <a:ext uri="{FF2B5EF4-FFF2-40B4-BE49-F238E27FC236}">
                <a16:creationId xmlns:a16="http://schemas.microsoft.com/office/drawing/2014/main" id="{96C1D196-997D-4C49-A698-2473035DD010}"/>
              </a:ext>
            </a:extLst>
          </p:cNvPr>
          <p:cNvSpPr>
            <a:spLocks noGrp="1"/>
          </p:cNvSpPr>
          <p:nvPr/>
        </p:nvSpPr>
        <p:spPr>
          <a:xfrm>
            <a:off x="2667000" y="2743200"/>
            <a:ext cx="190500" cy="161925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4" name="criterion.pseudo-label">
            <a:extLst>
              <a:ext uri="{FF2B5EF4-FFF2-40B4-BE49-F238E27FC236}">
                <a16:creationId xmlns:a16="http://schemas.microsoft.com/office/drawing/2014/main" id="{4EFA1FDE-7E47-45B0-8F4D-E6683ACF836D}"/>
              </a:ext>
            </a:extLst>
          </p:cNvPr>
          <p:cNvSpPr>
            <a:spLocks noGrp="1"/>
          </p:cNvSpPr>
          <p:nvPr/>
        </p:nvSpPr>
        <p:spPr>
          <a:xfrm>
            <a:off x="752475" y="3676650"/>
            <a:ext cx="39433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由每个观测得到伪尺度</a:t>
            </a:r>
          </a:p>
        </p:txBody>
      </p:sp>
      <p:sp>
        <p:nvSpPr>
          <p:cNvPr id="44" name="flow.pseudo-difference">
            <a:extLst>
              <a:ext uri="{FF2B5EF4-FFF2-40B4-BE49-F238E27FC236}">
                <a16:creationId xmlns:a16="http://schemas.microsoft.com/office/drawing/2014/main" id="{B3348E50-C112-400A-9DEC-62F9C02FB504}"/>
              </a:ext>
            </a:extLst>
          </p:cNvPr>
          <p:cNvSpPr>
            <a:spLocks noGrp="1"/>
          </p:cNvSpPr>
          <p:nvPr/>
        </p:nvSpPr>
        <p:spPr>
          <a:xfrm>
            <a:off x="2667000" y="403860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5" name="flow.difference-minimum">
            <a:extLst>
              <a:ext uri="{FF2B5EF4-FFF2-40B4-BE49-F238E27FC236}">
                <a16:creationId xmlns:a16="http://schemas.microsoft.com/office/drawing/2014/main" id="{83168D40-FE0A-4091-8B59-37C83A334EA7}"/>
              </a:ext>
            </a:extLst>
          </p:cNvPr>
          <p:cNvSpPr>
            <a:spLocks noGrp="1"/>
          </p:cNvSpPr>
          <p:nvPr/>
        </p:nvSpPr>
        <p:spPr>
          <a:xfrm>
            <a:off x="2667000" y="474345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6" name="gamma.boundary">
            <a:extLst>
              <a:ext uri="{FF2B5EF4-FFF2-40B4-BE49-F238E27FC236}">
                <a16:creationId xmlns:a16="http://schemas.microsoft.com/office/drawing/2014/main" id="{F4513470-C983-41D3-BF7A-0EE01106E15F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47" name="gamma.header">
            <a:extLst>
              <a:ext uri="{FF2B5EF4-FFF2-40B4-BE49-F238E27FC236}">
                <a16:creationId xmlns:a16="http://schemas.microsoft.com/office/drawing/2014/main" id="{92AC8199-96B3-4748-8A11-95F23D9A9B9B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48" name="gamma.title">
            <a:extLst>
              <a:ext uri="{FF2B5EF4-FFF2-40B4-BE49-F238E27FC236}">
                <a16:creationId xmlns:a16="http://schemas.microsoft.com/office/drawing/2014/main" id="{6AA25EFB-10BF-467B-8FC8-8461322512CB}"/>
              </a:ext>
            </a:extLst>
          </p:cNvPr>
          <p:cNvSpPr>
            <a:spLocks noGrp="1"/>
          </p:cNvSpPr>
          <p:nvPr/>
        </p:nvSpPr>
        <p:spPr>
          <a:xfrm>
            <a:off x="609600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  梯度交点确定位置参数</a:t>
            </a:r>
          </a:p>
        </p:txBody>
      </p:sp>
      <p:sp>
        <p:nvSpPr>
          <p:cNvPr id="55" name="gamma.meaning">
            <a:extLst>
              <a:ext uri="{FF2B5EF4-FFF2-40B4-BE49-F238E27FC236}">
                <a16:creationId xmlns:a16="http://schemas.microsoft.com/office/drawing/2014/main" id="{49E1A9A0-1E4A-46E7-8FFA-2ABCA763185B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4191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条件最小差异随 γ 的变化率</a:t>
            </a:r>
          </a:p>
        </p:txBody>
      </p:sp>
      <p:sp>
        <p:nvSpPr>
          <p:cNvPr id="56" name="gamma.axisx">
            <a:extLst>
              <a:ext uri="{FF2B5EF4-FFF2-40B4-BE49-F238E27FC236}">
                <a16:creationId xmlns:a16="http://schemas.microsoft.com/office/drawing/2014/main" id="{9E3A2E5C-9100-4E6E-A036-358E73B7F9AF}"/>
              </a:ext>
            </a:extLst>
          </p:cNvPr>
          <p:cNvSpPr>
            <a:spLocks noGrp="1"/>
          </p:cNvSpPr>
          <p:nvPr/>
        </p:nvSpPr>
        <p:spPr>
          <a:xfrm>
            <a:off x="7086600" y="4638675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7" name="gamma.axisy">
            <a:extLst>
              <a:ext uri="{FF2B5EF4-FFF2-40B4-BE49-F238E27FC236}">
                <a16:creationId xmlns:a16="http://schemas.microsoft.com/office/drawing/2014/main" id="{3C998EFD-2535-47B1-BFFD-8417E79B037B}"/>
              </a:ext>
            </a:extLst>
          </p:cNvPr>
          <p:cNvSpPr>
            <a:spLocks noGrp="1"/>
          </p:cNvSpPr>
          <p:nvPr/>
        </p:nvSpPr>
        <p:spPr>
          <a:xfrm>
            <a:off x="70866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8" name="gamma.xtick800">
            <a:extLst>
              <a:ext uri="{FF2B5EF4-FFF2-40B4-BE49-F238E27FC236}">
                <a16:creationId xmlns:a16="http://schemas.microsoft.com/office/drawing/2014/main" id="{4E1202FF-4201-474B-B1EE-59528841E73E}"/>
              </a:ext>
            </a:extLst>
          </p:cNvPr>
          <p:cNvSpPr>
            <a:spLocks noGrp="1"/>
          </p:cNvSpPr>
          <p:nvPr/>
        </p:nvSpPr>
        <p:spPr>
          <a:xfrm>
            <a:off x="7647709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59" name="gamma.xtxt800">
            <a:extLst>
              <a:ext uri="{FF2B5EF4-FFF2-40B4-BE49-F238E27FC236}">
                <a16:creationId xmlns:a16="http://schemas.microsoft.com/office/drawing/2014/main" id="{22DC67AB-D178-4D57-8B71-E0914381208E}"/>
              </a:ext>
            </a:extLst>
          </p:cNvPr>
          <p:cNvSpPr>
            <a:spLocks noGrp="1"/>
          </p:cNvSpPr>
          <p:nvPr/>
        </p:nvSpPr>
        <p:spPr>
          <a:xfrm>
            <a:off x="7314334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60" name="gamma.xtick1000">
            <a:extLst>
              <a:ext uri="{FF2B5EF4-FFF2-40B4-BE49-F238E27FC236}">
                <a16:creationId xmlns:a16="http://schemas.microsoft.com/office/drawing/2014/main" id="{2EB9B8F0-3F7D-4ACF-A7EA-29C4D57FADBD}"/>
              </a:ext>
            </a:extLst>
          </p:cNvPr>
          <p:cNvSpPr>
            <a:spLocks noGrp="1"/>
          </p:cNvSpPr>
          <p:nvPr/>
        </p:nvSpPr>
        <p:spPr>
          <a:xfrm>
            <a:off x="8769927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1" name="gamma.xtxt1000">
            <a:extLst>
              <a:ext uri="{FF2B5EF4-FFF2-40B4-BE49-F238E27FC236}">
                <a16:creationId xmlns:a16="http://schemas.microsoft.com/office/drawing/2014/main" id="{51266AA0-2091-410E-9B71-89A449184251}"/>
              </a:ext>
            </a:extLst>
          </p:cNvPr>
          <p:cNvSpPr>
            <a:spLocks noGrp="1"/>
          </p:cNvSpPr>
          <p:nvPr/>
        </p:nvSpPr>
        <p:spPr>
          <a:xfrm>
            <a:off x="8436552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62" name="gamma.xtick1200">
            <a:extLst>
              <a:ext uri="{FF2B5EF4-FFF2-40B4-BE49-F238E27FC236}">
                <a16:creationId xmlns:a16="http://schemas.microsoft.com/office/drawing/2014/main" id="{4449E4D4-97BD-4625-8387-11C2DB85D970}"/>
              </a:ext>
            </a:extLst>
          </p:cNvPr>
          <p:cNvSpPr>
            <a:spLocks noGrp="1"/>
          </p:cNvSpPr>
          <p:nvPr/>
        </p:nvSpPr>
        <p:spPr>
          <a:xfrm>
            <a:off x="989214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3" name="gamma.xtxt1200">
            <a:extLst>
              <a:ext uri="{FF2B5EF4-FFF2-40B4-BE49-F238E27FC236}">
                <a16:creationId xmlns:a16="http://schemas.microsoft.com/office/drawing/2014/main" id="{800714FB-F079-47FE-A27A-6D778C7DDCAD}"/>
              </a:ext>
            </a:extLst>
          </p:cNvPr>
          <p:cNvSpPr>
            <a:spLocks noGrp="1"/>
          </p:cNvSpPr>
          <p:nvPr/>
        </p:nvSpPr>
        <p:spPr>
          <a:xfrm>
            <a:off x="955877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64" name="gamma.ytick0">
            <a:extLst>
              <a:ext uri="{FF2B5EF4-FFF2-40B4-BE49-F238E27FC236}">
                <a16:creationId xmlns:a16="http://schemas.microsoft.com/office/drawing/2014/main" id="{961B41BD-79F6-4ADE-8A62-AA58689E9649}"/>
              </a:ext>
            </a:extLst>
          </p:cNvPr>
          <p:cNvSpPr>
            <a:spLocks noGrp="1"/>
          </p:cNvSpPr>
          <p:nvPr/>
        </p:nvSpPr>
        <p:spPr>
          <a:xfrm>
            <a:off x="7029450" y="442722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5" name="gamma.ytxt0">
            <a:extLst>
              <a:ext uri="{FF2B5EF4-FFF2-40B4-BE49-F238E27FC236}">
                <a16:creationId xmlns:a16="http://schemas.microsoft.com/office/drawing/2014/main" id="{C4E5F230-F481-4C1B-A4AD-29146AE8A08F}"/>
              </a:ext>
            </a:extLst>
          </p:cNvPr>
          <p:cNvSpPr>
            <a:spLocks noGrp="1"/>
          </p:cNvSpPr>
          <p:nvPr/>
        </p:nvSpPr>
        <p:spPr>
          <a:xfrm>
            <a:off x="6496050" y="430339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6" name="gamma.ytick0.2">
            <a:extLst>
              <a:ext uri="{FF2B5EF4-FFF2-40B4-BE49-F238E27FC236}">
                <a16:creationId xmlns:a16="http://schemas.microsoft.com/office/drawing/2014/main" id="{897F162B-D6D9-4CF8-A6ED-3F3083B44BB6}"/>
              </a:ext>
            </a:extLst>
          </p:cNvPr>
          <p:cNvSpPr>
            <a:spLocks noGrp="1"/>
          </p:cNvSpPr>
          <p:nvPr/>
        </p:nvSpPr>
        <p:spPr>
          <a:xfrm>
            <a:off x="7029450" y="386334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7" name="gamma.ytxt0.2">
            <a:extLst>
              <a:ext uri="{FF2B5EF4-FFF2-40B4-BE49-F238E27FC236}">
                <a16:creationId xmlns:a16="http://schemas.microsoft.com/office/drawing/2014/main" id="{1E100D36-5ADC-4A24-A9FE-6CC441A54DFA}"/>
              </a:ext>
            </a:extLst>
          </p:cNvPr>
          <p:cNvSpPr>
            <a:spLocks noGrp="1"/>
          </p:cNvSpPr>
          <p:nvPr/>
        </p:nvSpPr>
        <p:spPr>
          <a:xfrm>
            <a:off x="6496050" y="373951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68" name="gamma.ytick0.4">
            <a:extLst>
              <a:ext uri="{FF2B5EF4-FFF2-40B4-BE49-F238E27FC236}">
                <a16:creationId xmlns:a16="http://schemas.microsoft.com/office/drawing/2014/main" id="{BC1FFFDE-1BAE-4057-9250-4A588ACBD878}"/>
              </a:ext>
            </a:extLst>
          </p:cNvPr>
          <p:cNvSpPr>
            <a:spLocks noGrp="1"/>
          </p:cNvSpPr>
          <p:nvPr/>
        </p:nvSpPr>
        <p:spPr>
          <a:xfrm>
            <a:off x="7029450" y="329946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9" name="gamma.ytxt0.4">
            <a:extLst>
              <a:ext uri="{FF2B5EF4-FFF2-40B4-BE49-F238E27FC236}">
                <a16:creationId xmlns:a16="http://schemas.microsoft.com/office/drawing/2014/main" id="{5EFACA10-9435-4DDA-9C6B-54DD4B61AD63}"/>
              </a:ext>
            </a:extLst>
          </p:cNvPr>
          <p:cNvSpPr>
            <a:spLocks noGrp="1"/>
          </p:cNvSpPr>
          <p:nvPr/>
        </p:nvSpPr>
        <p:spPr>
          <a:xfrm>
            <a:off x="6496050" y="317563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70" name="gamma.xlabel">
            <a:extLst>
              <a:ext uri="{FF2B5EF4-FFF2-40B4-BE49-F238E27FC236}">
                <a16:creationId xmlns:a16="http://schemas.microsoft.com/office/drawing/2014/main" id="{4E413F98-70E4-4F67-B360-FE6796EFCB23}"/>
              </a:ext>
            </a:extLst>
          </p:cNvPr>
          <p:cNvSpPr>
            <a:spLocks noGrp="1"/>
          </p:cNvSpPr>
          <p:nvPr/>
        </p:nvSpPr>
        <p:spPr>
          <a:xfrm>
            <a:off x="7086600" y="5048250"/>
            <a:ext cx="30861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71" name="gamma.ylabel">
            <a:extLst>
              <a:ext uri="{FF2B5EF4-FFF2-40B4-BE49-F238E27FC236}">
                <a16:creationId xmlns:a16="http://schemas.microsoft.com/office/drawing/2014/main" id="{23E6A24C-C796-447B-8413-ED828BB8E439}"/>
              </a:ext>
            </a:extLst>
          </p:cNvPr>
          <p:cNvSpPr>
            <a:spLocks noGrp="1"/>
          </p:cNvSpPr>
          <p:nvPr/>
        </p:nvSpPr>
        <p:spPr>
          <a:xfrm rot="16200000">
            <a:off x="562927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72" name="gamma.curve.segment0">
            <a:extLst>
              <a:ext uri="{FF2B5EF4-FFF2-40B4-BE49-F238E27FC236}">
                <a16:creationId xmlns:a16="http://schemas.microsoft.com/office/drawing/2014/main" id="{7C62A875-2A8E-4123-A4C7-7A8F710115C1}"/>
              </a:ext>
            </a:extLst>
          </p:cNvPr>
          <p:cNvSpPr>
            <a:spLocks noGrp="1"/>
          </p:cNvSpPr>
          <p:nvPr/>
        </p:nvSpPr>
        <p:spPr>
          <a:xfrm>
            <a:off x="7086600" y="2995065"/>
            <a:ext cx="3086100" cy="1461820"/>
          </a:xfrm>
          <a:custGeom>
            <a:avLst/>
            <a:gdLst/>
            <a:ahLst/>
            <a:cxnLst/>
            <a:rect l="0" t="0" r="0" b="0"/>
            <a:pathLst>
              <a:path w="3086100" h="1461820">
                <a:moveTo>
                  <a:pt x="0" y="1461791"/>
                </a:moveTo>
                <a:lnTo>
                  <a:pt x="37003" y="1461812"/>
                </a:lnTo>
                <a:lnTo>
                  <a:pt x="76875" y="1461820"/>
                </a:lnTo>
                <a:lnTo>
                  <a:pt x="116291" y="1461815"/>
                </a:lnTo>
                <a:lnTo>
                  <a:pt x="155255" y="1461795"/>
                </a:lnTo>
                <a:lnTo>
                  <a:pt x="193774" y="1461760"/>
                </a:lnTo>
                <a:lnTo>
                  <a:pt x="231851" y="1461709"/>
                </a:lnTo>
                <a:lnTo>
                  <a:pt x="269491" y="1461642"/>
                </a:lnTo>
                <a:lnTo>
                  <a:pt x="306701" y="1461558"/>
                </a:lnTo>
                <a:lnTo>
                  <a:pt x="343485" y="1461456"/>
                </a:lnTo>
                <a:lnTo>
                  <a:pt x="379847" y="1461336"/>
                </a:lnTo>
                <a:lnTo>
                  <a:pt x="415793" y="1461197"/>
                </a:lnTo>
                <a:lnTo>
                  <a:pt x="451327" y="1461039"/>
                </a:lnTo>
                <a:lnTo>
                  <a:pt x="486454" y="1460860"/>
                </a:lnTo>
                <a:lnTo>
                  <a:pt x="521179" y="1460660"/>
                </a:lnTo>
                <a:lnTo>
                  <a:pt x="555506" y="1460439"/>
                </a:lnTo>
                <a:lnTo>
                  <a:pt x="589440" y="1460195"/>
                </a:lnTo>
                <a:lnTo>
                  <a:pt x="622985" y="1459928"/>
                </a:lnTo>
                <a:lnTo>
                  <a:pt x="656146" y="1459637"/>
                </a:lnTo>
                <a:lnTo>
                  <a:pt x="688928" y="1459322"/>
                </a:lnTo>
                <a:lnTo>
                  <a:pt x="721333" y="1458981"/>
                </a:lnTo>
                <a:lnTo>
                  <a:pt x="753368" y="1458613"/>
                </a:lnTo>
                <a:lnTo>
                  <a:pt x="785036" y="1458219"/>
                </a:lnTo>
                <a:lnTo>
                  <a:pt x="816341" y="1457796"/>
                </a:lnTo>
                <a:lnTo>
                  <a:pt x="847288" y="1457345"/>
                </a:lnTo>
                <a:lnTo>
                  <a:pt x="877880" y="1456864"/>
                </a:lnTo>
                <a:lnTo>
                  <a:pt x="908121" y="1456352"/>
                </a:lnTo>
                <a:lnTo>
                  <a:pt x="938017" y="1455809"/>
                </a:lnTo>
                <a:lnTo>
                  <a:pt x="967570" y="1455234"/>
                </a:lnTo>
                <a:lnTo>
                  <a:pt x="996784" y="1454625"/>
                </a:lnTo>
                <a:lnTo>
                  <a:pt x="1025664" y="1453981"/>
                </a:lnTo>
                <a:lnTo>
                  <a:pt x="1054213" y="1453302"/>
                </a:lnTo>
                <a:lnTo>
                  <a:pt x="1082435" y="1452587"/>
                </a:lnTo>
                <a:lnTo>
                  <a:pt x="1110334" y="1451834"/>
                </a:lnTo>
                <a:lnTo>
                  <a:pt x="1137914" y="1451043"/>
                </a:lnTo>
                <a:lnTo>
                  <a:pt x="1165177" y="1450213"/>
                </a:lnTo>
                <a:lnTo>
                  <a:pt x="1192128" y="1449341"/>
                </a:lnTo>
                <a:lnTo>
                  <a:pt x="1218771" y="1448428"/>
                </a:lnTo>
                <a:lnTo>
                  <a:pt x="1245108" y="1447473"/>
                </a:lnTo>
                <a:lnTo>
                  <a:pt x="1271144" y="1446473"/>
                </a:lnTo>
                <a:lnTo>
                  <a:pt x="1296882" y="1445428"/>
                </a:lnTo>
                <a:lnTo>
                  <a:pt x="1322324" y="1444337"/>
                </a:lnTo>
                <a:lnTo>
                  <a:pt x="1347476" y="1443198"/>
                </a:lnTo>
                <a:lnTo>
                  <a:pt x="1372339" y="1442011"/>
                </a:lnTo>
                <a:lnTo>
                  <a:pt x="1396918" y="1440774"/>
                </a:lnTo>
                <a:lnTo>
                  <a:pt x="1421215" y="1439485"/>
                </a:lnTo>
                <a:lnTo>
                  <a:pt x="1445234" y="1438144"/>
                </a:lnTo>
                <a:lnTo>
                  <a:pt x="1468977" y="1436750"/>
                </a:lnTo>
                <a:lnTo>
                  <a:pt x="1492449" y="1435300"/>
                </a:lnTo>
                <a:lnTo>
                  <a:pt x="1515652" y="1433794"/>
                </a:lnTo>
                <a:lnTo>
                  <a:pt x="1538589" y="1432230"/>
                </a:lnTo>
                <a:lnTo>
                  <a:pt x="1539660" y="1432155"/>
                </a:lnTo>
                <a:lnTo>
                  <a:pt x="1561264" y="1430607"/>
                </a:lnTo>
                <a:lnTo>
                  <a:pt x="1583678" y="1428924"/>
                </a:lnTo>
                <a:lnTo>
                  <a:pt x="1605836" y="1427178"/>
                </a:lnTo>
                <a:lnTo>
                  <a:pt x="1627741" y="1425370"/>
                </a:lnTo>
                <a:lnTo>
                  <a:pt x="1649394" y="1423496"/>
                </a:lnTo>
                <a:lnTo>
                  <a:pt x="1670799" y="1421557"/>
                </a:lnTo>
                <a:lnTo>
                  <a:pt x="1691960" y="1419550"/>
                </a:lnTo>
                <a:lnTo>
                  <a:pt x="1712878" y="1417473"/>
                </a:lnTo>
                <a:lnTo>
                  <a:pt x="1733556" y="1415326"/>
                </a:lnTo>
                <a:lnTo>
                  <a:pt x="1753997" y="1413107"/>
                </a:lnTo>
                <a:lnTo>
                  <a:pt x="1774205" y="1410814"/>
                </a:lnTo>
                <a:lnTo>
                  <a:pt x="1794181" y="1408445"/>
                </a:lnTo>
                <a:lnTo>
                  <a:pt x="1813928" y="1406000"/>
                </a:lnTo>
                <a:lnTo>
                  <a:pt x="1833449" y="1403476"/>
                </a:lnTo>
                <a:lnTo>
                  <a:pt x="1852746" y="1400872"/>
                </a:lnTo>
                <a:lnTo>
                  <a:pt x="1871822" y="1398186"/>
                </a:lnTo>
                <a:lnTo>
                  <a:pt x="1890680" y="1395417"/>
                </a:lnTo>
                <a:lnTo>
                  <a:pt x="1909322" y="1392563"/>
                </a:lnTo>
                <a:lnTo>
                  <a:pt x="1927751" y="1389621"/>
                </a:lnTo>
                <a:lnTo>
                  <a:pt x="1945968" y="1386592"/>
                </a:lnTo>
                <a:lnTo>
                  <a:pt x="1963977" y="1383472"/>
                </a:lnTo>
                <a:lnTo>
                  <a:pt x="1981779" y="1380260"/>
                </a:lnTo>
                <a:lnTo>
                  <a:pt x="1999377" y="1376955"/>
                </a:lnTo>
                <a:lnTo>
                  <a:pt x="2016774" y="1373553"/>
                </a:lnTo>
                <a:lnTo>
                  <a:pt x="2033972" y="1370055"/>
                </a:lnTo>
                <a:lnTo>
                  <a:pt x="2050973" y="1366458"/>
                </a:lnTo>
                <a:lnTo>
                  <a:pt x="2067779" y="1362760"/>
                </a:lnTo>
                <a:lnTo>
                  <a:pt x="2084392" y="1358959"/>
                </a:lnTo>
                <a:lnTo>
                  <a:pt x="2100816" y="1355053"/>
                </a:lnTo>
                <a:lnTo>
                  <a:pt x="2117051" y="1351041"/>
                </a:lnTo>
                <a:lnTo>
                  <a:pt x="2133100" y="1346921"/>
                </a:lnTo>
                <a:lnTo>
                  <a:pt x="2148965" y="1342690"/>
                </a:lnTo>
                <a:lnTo>
                  <a:pt x="2164649" y="1338348"/>
                </a:lnTo>
                <a:lnTo>
                  <a:pt x="2180153" y="1333892"/>
                </a:lnTo>
                <a:lnTo>
                  <a:pt x="2195480" y="1329319"/>
                </a:lnTo>
                <a:lnTo>
                  <a:pt x="2210631" y="1324629"/>
                </a:lnTo>
                <a:lnTo>
                  <a:pt x="2225608" y="1319819"/>
                </a:lnTo>
                <a:lnTo>
                  <a:pt x="2240414" y="1314887"/>
                </a:lnTo>
                <a:lnTo>
                  <a:pt x="2255050" y="1309832"/>
                </a:lnTo>
                <a:lnTo>
                  <a:pt x="2269519" y="1304651"/>
                </a:lnTo>
                <a:lnTo>
                  <a:pt x="2283822" y="1299342"/>
                </a:lnTo>
                <a:lnTo>
                  <a:pt x="2297961" y="1293903"/>
                </a:lnTo>
                <a:lnTo>
                  <a:pt x="2311938" y="1288333"/>
                </a:lnTo>
                <a:lnTo>
                  <a:pt x="2325755" y="1282629"/>
                </a:lnTo>
                <a:lnTo>
                  <a:pt x="2339414" y="1276789"/>
                </a:lnTo>
                <a:lnTo>
                  <a:pt x="2352917" y="1270812"/>
                </a:lnTo>
                <a:lnTo>
                  <a:pt x="2366264" y="1264694"/>
                </a:lnTo>
                <a:lnTo>
                  <a:pt x="2379459" y="1258434"/>
                </a:lnTo>
                <a:lnTo>
                  <a:pt x="2392503" y="1252031"/>
                </a:lnTo>
                <a:lnTo>
                  <a:pt x="2405397" y="1245481"/>
                </a:lnTo>
                <a:lnTo>
                  <a:pt x="2418144" y="1238783"/>
                </a:lnTo>
                <a:lnTo>
                  <a:pt x="2430745" y="1231935"/>
                </a:lnTo>
                <a:lnTo>
                  <a:pt x="2443201" y="1224934"/>
                </a:lnTo>
                <a:lnTo>
                  <a:pt x="2455515" y="1217779"/>
                </a:lnTo>
                <a:lnTo>
                  <a:pt x="2467688" y="1210467"/>
                </a:lnTo>
                <a:lnTo>
                  <a:pt x="2479721" y="1202996"/>
                </a:lnTo>
                <a:lnTo>
                  <a:pt x="2491617" y="1195364"/>
                </a:lnTo>
                <a:lnTo>
                  <a:pt x="2503376" y="1187569"/>
                </a:lnTo>
                <a:lnTo>
                  <a:pt x="2515000" y="1179609"/>
                </a:lnTo>
                <a:lnTo>
                  <a:pt x="2526492" y="1171481"/>
                </a:lnTo>
                <a:lnTo>
                  <a:pt x="2537851" y="1163183"/>
                </a:lnTo>
                <a:lnTo>
                  <a:pt x="2549081" y="1154714"/>
                </a:lnTo>
                <a:lnTo>
                  <a:pt x="2554904" y="1150215"/>
                </a:lnTo>
                <a:lnTo>
                  <a:pt x="2560182" y="1146071"/>
                </a:lnTo>
                <a:lnTo>
                  <a:pt x="2571156" y="1137252"/>
                </a:lnTo>
                <a:lnTo>
                  <a:pt x="2582004" y="1128254"/>
                </a:lnTo>
                <a:lnTo>
                  <a:pt x="2592728" y="1119076"/>
                </a:lnTo>
                <a:lnTo>
                  <a:pt x="2603330" y="1109714"/>
                </a:lnTo>
                <a:lnTo>
                  <a:pt x="2613809" y="1100168"/>
                </a:lnTo>
                <a:lnTo>
                  <a:pt x="2624169" y="1090435"/>
                </a:lnTo>
                <a:lnTo>
                  <a:pt x="2634410" y="1080512"/>
                </a:lnTo>
                <a:lnTo>
                  <a:pt x="2644534" y="1070398"/>
                </a:lnTo>
                <a:lnTo>
                  <a:pt x="2654542" y="1060090"/>
                </a:lnTo>
                <a:lnTo>
                  <a:pt x="2664435" y="1049585"/>
                </a:lnTo>
                <a:lnTo>
                  <a:pt x="2674215" y="1038882"/>
                </a:lnTo>
                <a:lnTo>
                  <a:pt x="2683883" y="1027979"/>
                </a:lnTo>
                <a:lnTo>
                  <a:pt x="2693440" y="1016873"/>
                </a:lnTo>
                <a:lnTo>
                  <a:pt x="2702888" y="1005562"/>
                </a:lnTo>
                <a:lnTo>
                  <a:pt x="2712227" y="994043"/>
                </a:lnTo>
                <a:lnTo>
                  <a:pt x="2721460" y="982315"/>
                </a:lnTo>
                <a:lnTo>
                  <a:pt x="2730586" y="970375"/>
                </a:lnTo>
                <a:lnTo>
                  <a:pt x="2739609" y="958221"/>
                </a:lnTo>
                <a:lnTo>
                  <a:pt x="2748527" y="945850"/>
                </a:lnTo>
                <a:lnTo>
                  <a:pt x="2757344" y="933261"/>
                </a:lnTo>
                <a:lnTo>
                  <a:pt x="2766060" y="920451"/>
                </a:lnTo>
                <a:lnTo>
                  <a:pt x="2774676" y="907418"/>
                </a:lnTo>
                <a:lnTo>
                  <a:pt x="2783193" y="894159"/>
                </a:lnTo>
                <a:lnTo>
                  <a:pt x="2791613" y="880673"/>
                </a:lnTo>
                <a:lnTo>
                  <a:pt x="2799936" y="866957"/>
                </a:lnTo>
                <a:lnTo>
                  <a:pt x="2808164" y="853009"/>
                </a:lnTo>
                <a:lnTo>
                  <a:pt x="2816298" y="838826"/>
                </a:lnTo>
                <a:lnTo>
                  <a:pt x="2824339" y="824407"/>
                </a:lnTo>
                <a:lnTo>
                  <a:pt x="2832287" y="809748"/>
                </a:lnTo>
                <a:lnTo>
                  <a:pt x="2840144" y="794849"/>
                </a:lnTo>
                <a:lnTo>
                  <a:pt x="2847912" y="779706"/>
                </a:lnTo>
                <a:lnTo>
                  <a:pt x="2855590" y="764317"/>
                </a:lnTo>
                <a:lnTo>
                  <a:pt x="2863181" y="748681"/>
                </a:lnTo>
                <a:lnTo>
                  <a:pt x="2870685" y="732794"/>
                </a:lnTo>
                <a:lnTo>
                  <a:pt x="2878102" y="716655"/>
                </a:lnTo>
                <a:lnTo>
                  <a:pt x="2885435" y="700261"/>
                </a:lnTo>
                <a:lnTo>
                  <a:pt x="2892684" y="683611"/>
                </a:lnTo>
                <a:lnTo>
                  <a:pt x="2899849" y="666701"/>
                </a:lnTo>
                <a:lnTo>
                  <a:pt x="2906933" y="649530"/>
                </a:lnTo>
                <a:lnTo>
                  <a:pt x="2913936" y="632096"/>
                </a:lnTo>
                <a:lnTo>
                  <a:pt x="2920858" y="614396"/>
                </a:lnTo>
                <a:lnTo>
                  <a:pt x="2927701" y="596429"/>
                </a:lnTo>
                <a:lnTo>
                  <a:pt x="2934466" y="578192"/>
                </a:lnTo>
                <a:lnTo>
                  <a:pt x="2941153" y="559682"/>
                </a:lnTo>
                <a:lnTo>
                  <a:pt x="2947763" y="540899"/>
                </a:lnTo>
                <a:lnTo>
                  <a:pt x="2954298" y="521839"/>
                </a:lnTo>
                <a:lnTo>
                  <a:pt x="2960758" y="502501"/>
                </a:lnTo>
                <a:lnTo>
                  <a:pt x="2967144" y="482882"/>
                </a:lnTo>
                <a:lnTo>
                  <a:pt x="2973457" y="462981"/>
                </a:lnTo>
                <a:lnTo>
                  <a:pt x="2979698" y="442796"/>
                </a:lnTo>
                <a:lnTo>
                  <a:pt x="2985867" y="422324"/>
                </a:lnTo>
                <a:lnTo>
                  <a:pt x="2991965" y="401564"/>
                </a:lnTo>
                <a:lnTo>
                  <a:pt x="2997994" y="380513"/>
                </a:lnTo>
                <a:lnTo>
                  <a:pt x="3003953" y="359170"/>
                </a:lnTo>
                <a:lnTo>
                  <a:pt x="3009845" y="337533"/>
                </a:lnTo>
                <a:lnTo>
                  <a:pt x="3015669" y="315600"/>
                </a:lnTo>
                <a:lnTo>
                  <a:pt x="3021426" y="293369"/>
                </a:lnTo>
                <a:lnTo>
                  <a:pt x="3027117" y="270839"/>
                </a:lnTo>
                <a:lnTo>
                  <a:pt x="3032743" y="248007"/>
                </a:lnTo>
                <a:lnTo>
                  <a:pt x="3038305" y="224872"/>
                </a:lnTo>
                <a:lnTo>
                  <a:pt x="3043802" y="201432"/>
                </a:lnTo>
                <a:lnTo>
                  <a:pt x="3049237" y="177686"/>
                </a:lnTo>
                <a:lnTo>
                  <a:pt x="3054610" y="153632"/>
                </a:lnTo>
                <a:lnTo>
                  <a:pt x="3059921" y="129269"/>
                </a:lnTo>
                <a:lnTo>
                  <a:pt x="3065171" y="104595"/>
                </a:lnTo>
                <a:lnTo>
                  <a:pt x="3070362" y="79608"/>
                </a:lnTo>
                <a:lnTo>
                  <a:pt x="3075492" y="54309"/>
                </a:lnTo>
                <a:lnTo>
                  <a:pt x="3080564" y="28694"/>
                </a:lnTo>
                <a:lnTo>
                  <a:pt x="3085578" y="2764"/>
                </a:lnTo>
                <a:lnTo>
                  <a:pt x="3086100" y="0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73" name="gamma.zero">
            <a:extLst>
              <a:ext uri="{FF2B5EF4-FFF2-40B4-BE49-F238E27FC236}">
                <a16:creationId xmlns:a16="http://schemas.microsoft.com/office/drawing/2014/main" id="{12E6C0DE-5E9D-4C23-B17F-79A237A7EB24}"/>
              </a:ext>
            </a:extLst>
          </p:cNvPr>
          <p:cNvSpPr>
            <a:spLocks noGrp="1"/>
          </p:cNvSpPr>
          <p:nvPr/>
        </p:nvSpPr>
        <p:spPr>
          <a:xfrm>
            <a:off x="7086600" y="4427220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1430">
            <a:solidFill>
              <a:srgbClr val="82878C"/>
            </a:solidFill>
            <a:prstDash val="dash"/>
          </a:ln>
        </p:spPr>
      </p:sp>
      <p:sp>
        <p:nvSpPr>
          <p:cNvPr id="74" name="gamma.selected">
            <a:extLst>
              <a:ext uri="{FF2B5EF4-FFF2-40B4-BE49-F238E27FC236}">
                <a16:creationId xmlns:a16="http://schemas.microsoft.com/office/drawing/2014/main" id="{718B6508-3A95-47B5-864E-1B9419C7AA7B}"/>
              </a:ext>
            </a:extLst>
          </p:cNvPr>
          <p:cNvSpPr>
            <a:spLocks noGrp="1"/>
          </p:cNvSpPr>
          <p:nvPr/>
        </p:nvSpPr>
        <p:spPr>
          <a:xfrm>
            <a:off x="8578635" y="4379595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75" name="gamma.projection">
            <a:extLst>
              <a:ext uri="{FF2B5EF4-FFF2-40B4-BE49-F238E27FC236}">
                <a16:creationId xmlns:a16="http://schemas.microsoft.com/office/drawing/2014/main" id="{967C2CC1-C560-4342-B683-ABCD8CCCC231}"/>
              </a:ext>
            </a:extLst>
          </p:cNvPr>
          <p:cNvSpPr>
            <a:spLocks noGrp="1"/>
          </p:cNvSpPr>
          <p:nvPr/>
        </p:nvSpPr>
        <p:spPr>
          <a:xfrm>
            <a:off x="8626260" y="4427220"/>
            <a:ext cx="953" cy="211455"/>
          </a:xfrm>
          <a:custGeom>
            <a:avLst/>
            <a:gdLst/>
            <a:ahLst/>
            <a:cxnLst/>
            <a:rect l="0" t="0" r="0" b="0"/>
            <a:pathLst>
              <a:path w="953" h="211455">
                <a:moveTo>
                  <a:pt x="0" y="0"/>
                </a:moveTo>
                <a:lnTo>
                  <a:pt x="0" y="211455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77" name="gamma.root-leader">
            <a:extLst>
              <a:ext uri="{FF2B5EF4-FFF2-40B4-BE49-F238E27FC236}">
                <a16:creationId xmlns:a16="http://schemas.microsoft.com/office/drawing/2014/main" id="{CB89FCBA-E9F9-4387-8E15-B27CC2C85E36}"/>
              </a:ext>
            </a:extLst>
          </p:cNvPr>
          <p:cNvSpPr>
            <a:spLocks noGrp="1"/>
          </p:cNvSpPr>
          <p:nvPr/>
        </p:nvSpPr>
        <p:spPr>
          <a:xfrm>
            <a:off x="8578635" y="4010025"/>
            <a:ext cx="127215" cy="350520"/>
          </a:xfrm>
          <a:custGeom>
            <a:avLst/>
            <a:gdLst/>
            <a:ahLst/>
            <a:cxnLst/>
            <a:rect l="0" t="0" r="0" b="0"/>
            <a:pathLst>
              <a:path w="127215" h="350520">
                <a:moveTo>
                  <a:pt x="127215" y="0"/>
                </a:moveTo>
                <a:lnTo>
                  <a:pt x="0" y="35052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79" name="flow.criterion-gamma">
            <a:extLst>
              <a:ext uri="{FF2B5EF4-FFF2-40B4-BE49-F238E27FC236}">
                <a16:creationId xmlns:a16="http://schemas.microsoft.com/office/drawing/2014/main" id="{EB892222-8E9B-4860-AC93-B20BA8F11AE8}"/>
              </a:ext>
            </a:extLst>
          </p:cNvPr>
          <p:cNvSpPr>
            <a:spLocks noGrp="1"/>
          </p:cNvSpPr>
          <p:nvPr/>
        </p:nvSpPr>
        <p:spPr>
          <a:xfrm>
            <a:off x="5257800" y="3228975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0" name="flow.criterion-transfer">
            <a:extLst>
              <a:ext uri="{FF2B5EF4-FFF2-40B4-BE49-F238E27FC236}">
                <a16:creationId xmlns:a16="http://schemas.microsoft.com/office/drawing/2014/main" id="{846DCA40-28FD-4406-894E-5934531E0457}"/>
              </a:ext>
            </a:extLst>
          </p:cNvPr>
          <p:cNvSpPr>
            <a:spLocks noGrp="1"/>
          </p:cNvSpPr>
          <p:nvPr/>
        </p:nvSpPr>
        <p:spPr>
          <a:xfrm>
            <a:off x="5267325" y="2847975"/>
            <a:ext cx="6477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求导</a:t>
            </a:r>
          </a:p>
        </p:txBody>
      </p:sp>
      <p:sp>
        <p:nvSpPr>
          <p:cNvPr id="81" name="beta.boundary">
            <a:extLst>
              <a:ext uri="{FF2B5EF4-FFF2-40B4-BE49-F238E27FC236}">
                <a16:creationId xmlns:a16="http://schemas.microsoft.com/office/drawing/2014/main" id="{B75ABCF4-31A8-4B34-8F2F-4A6E8843E15E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82" name="beta.header">
            <a:extLst>
              <a:ext uri="{FF2B5EF4-FFF2-40B4-BE49-F238E27FC236}">
                <a16:creationId xmlns:a16="http://schemas.microsoft.com/office/drawing/2014/main" id="{31A77F78-71BF-4EA5-AF1A-788572B01692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83" name="beta.title">
            <a:extLst>
              <a:ext uri="{FF2B5EF4-FFF2-40B4-BE49-F238E27FC236}">
                <a16:creationId xmlns:a16="http://schemas.microsoft.com/office/drawing/2014/main" id="{35176AA2-CF17-4762-9DC2-3592DDA5B67E}"/>
              </a:ext>
            </a:extLst>
          </p:cNvPr>
          <p:cNvSpPr>
            <a:spLocks noGrp="1"/>
          </p:cNvSpPr>
          <p:nvPr/>
        </p:nvSpPr>
        <p:spPr>
          <a:xfrm>
            <a:off x="11906250" y="933450"/>
            <a:ext cx="47625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b  代入位置，回代形状参数</a:t>
            </a:r>
          </a:p>
        </p:txBody>
      </p:sp>
      <p:sp>
        <p:nvSpPr>
          <p:cNvPr id="88" name="beta.fixed">
            <a:extLst>
              <a:ext uri="{FF2B5EF4-FFF2-40B4-BE49-F238E27FC236}">
                <a16:creationId xmlns:a16="http://schemas.microsoft.com/office/drawing/2014/main" id="{DFBA4E9C-1E50-4CBC-9F85-050BFC95D5C1}"/>
              </a:ext>
            </a:extLst>
          </p:cNvPr>
          <p:cNvSpPr>
            <a:spLocks noGrp="1"/>
          </p:cNvSpPr>
          <p:nvPr/>
        </p:nvSpPr>
        <p:spPr>
          <a:xfrm>
            <a:off x="12096750" y="229552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固定 γ̂ = 974.4</a:t>
            </a:r>
          </a:p>
        </p:txBody>
      </p:sp>
      <p:sp>
        <p:nvSpPr>
          <p:cNvPr id="89" name="beta.axisx">
            <a:extLst>
              <a:ext uri="{FF2B5EF4-FFF2-40B4-BE49-F238E27FC236}">
                <a16:creationId xmlns:a16="http://schemas.microsoft.com/office/drawing/2014/main" id="{CAAA919E-1F41-4C2B-9446-A73507BBBAFB}"/>
              </a:ext>
            </a:extLst>
          </p:cNvPr>
          <p:cNvSpPr>
            <a:spLocks noGrp="1"/>
          </p:cNvSpPr>
          <p:nvPr/>
        </p:nvSpPr>
        <p:spPr>
          <a:xfrm>
            <a:off x="12954000" y="4638675"/>
            <a:ext cx="3143250" cy="953"/>
          </a:xfrm>
          <a:custGeom>
            <a:avLst/>
            <a:gdLst/>
            <a:ahLst/>
            <a:cxnLst/>
            <a:rect l="0" t="0" r="0" b="0"/>
            <a:pathLst>
              <a:path w="3143250" h="953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0" name="beta.axisy">
            <a:extLst>
              <a:ext uri="{FF2B5EF4-FFF2-40B4-BE49-F238E27FC236}">
                <a16:creationId xmlns:a16="http://schemas.microsoft.com/office/drawing/2014/main" id="{1C62CDAF-59EE-45F9-8AC5-6263F27E7DB6}"/>
              </a:ext>
            </a:extLst>
          </p:cNvPr>
          <p:cNvSpPr>
            <a:spLocks noGrp="1"/>
          </p:cNvSpPr>
          <p:nvPr/>
        </p:nvSpPr>
        <p:spPr>
          <a:xfrm>
            <a:off x="129540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1" name="beta.xtick1.5">
            <a:extLst>
              <a:ext uri="{FF2B5EF4-FFF2-40B4-BE49-F238E27FC236}">
                <a16:creationId xmlns:a16="http://schemas.microsoft.com/office/drawing/2014/main" id="{97394339-21CB-433F-B524-9ECA72336A1E}"/>
              </a:ext>
            </a:extLst>
          </p:cNvPr>
          <p:cNvSpPr>
            <a:spLocks noGrp="1"/>
          </p:cNvSpPr>
          <p:nvPr/>
        </p:nvSpPr>
        <p:spPr>
          <a:xfrm>
            <a:off x="129540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2" name="beta.xtxt1.5">
            <a:extLst>
              <a:ext uri="{FF2B5EF4-FFF2-40B4-BE49-F238E27FC236}">
                <a16:creationId xmlns:a16="http://schemas.microsoft.com/office/drawing/2014/main" id="{B39E02C9-D8F0-4E11-AF4B-6BEB6DA58D87}"/>
              </a:ext>
            </a:extLst>
          </p:cNvPr>
          <p:cNvSpPr>
            <a:spLocks noGrp="1"/>
          </p:cNvSpPr>
          <p:nvPr/>
        </p:nvSpPr>
        <p:spPr>
          <a:xfrm>
            <a:off x="126206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93" name="beta.xtick2.5">
            <a:extLst>
              <a:ext uri="{FF2B5EF4-FFF2-40B4-BE49-F238E27FC236}">
                <a16:creationId xmlns:a16="http://schemas.microsoft.com/office/drawing/2014/main" id="{72A7B71D-5B1B-4EE3-ACD3-D06001421151}"/>
              </a:ext>
            </a:extLst>
          </p:cNvPr>
          <p:cNvSpPr>
            <a:spLocks noGrp="1"/>
          </p:cNvSpPr>
          <p:nvPr/>
        </p:nvSpPr>
        <p:spPr>
          <a:xfrm>
            <a:off x="142113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4" name="beta.xtxt2.5">
            <a:extLst>
              <a:ext uri="{FF2B5EF4-FFF2-40B4-BE49-F238E27FC236}">
                <a16:creationId xmlns:a16="http://schemas.microsoft.com/office/drawing/2014/main" id="{3035075F-CF92-46DF-963A-350AE7C5C592}"/>
              </a:ext>
            </a:extLst>
          </p:cNvPr>
          <p:cNvSpPr>
            <a:spLocks noGrp="1"/>
          </p:cNvSpPr>
          <p:nvPr/>
        </p:nvSpPr>
        <p:spPr>
          <a:xfrm>
            <a:off x="138779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95" name="beta.xtick3.5">
            <a:extLst>
              <a:ext uri="{FF2B5EF4-FFF2-40B4-BE49-F238E27FC236}">
                <a16:creationId xmlns:a16="http://schemas.microsoft.com/office/drawing/2014/main" id="{7B6AADD5-34DA-4AF7-B6A7-CEEA5DDCC7E8}"/>
              </a:ext>
            </a:extLst>
          </p:cNvPr>
          <p:cNvSpPr>
            <a:spLocks noGrp="1"/>
          </p:cNvSpPr>
          <p:nvPr/>
        </p:nvSpPr>
        <p:spPr>
          <a:xfrm>
            <a:off x="154686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6" name="beta.xtxt3.5">
            <a:extLst>
              <a:ext uri="{FF2B5EF4-FFF2-40B4-BE49-F238E27FC236}">
                <a16:creationId xmlns:a16="http://schemas.microsoft.com/office/drawing/2014/main" id="{692DA733-9A21-42DD-B1E8-F67175C13EFB}"/>
              </a:ext>
            </a:extLst>
          </p:cNvPr>
          <p:cNvSpPr>
            <a:spLocks noGrp="1"/>
          </p:cNvSpPr>
          <p:nvPr/>
        </p:nvSpPr>
        <p:spPr>
          <a:xfrm>
            <a:off x="151352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97" name="beta.ytick0">
            <a:extLst>
              <a:ext uri="{FF2B5EF4-FFF2-40B4-BE49-F238E27FC236}">
                <a16:creationId xmlns:a16="http://schemas.microsoft.com/office/drawing/2014/main" id="{DCC2AB11-C0D7-4CB8-8D36-7A792EF600A6}"/>
              </a:ext>
            </a:extLst>
          </p:cNvPr>
          <p:cNvSpPr>
            <a:spLocks noGrp="1"/>
          </p:cNvSpPr>
          <p:nvPr/>
        </p:nvSpPr>
        <p:spPr>
          <a:xfrm>
            <a:off x="12896850" y="46386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8" name="beta.ytxt0">
            <a:extLst>
              <a:ext uri="{FF2B5EF4-FFF2-40B4-BE49-F238E27FC236}">
                <a16:creationId xmlns:a16="http://schemas.microsoft.com/office/drawing/2014/main" id="{E6DC3A64-3842-4303-BBB8-0BB77F576C0F}"/>
              </a:ext>
            </a:extLst>
          </p:cNvPr>
          <p:cNvSpPr>
            <a:spLocks noGrp="1"/>
          </p:cNvSpPr>
          <p:nvPr/>
        </p:nvSpPr>
        <p:spPr>
          <a:xfrm>
            <a:off x="12363450" y="451485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9" name="beta.ytick100">
            <a:extLst>
              <a:ext uri="{FF2B5EF4-FFF2-40B4-BE49-F238E27FC236}">
                <a16:creationId xmlns:a16="http://schemas.microsoft.com/office/drawing/2014/main" id="{753DFD01-2362-4AD1-AE75-CB08D51DF3B1}"/>
              </a:ext>
            </a:extLst>
          </p:cNvPr>
          <p:cNvSpPr>
            <a:spLocks noGrp="1"/>
          </p:cNvSpPr>
          <p:nvPr/>
        </p:nvSpPr>
        <p:spPr>
          <a:xfrm>
            <a:off x="12896850" y="413521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0" name="beta.ytxt100">
            <a:extLst>
              <a:ext uri="{FF2B5EF4-FFF2-40B4-BE49-F238E27FC236}">
                <a16:creationId xmlns:a16="http://schemas.microsoft.com/office/drawing/2014/main" id="{D92D1B9F-18D6-4868-B794-354C2D6263D9}"/>
              </a:ext>
            </a:extLst>
          </p:cNvPr>
          <p:cNvSpPr>
            <a:spLocks noGrp="1"/>
          </p:cNvSpPr>
          <p:nvPr/>
        </p:nvSpPr>
        <p:spPr>
          <a:xfrm>
            <a:off x="12363450" y="401138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1" name="beta.ytick200">
            <a:extLst>
              <a:ext uri="{FF2B5EF4-FFF2-40B4-BE49-F238E27FC236}">
                <a16:creationId xmlns:a16="http://schemas.microsoft.com/office/drawing/2014/main" id="{4F6AA66E-9B25-4B97-8307-A17DCA4D06FF}"/>
              </a:ext>
            </a:extLst>
          </p:cNvPr>
          <p:cNvSpPr>
            <a:spLocks noGrp="1"/>
          </p:cNvSpPr>
          <p:nvPr/>
        </p:nvSpPr>
        <p:spPr>
          <a:xfrm>
            <a:off x="12896850" y="3631746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2" name="beta.ytxt200">
            <a:extLst>
              <a:ext uri="{FF2B5EF4-FFF2-40B4-BE49-F238E27FC236}">
                <a16:creationId xmlns:a16="http://schemas.microsoft.com/office/drawing/2014/main" id="{E7385B03-F3D7-4171-8A67-6408BDAFD3D7}"/>
              </a:ext>
            </a:extLst>
          </p:cNvPr>
          <p:cNvSpPr>
            <a:spLocks noGrp="1"/>
          </p:cNvSpPr>
          <p:nvPr/>
        </p:nvSpPr>
        <p:spPr>
          <a:xfrm>
            <a:off x="12363450" y="3507921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03" name="beta.ytick300">
            <a:extLst>
              <a:ext uri="{FF2B5EF4-FFF2-40B4-BE49-F238E27FC236}">
                <a16:creationId xmlns:a16="http://schemas.microsoft.com/office/drawing/2014/main" id="{FD2376E9-9BE5-4340-993D-BE0B72E2F469}"/>
              </a:ext>
            </a:extLst>
          </p:cNvPr>
          <p:cNvSpPr>
            <a:spLocks noGrp="1"/>
          </p:cNvSpPr>
          <p:nvPr/>
        </p:nvSpPr>
        <p:spPr>
          <a:xfrm>
            <a:off x="12896850" y="3128282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4" name="beta.ytxt300">
            <a:extLst>
              <a:ext uri="{FF2B5EF4-FFF2-40B4-BE49-F238E27FC236}">
                <a16:creationId xmlns:a16="http://schemas.microsoft.com/office/drawing/2014/main" id="{8F295A8F-9641-4024-870E-79B8C97577BB}"/>
              </a:ext>
            </a:extLst>
          </p:cNvPr>
          <p:cNvSpPr>
            <a:spLocks noGrp="1"/>
          </p:cNvSpPr>
          <p:nvPr/>
        </p:nvSpPr>
        <p:spPr>
          <a:xfrm>
            <a:off x="12363450" y="3004457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105" name="beta.xlabel">
            <a:extLst>
              <a:ext uri="{FF2B5EF4-FFF2-40B4-BE49-F238E27FC236}">
                <a16:creationId xmlns:a16="http://schemas.microsoft.com/office/drawing/2014/main" id="{51EBEDBB-176D-4411-9C2F-3BC5558A3BEC}"/>
              </a:ext>
            </a:extLst>
          </p:cNvPr>
          <p:cNvSpPr>
            <a:spLocks noGrp="1"/>
          </p:cNvSpPr>
          <p:nvPr/>
        </p:nvSpPr>
        <p:spPr>
          <a:xfrm>
            <a:off x="12954000" y="5048250"/>
            <a:ext cx="31432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 βₖ</a:t>
            </a:r>
          </a:p>
        </p:txBody>
      </p:sp>
      <p:sp>
        <p:nvSpPr>
          <p:cNvPr id="106" name="beta.ylabel">
            <a:extLst>
              <a:ext uri="{FF2B5EF4-FFF2-40B4-BE49-F238E27FC236}">
                <a16:creationId xmlns:a16="http://schemas.microsoft.com/office/drawing/2014/main" id="{624493A8-18D6-4526-8A68-28BE0F0B4AD3}"/>
              </a:ext>
            </a:extLst>
          </p:cNvPr>
          <p:cNvSpPr>
            <a:spLocks noGrp="1"/>
          </p:cNvSpPr>
          <p:nvPr/>
        </p:nvSpPr>
        <p:spPr>
          <a:xfrm rot="16200000">
            <a:off x="1149667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差异 ση(γ̂, βₖ)</a:t>
            </a:r>
          </a:p>
        </p:txBody>
      </p:sp>
      <p:sp>
        <p:nvSpPr>
          <p:cNvPr id="107" name="beta.curve.segment0">
            <a:extLst>
              <a:ext uri="{FF2B5EF4-FFF2-40B4-BE49-F238E27FC236}">
                <a16:creationId xmlns:a16="http://schemas.microsoft.com/office/drawing/2014/main" id="{D0724BB3-B451-4E7E-AE9A-F1B3C5441F1C}"/>
              </a:ext>
            </a:extLst>
          </p:cNvPr>
          <p:cNvSpPr>
            <a:spLocks noGrp="1"/>
          </p:cNvSpPr>
          <p:nvPr/>
        </p:nvSpPr>
        <p:spPr>
          <a:xfrm>
            <a:off x="12954000" y="2998906"/>
            <a:ext cx="3143250" cy="1171654"/>
          </a:xfrm>
          <a:custGeom>
            <a:avLst/>
            <a:gdLst/>
            <a:ahLst/>
            <a:cxnLst/>
            <a:rect l="0" t="0" r="0" b="0"/>
            <a:pathLst>
              <a:path w="3143250" h="1171654">
                <a:moveTo>
                  <a:pt x="0" y="0"/>
                </a:moveTo>
                <a:lnTo>
                  <a:pt x="4490" y="11426"/>
                </a:lnTo>
                <a:lnTo>
                  <a:pt x="8981" y="22756"/>
                </a:lnTo>
                <a:lnTo>
                  <a:pt x="13471" y="33991"/>
                </a:lnTo>
                <a:lnTo>
                  <a:pt x="17961" y="45132"/>
                </a:lnTo>
                <a:lnTo>
                  <a:pt x="22452" y="56179"/>
                </a:lnTo>
                <a:lnTo>
                  <a:pt x="26942" y="67134"/>
                </a:lnTo>
                <a:lnTo>
                  <a:pt x="31432" y="77998"/>
                </a:lnTo>
                <a:lnTo>
                  <a:pt x="35923" y="88771"/>
                </a:lnTo>
                <a:lnTo>
                  <a:pt x="40413" y="99456"/>
                </a:lnTo>
                <a:lnTo>
                  <a:pt x="44904" y="110052"/>
                </a:lnTo>
                <a:lnTo>
                  <a:pt x="49394" y="120560"/>
                </a:lnTo>
                <a:lnTo>
                  <a:pt x="53884" y="130982"/>
                </a:lnTo>
                <a:lnTo>
                  <a:pt x="58375" y="141318"/>
                </a:lnTo>
                <a:lnTo>
                  <a:pt x="62865" y="151569"/>
                </a:lnTo>
                <a:lnTo>
                  <a:pt x="67355" y="161737"/>
                </a:lnTo>
                <a:lnTo>
                  <a:pt x="71846" y="171821"/>
                </a:lnTo>
                <a:lnTo>
                  <a:pt x="76336" y="181823"/>
                </a:lnTo>
                <a:lnTo>
                  <a:pt x="80826" y="191744"/>
                </a:lnTo>
                <a:lnTo>
                  <a:pt x="85317" y="201584"/>
                </a:lnTo>
                <a:lnTo>
                  <a:pt x="89807" y="211345"/>
                </a:lnTo>
                <a:lnTo>
                  <a:pt x="94298" y="221026"/>
                </a:lnTo>
                <a:lnTo>
                  <a:pt x="98788" y="230629"/>
                </a:lnTo>
                <a:lnTo>
                  <a:pt x="103278" y="240155"/>
                </a:lnTo>
                <a:lnTo>
                  <a:pt x="107769" y="249604"/>
                </a:lnTo>
                <a:lnTo>
                  <a:pt x="112259" y="258977"/>
                </a:lnTo>
                <a:lnTo>
                  <a:pt x="116749" y="268275"/>
                </a:lnTo>
                <a:lnTo>
                  <a:pt x="121240" y="277498"/>
                </a:lnTo>
                <a:lnTo>
                  <a:pt x="125730" y="286647"/>
                </a:lnTo>
                <a:lnTo>
                  <a:pt x="130220" y="295724"/>
                </a:lnTo>
                <a:lnTo>
                  <a:pt x="134711" y="304727"/>
                </a:lnTo>
                <a:lnTo>
                  <a:pt x="139201" y="313660"/>
                </a:lnTo>
                <a:lnTo>
                  <a:pt x="143691" y="322521"/>
                </a:lnTo>
                <a:lnTo>
                  <a:pt x="148182" y="331311"/>
                </a:lnTo>
                <a:lnTo>
                  <a:pt x="152672" y="340032"/>
                </a:lnTo>
                <a:lnTo>
                  <a:pt x="157163" y="348684"/>
                </a:lnTo>
                <a:lnTo>
                  <a:pt x="161653" y="357268"/>
                </a:lnTo>
                <a:lnTo>
                  <a:pt x="166143" y="365783"/>
                </a:lnTo>
                <a:lnTo>
                  <a:pt x="170634" y="374231"/>
                </a:lnTo>
                <a:lnTo>
                  <a:pt x="175124" y="382613"/>
                </a:lnTo>
                <a:lnTo>
                  <a:pt x="179614" y="390928"/>
                </a:lnTo>
                <a:lnTo>
                  <a:pt x="184105" y="399178"/>
                </a:lnTo>
                <a:lnTo>
                  <a:pt x="188595" y="407364"/>
                </a:lnTo>
                <a:lnTo>
                  <a:pt x="193085" y="415484"/>
                </a:lnTo>
                <a:lnTo>
                  <a:pt x="197576" y="423541"/>
                </a:lnTo>
                <a:lnTo>
                  <a:pt x="202066" y="431535"/>
                </a:lnTo>
                <a:lnTo>
                  <a:pt x="206556" y="439466"/>
                </a:lnTo>
                <a:lnTo>
                  <a:pt x="211047" y="447335"/>
                </a:lnTo>
                <a:lnTo>
                  <a:pt x="215537" y="455143"/>
                </a:lnTo>
                <a:lnTo>
                  <a:pt x="220027" y="462889"/>
                </a:lnTo>
                <a:lnTo>
                  <a:pt x="224518" y="470575"/>
                </a:lnTo>
                <a:lnTo>
                  <a:pt x="229008" y="478200"/>
                </a:lnTo>
                <a:lnTo>
                  <a:pt x="233499" y="485766"/>
                </a:lnTo>
                <a:lnTo>
                  <a:pt x="237989" y="493273"/>
                </a:lnTo>
                <a:lnTo>
                  <a:pt x="242479" y="500722"/>
                </a:lnTo>
                <a:lnTo>
                  <a:pt x="246970" y="508112"/>
                </a:lnTo>
                <a:lnTo>
                  <a:pt x="251460" y="515444"/>
                </a:lnTo>
                <a:lnTo>
                  <a:pt x="255950" y="522720"/>
                </a:lnTo>
                <a:lnTo>
                  <a:pt x="260441" y="529938"/>
                </a:lnTo>
                <a:lnTo>
                  <a:pt x="264931" y="537101"/>
                </a:lnTo>
                <a:lnTo>
                  <a:pt x="269421" y="544207"/>
                </a:lnTo>
                <a:lnTo>
                  <a:pt x="273912" y="551258"/>
                </a:lnTo>
                <a:lnTo>
                  <a:pt x="278402" y="558254"/>
                </a:lnTo>
                <a:lnTo>
                  <a:pt x="282893" y="565195"/>
                </a:lnTo>
                <a:lnTo>
                  <a:pt x="287383" y="572082"/>
                </a:lnTo>
                <a:lnTo>
                  <a:pt x="291873" y="578916"/>
                </a:lnTo>
                <a:lnTo>
                  <a:pt x="296364" y="585696"/>
                </a:lnTo>
                <a:lnTo>
                  <a:pt x="300854" y="592423"/>
                </a:lnTo>
                <a:lnTo>
                  <a:pt x="305344" y="599097"/>
                </a:lnTo>
                <a:lnTo>
                  <a:pt x="309835" y="605720"/>
                </a:lnTo>
                <a:lnTo>
                  <a:pt x="314325" y="612290"/>
                </a:lnTo>
                <a:lnTo>
                  <a:pt x="318815" y="618809"/>
                </a:lnTo>
                <a:lnTo>
                  <a:pt x="323306" y="625278"/>
                </a:lnTo>
                <a:lnTo>
                  <a:pt x="327796" y="631695"/>
                </a:lnTo>
                <a:lnTo>
                  <a:pt x="332286" y="638062"/>
                </a:lnTo>
                <a:lnTo>
                  <a:pt x="336777" y="644379"/>
                </a:lnTo>
                <a:lnTo>
                  <a:pt x="341267" y="650646"/>
                </a:lnTo>
                <a:lnTo>
                  <a:pt x="345757" y="656864"/>
                </a:lnTo>
                <a:lnTo>
                  <a:pt x="350248" y="663033"/>
                </a:lnTo>
                <a:lnTo>
                  <a:pt x="354738" y="669154"/>
                </a:lnTo>
                <a:lnTo>
                  <a:pt x="359229" y="675226"/>
                </a:lnTo>
                <a:lnTo>
                  <a:pt x="363719" y="681250"/>
                </a:lnTo>
                <a:lnTo>
                  <a:pt x="368209" y="687227"/>
                </a:lnTo>
                <a:lnTo>
                  <a:pt x="372700" y="693156"/>
                </a:lnTo>
                <a:lnTo>
                  <a:pt x="377190" y="699038"/>
                </a:lnTo>
                <a:lnTo>
                  <a:pt x="381680" y="704873"/>
                </a:lnTo>
                <a:lnTo>
                  <a:pt x="386171" y="710662"/>
                </a:lnTo>
                <a:lnTo>
                  <a:pt x="390661" y="716405"/>
                </a:lnTo>
                <a:lnTo>
                  <a:pt x="395151" y="722102"/>
                </a:lnTo>
                <a:lnTo>
                  <a:pt x="399642" y="727753"/>
                </a:lnTo>
                <a:lnTo>
                  <a:pt x="404132" y="733359"/>
                </a:lnTo>
                <a:lnTo>
                  <a:pt x="408623" y="738920"/>
                </a:lnTo>
                <a:lnTo>
                  <a:pt x="413113" y="744436"/>
                </a:lnTo>
                <a:lnTo>
                  <a:pt x="417603" y="749908"/>
                </a:lnTo>
                <a:lnTo>
                  <a:pt x="422094" y="755335"/>
                </a:lnTo>
                <a:lnTo>
                  <a:pt x="426584" y="760718"/>
                </a:lnTo>
                <a:lnTo>
                  <a:pt x="431074" y="766058"/>
                </a:lnTo>
                <a:lnTo>
                  <a:pt x="435565" y="771354"/>
                </a:lnTo>
                <a:lnTo>
                  <a:pt x="440055" y="776607"/>
                </a:lnTo>
                <a:lnTo>
                  <a:pt x="444545" y="781818"/>
                </a:lnTo>
                <a:lnTo>
                  <a:pt x="449036" y="786985"/>
                </a:lnTo>
                <a:lnTo>
                  <a:pt x="453526" y="792110"/>
                </a:lnTo>
                <a:lnTo>
                  <a:pt x="458016" y="797192"/>
                </a:lnTo>
                <a:lnTo>
                  <a:pt x="462507" y="802233"/>
                </a:lnTo>
                <a:lnTo>
                  <a:pt x="466997" y="807231"/>
                </a:lnTo>
                <a:lnTo>
                  <a:pt x="471488" y="812188"/>
                </a:lnTo>
                <a:lnTo>
                  <a:pt x="475978" y="817104"/>
                </a:lnTo>
                <a:lnTo>
                  <a:pt x="480468" y="821979"/>
                </a:lnTo>
                <a:lnTo>
                  <a:pt x="484959" y="826812"/>
                </a:lnTo>
                <a:lnTo>
                  <a:pt x="489449" y="831605"/>
                </a:lnTo>
                <a:lnTo>
                  <a:pt x="493939" y="836357"/>
                </a:lnTo>
                <a:lnTo>
                  <a:pt x="498430" y="841069"/>
                </a:lnTo>
                <a:lnTo>
                  <a:pt x="502920" y="845741"/>
                </a:lnTo>
                <a:lnTo>
                  <a:pt x="507410" y="850373"/>
                </a:lnTo>
                <a:lnTo>
                  <a:pt x="511901" y="854965"/>
                </a:lnTo>
                <a:lnTo>
                  <a:pt x="516391" y="859517"/>
                </a:lnTo>
                <a:lnTo>
                  <a:pt x="520881" y="864030"/>
                </a:lnTo>
                <a:lnTo>
                  <a:pt x="525372" y="868504"/>
                </a:lnTo>
                <a:lnTo>
                  <a:pt x="529862" y="872939"/>
                </a:lnTo>
                <a:lnTo>
                  <a:pt x="534352" y="877335"/>
                </a:lnTo>
                <a:lnTo>
                  <a:pt x="538843" y="881693"/>
                </a:lnTo>
                <a:lnTo>
                  <a:pt x="543333" y="886011"/>
                </a:lnTo>
                <a:lnTo>
                  <a:pt x="547824" y="890292"/>
                </a:lnTo>
                <a:lnTo>
                  <a:pt x="552314" y="894534"/>
                </a:lnTo>
                <a:lnTo>
                  <a:pt x="556804" y="898739"/>
                </a:lnTo>
                <a:lnTo>
                  <a:pt x="561295" y="902905"/>
                </a:lnTo>
                <a:lnTo>
                  <a:pt x="565785" y="907034"/>
                </a:lnTo>
                <a:lnTo>
                  <a:pt x="570275" y="911126"/>
                </a:lnTo>
                <a:lnTo>
                  <a:pt x="574766" y="915180"/>
                </a:lnTo>
                <a:lnTo>
                  <a:pt x="579256" y="919196"/>
                </a:lnTo>
                <a:lnTo>
                  <a:pt x="583746" y="923176"/>
                </a:lnTo>
                <a:lnTo>
                  <a:pt x="588237" y="927119"/>
                </a:lnTo>
                <a:lnTo>
                  <a:pt x="592727" y="931025"/>
                </a:lnTo>
                <a:lnTo>
                  <a:pt x="597218" y="934894"/>
                </a:lnTo>
                <a:lnTo>
                  <a:pt x="601708" y="938727"/>
                </a:lnTo>
                <a:lnTo>
                  <a:pt x="606198" y="942524"/>
                </a:lnTo>
                <a:lnTo>
                  <a:pt x="610689" y="946284"/>
                </a:lnTo>
                <a:lnTo>
                  <a:pt x="615179" y="950009"/>
                </a:lnTo>
                <a:lnTo>
                  <a:pt x="619669" y="953697"/>
                </a:lnTo>
                <a:lnTo>
                  <a:pt x="624160" y="957350"/>
                </a:lnTo>
                <a:lnTo>
                  <a:pt x="628650" y="960967"/>
                </a:lnTo>
                <a:lnTo>
                  <a:pt x="633140" y="964548"/>
                </a:lnTo>
                <a:lnTo>
                  <a:pt x="637631" y="968094"/>
                </a:lnTo>
                <a:lnTo>
                  <a:pt x="642121" y="971605"/>
                </a:lnTo>
                <a:lnTo>
                  <a:pt x="646611" y="975080"/>
                </a:lnTo>
                <a:lnTo>
                  <a:pt x="651102" y="978520"/>
                </a:lnTo>
                <a:lnTo>
                  <a:pt x="655592" y="981926"/>
                </a:lnTo>
                <a:lnTo>
                  <a:pt x="660082" y="985297"/>
                </a:lnTo>
                <a:lnTo>
                  <a:pt x="664573" y="988633"/>
                </a:lnTo>
                <a:lnTo>
                  <a:pt x="669063" y="991934"/>
                </a:lnTo>
                <a:lnTo>
                  <a:pt x="673554" y="995201"/>
                </a:lnTo>
                <a:lnTo>
                  <a:pt x="678044" y="998434"/>
                </a:lnTo>
                <a:lnTo>
                  <a:pt x="682534" y="1001633"/>
                </a:lnTo>
                <a:lnTo>
                  <a:pt x="687025" y="1004797"/>
                </a:lnTo>
                <a:lnTo>
                  <a:pt x="691515" y="1007927"/>
                </a:lnTo>
                <a:lnTo>
                  <a:pt x="696005" y="1011024"/>
                </a:lnTo>
                <a:lnTo>
                  <a:pt x="700496" y="1014087"/>
                </a:lnTo>
                <a:lnTo>
                  <a:pt x="704986" y="1017116"/>
                </a:lnTo>
                <a:lnTo>
                  <a:pt x="709476" y="1020111"/>
                </a:lnTo>
                <a:lnTo>
                  <a:pt x="713967" y="1023073"/>
                </a:lnTo>
                <a:lnTo>
                  <a:pt x="718457" y="1026002"/>
                </a:lnTo>
                <a:lnTo>
                  <a:pt x="722948" y="1028898"/>
                </a:lnTo>
                <a:lnTo>
                  <a:pt x="727438" y="1031760"/>
                </a:lnTo>
                <a:lnTo>
                  <a:pt x="731928" y="1034589"/>
                </a:lnTo>
                <a:lnTo>
                  <a:pt x="736419" y="1037386"/>
                </a:lnTo>
                <a:lnTo>
                  <a:pt x="740909" y="1040149"/>
                </a:lnTo>
                <a:lnTo>
                  <a:pt x="745399" y="1042880"/>
                </a:lnTo>
                <a:lnTo>
                  <a:pt x="749890" y="1045579"/>
                </a:lnTo>
                <a:lnTo>
                  <a:pt x="754380" y="1048244"/>
                </a:lnTo>
                <a:lnTo>
                  <a:pt x="758870" y="1050878"/>
                </a:lnTo>
                <a:lnTo>
                  <a:pt x="763361" y="1053479"/>
                </a:lnTo>
                <a:lnTo>
                  <a:pt x="767851" y="1056048"/>
                </a:lnTo>
                <a:lnTo>
                  <a:pt x="772341" y="1058585"/>
                </a:lnTo>
                <a:lnTo>
                  <a:pt x="776832" y="1061090"/>
                </a:lnTo>
                <a:lnTo>
                  <a:pt x="781322" y="1063563"/>
                </a:lnTo>
                <a:lnTo>
                  <a:pt x="785813" y="1066004"/>
                </a:lnTo>
                <a:lnTo>
                  <a:pt x="790303" y="1068414"/>
                </a:lnTo>
                <a:lnTo>
                  <a:pt x="794793" y="1070792"/>
                </a:lnTo>
                <a:lnTo>
                  <a:pt x="799284" y="1073139"/>
                </a:lnTo>
                <a:lnTo>
                  <a:pt x="803774" y="1075454"/>
                </a:lnTo>
                <a:lnTo>
                  <a:pt x="808264" y="1077738"/>
                </a:lnTo>
                <a:lnTo>
                  <a:pt x="812755" y="1079991"/>
                </a:lnTo>
                <a:lnTo>
                  <a:pt x="817245" y="1082213"/>
                </a:lnTo>
                <a:lnTo>
                  <a:pt x="821735" y="1084404"/>
                </a:lnTo>
                <a:lnTo>
                  <a:pt x="826226" y="1086564"/>
                </a:lnTo>
                <a:lnTo>
                  <a:pt x="830716" y="1088693"/>
                </a:lnTo>
                <a:lnTo>
                  <a:pt x="835206" y="1090792"/>
                </a:lnTo>
                <a:lnTo>
                  <a:pt x="839697" y="1092861"/>
                </a:lnTo>
                <a:lnTo>
                  <a:pt x="844187" y="1094899"/>
                </a:lnTo>
                <a:lnTo>
                  <a:pt x="848677" y="1096906"/>
                </a:lnTo>
                <a:lnTo>
                  <a:pt x="853168" y="1098884"/>
                </a:lnTo>
                <a:lnTo>
                  <a:pt x="857658" y="1100831"/>
                </a:lnTo>
                <a:lnTo>
                  <a:pt x="862149" y="1102749"/>
                </a:lnTo>
                <a:lnTo>
                  <a:pt x="866639" y="1104637"/>
                </a:lnTo>
                <a:lnTo>
                  <a:pt x="871129" y="1106495"/>
                </a:lnTo>
                <a:lnTo>
                  <a:pt x="875620" y="1108324"/>
                </a:lnTo>
                <a:lnTo>
                  <a:pt x="880110" y="1110123"/>
                </a:lnTo>
                <a:lnTo>
                  <a:pt x="884600" y="1111893"/>
                </a:lnTo>
                <a:lnTo>
                  <a:pt x="889091" y="1113633"/>
                </a:lnTo>
                <a:lnTo>
                  <a:pt x="893581" y="1115345"/>
                </a:lnTo>
                <a:lnTo>
                  <a:pt x="898071" y="1117027"/>
                </a:lnTo>
                <a:lnTo>
                  <a:pt x="902562" y="1118681"/>
                </a:lnTo>
                <a:lnTo>
                  <a:pt x="907052" y="1120306"/>
                </a:lnTo>
                <a:lnTo>
                  <a:pt x="911543" y="1121902"/>
                </a:lnTo>
                <a:lnTo>
                  <a:pt x="916033" y="1123470"/>
                </a:lnTo>
                <a:lnTo>
                  <a:pt x="920523" y="1125010"/>
                </a:lnTo>
                <a:lnTo>
                  <a:pt x="925014" y="1126521"/>
                </a:lnTo>
                <a:lnTo>
                  <a:pt x="929504" y="1128004"/>
                </a:lnTo>
                <a:lnTo>
                  <a:pt x="933994" y="1129460"/>
                </a:lnTo>
                <a:lnTo>
                  <a:pt x="938485" y="1130887"/>
                </a:lnTo>
                <a:lnTo>
                  <a:pt x="942975" y="1132287"/>
                </a:lnTo>
                <a:lnTo>
                  <a:pt x="947465" y="1133660"/>
                </a:lnTo>
                <a:lnTo>
                  <a:pt x="951956" y="1135005"/>
                </a:lnTo>
                <a:lnTo>
                  <a:pt x="956446" y="1136322"/>
                </a:lnTo>
                <a:lnTo>
                  <a:pt x="960936" y="1137613"/>
                </a:lnTo>
                <a:lnTo>
                  <a:pt x="965427" y="1138877"/>
                </a:lnTo>
                <a:lnTo>
                  <a:pt x="969917" y="1140114"/>
                </a:lnTo>
                <a:lnTo>
                  <a:pt x="974407" y="1141324"/>
                </a:lnTo>
                <a:lnTo>
                  <a:pt x="978898" y="1142507"/>
                </a:lnTo>
                <a:lnTo>
                  <a:pt x="983388" y="1143665"/>
                </a:lnTo>
                <a:lnTo>
                  <a:pt x="987879" y="1144796"/>
                </a:lnTo>
                <a:lnTo>
                  <a:pt x="992369" y="1145901"/>
                </a:lnTo>
                <a:lnTo>
                  <a:pt x="996859" y="1146980"/>
                </a:lnTo>
                <a:lnTo>
                  <a:pt x="1001350" y="1148033"/>
                </a:lnTo>
                <a:lnTo>
                  <a:pt x="1005840" y="1149061"/>
                </a:lnTo>
                <a:lnTo>
                  <a:pt x="1010330" y="1150064"/>
                </a:lnTo>
                <a:lnTo>
                  <a:pt x="1014821" y="1151041"/>
                </a:lnTo>
                <a:lnTo>
                  <a:pt x="1019311" y="1151993"/>
                </a:lnTo>
                <a:lnTo>
                  <a:pt x="1023801" y="1152919"/>
                </a:lnTo>
                <a:lnTo>
                  <a:pt x="1028292" y="1153822"/>
                </a:lnTo>
                <a:lnTo>
                  <a:pt x="1032782" y="1154699"/>
                </a:lnTo>
                <a:lnTo>
                  <a:pt x="1037273" y="1155552"/>
                </a:lnTo>
                <a:lnTo>
                  <a:pt x="1041763" y="1156381"/>
                </a:lnTo>
                <a:lnTo>
                  <a:pt x="1046253" y="1157186"/>
                </a:lnTo>
                <a:lnTo>
                  <a:pt x="1050744" y="1157966"/>
                </a:lnTo>
                <a:lnTo>
                  <a:pt x="1055234" y="1158723"/>
                </a:lnTo>
                <a:lnTo>
                  <a:pt x="1059724" y="1159456"/>
                </a:lnTo>
                <a:lnTo>
                  <a:pt x="1064215" y="1160166"/>
                </a:lnTo>
                <a:lnTo>
                  <a:pt x="1068705" y="1160853"/>
                </a:lnTo>
                <a:lnTo>
                  <a:pt x="1073195" y="1161516"/>
                </a:lnTo>
                <a:lnTo>
                  <a:pt x="1077686" y="1162157"/>
                </a:lnTo>
                <a:lnTo>
                  <a:pt x="1082176" y="1162775"/>
                </a:lnTo>
                <a:lnTo>
                  <a:pt x="1086666" y="1163370"/>
                </a:lnTo>
                <a:lnTo>
                  <a:pt x="1091157" y="1163943"/>
                </a:lnTo>
                <a:lnTo>
                  <a:pt x="1095647" y="1164494"/>
                </a:lnTo>
                <a:lnTo>
                  <a:pt x="1100138" y="1165022"/>
                </a:lnTo>
                <a:lnTo>
                  <a:pt x="1104628" y="1165529"/>
                </a:lnTo>
                <a:lnTo>
                  <a:pt x="1109118" y="1166014"/>
                </a:lnTo>
                <a:lnTo>
                  <a:pt x="1113609" y="1166478"/>
                </a:lnTo>
                <a:lnTo>
                  <a:pt x="1118099" y="1166920"/>
                </a:lnTo>
                <a:lnTo>
                  <a:pt x="1122589" y="1167342"/>
                </a:lnTo>
                <a:lnTo>
                  <a:pt x="1127080" y="1167742"/>
                </a:lnTo>
                <a:lnTo>
                  <a:pt x="1131570" y="1168122"/>
                </a:lnTo>
                <a:lnTo>
                  <a:pt x="1136060" y="1168481"/>
                </a:lnTo>
                <a:lnTo>
                  <a:pt x="1140551" y="1168820"/>
                </a:lnTo>
                <a:lnTo>
                  <a:pt x="1145041" y="1169138"/>
                </a:lnTo>
                <a:lnTo>
                  <a:pt x="1149531" y="1169437"/>
                </a:lnTo>
                <a:lnTo>
                  <a:pt x="1154022" y="1169716"/>
                </a:lnTo>
                <a:lnTo>
                  <a:pt x="1158512" y="1169975"/>
                </a:lnTo>
                <a:lnTo>
                  <a:pt x="1163002" y="1170215"/>
                </a:lnTo>
                <a:lnTo>
                  <a:pt x="1167493" y="1170436"/>
                </a:lnTo>
                <a:lnTo>
                  <a:pt x="1171983" y="1170638"/>
                </a:lnTo>
                <a:lnTo>
                  <a:pt x="1176474" y="1170820"/>
                </a:lnTo>
                <a:lnTo>
                  <a:pt x="1180964" y="1170985"/>
                </a:lnTo>
                <a:lnTo>
                  <a:pt x="1185454" y="1171130"/>
                </a:lnTo>
                <a:lnTo>
                  <a:pt x="1189945" y="1171258"/>
                </a:lnTo>
                <a:lnTo>
                  <a:pt x="1194435" y="1171367"/>
                </a:lnTo>
                <a:lnTo>
                  <a:pt x="1198925" y="1171459"/>
                </a:lnTo>
                <a:lnTo>
                  <a:pt x="1203416" y="1171532"/>
                </a:lnTo>
                <a:lnTo>
                  <a:pt x="1207906" y="1171589"/>
                </a:lnTo>
                <a:lnTo>
                  <a:pt x="1212396" y="1171628"/>
                </a:lnTo>
                <a:lnTo>
                  <a:pt x="1216887" y="1171649"/>
                </a:lnTo>
                <a:lnTo>
                  <a:pt x="1221377" y="1171654"/>
                </a:lnTo>
                <a:lnTo>
                  <a:pt x="1225868" y="1171643"/>
                </a:lnTo>
                <a:lnTo>
                  <a:pt x="1230358" y="1171614"/>
                </a:lnTo>
                <a:lnTo>
                  <a:pt x="1234848" y="1171569"/>
                </a:lnTo>
                <a:lnTo>
                  <a:pt x="1239339" y="1171508"/>
                </a:lnTo>
                <a:lnTo>
                  <a:pt x="1243829" y="1171431"/>
                </a:lnTo>
                <a:lnTo>
                  <a:pt x="1248319" y="1171339"/>
                </a:lnTo>
                <a:lnTo>
                  <a:pt x="1252810" y="1171230"/>
                </a:lnTo>
                <a:lnTo>
                  <a:pt x="1257300" y="1171106"/>
                </a:lnTo>
                <a:lnTo>
                  <a:pt x="1261790" y="1170967"/>
                </a:lnTo>
                <a:lnTo>
                  <a:pt x="1266281" y="1170813"/>
                </a:lnTo>
                <a:lnTo>
                  <a:pt x="1270771" y="1170644"/>
                </a:lnTo>
                <a:lnTo>
                  <a:pt x="1275261" y="1170460"/>
                </a:lnTo>
                <a:lnTo>
                  <a:pt x="1279752" y="1170262"/>
                </a:lnTo>
                <a:lnTo>
                  <a:pt x="1284242" y="1170050"/>
                </a:lnTo>
                <a:lnTo>
                  <a:pt x="1288732" y="1169823"/>
                </a:lnTo>
                <a:lnTo>
                  <a:pt x="1293223" y="1169582"/>
                </a:lnTo>
                <a:lnTo>
                  <a:pt x="1297713" y="1169328"/>
                </a:lnTo>
                <a:lnTo>
                  <a:pt x="1302204" y="1169060"/>
                </a:lnTo>
                <a:lnTo>
                  <a:pt x="1306694" y="1168778"/>
                </a:lnTo>
                <a:lnTo>
                  <a:pt x="1311184" y="1168483"/>
                </a:lnTo>
                <a:lnTo>
                  <a:pt x="1315675" y="1168175"/>
                </a:lnTo>
                <a:lnTo>
                  <a:pt x="1320165" y="1167854"/>
                </a:lnTo>
                <a:lnTo>
                  <a:pt x="1324655" y="1167521"/>
                </a:lnTo>
                <a:lnTo>
                  <a:pt x="1329146" y="1167175"/>
                </a:lnTo>
                <a:lnTo>
                  <a:pt x="1333636" y="1166816"/>
                </a:lnTo>
                <a:lnTo>
                  <a:pt x="1338126" y="1166445"/>
                </a:lnTo>
                <a:lnTo>
                  <a:pt x="1342617" y="1166062"/>
                </a:lnTo>
                <a:lnTo>
                  <a:pt x="1347107" y="1165667"/>
                </a:lnTo>
                <a:lnTo>
                  <a:pt x="1351598" y="1165261"/>
                </a:lnTo>
                <a:lnTo>
                  <a:pt x="1356088" y="1164843"/>
                </a:lnTo>
                <a:lnTo>
                  <a:pt x="1360578" y="1164413"/>
                </a:lnTo>
                <a:lnTo>
                  <a:pt x="1365069" y="1163973"/>
                </a:lnTo>
                <a:lnTo>
                  <a:pt x="1369559" y="1163521"/>
                </a:lnTo>
                <a:lnTo>
                  <a:pt x="1374049" y="1163058"/>
                </a:lnTo>
                <a:lnTo>
                  <a:pt x="1378540" y="1162585"/>
                </a:lnTo>
                <a:lnTo>
                  <a:pt x="1383030" y="1162101"/>
                </a:lnTo>
                <a:lnTo>
                  <a:pt x="1387520" y="1161606"/>
                </a:lnTo>
                <a:lnTo>
                  <a:pt x="1392011" y="1161101"/>
                </a:lnTo>
                <a:lnTo>
                  <a:pt x="1396501" y="1160586"/>
                </a:lnTo>
                <a:lnTo>
                  <a:pt x="1400991" y="1160061"/>
                </a:lnTo>
                <a:lnTo>
                  <a:pt x="1405482" y="1159527"/>
                </a:lnTo>
                <a:lnTo>
                  <a:pt x="1409972" y="1158982"/>
                </a:lnTo>
                <a:lnTo>
                  <a:pt x="1414463" y="1158428"/>
                </a:lnTo>
                <a:lnTo>
                  <a:pt x="1418953" y="1157865"/>
                </a:lnTo>
                <a:lnTo>
                  <a:pt x="1423443" y="1157292"/>
                </a:lnTo>
                <a:lnTo>
                  <a:pt x="1427934" y="1156710"/>
                </a:lnTo>
                <a:lnTo>
                  <a:pt x="1432424" y="1156120"/>
                </a:lnTo>
                <a:lnTo>
                  <a:pt x="1436914" y="1155520"/>
                </a:lnTo>
                <a:lnTo>
                  <a:pt x="1441405" y="1154912"/>
                </a:lnTo>
                <a:lnTo>
                  <a:pt x="1445895" y="1154295"/>
                </a:lnTo>
                <a:lnTo>
                  <a:pt x="1450385" y="1153670"/>
                </a:lnTo>
                <a:lnTo>
                  <a:pt x="1454876" y="1153037"/>
                </a:lnTo>
                <a:lnTo>
                  <a:pt x="1459366" y="1152396"/>
                </a:lnTo>
                <a:lnTo>
                  <a:pt x="1463856" y="1151746"/>
                </a:lnTo>
                <a:lnTo>
                  <a:pt x="1468347" y="1151089"/>
                </a:lnTo>
                <a:lnTo>
                  <a:pt x="1472837" y="1150424"/>
                </a:lnTo>
                <a:lnTo>
                  <a:pt x="1477327" y="1149751"/>
                </a:lnTo>
                <a:lnTo>
                  <a:pt x="1481818" y="1149071"/>
                </a:lnTo>
                <a:lnTo>
                  <a:pt x="1486308" y="1148384"/>
                </a:lnTo>
                <a:lnTo>
                  <a:pt x="1490799" y="1147689"/>
                </a:lnTo>
                <a:lnTo>
                  <a:pt x="1495289" y="1146987"/>
                </a:lnTo>
                <a:lnTo>
                  <a:pt x="1499779" y="1146278"/>
                </a:lnTo>
                <a:lnTo>
                  <a:pt x="1504270" y="1145563"/>
                </a:lnTo>
                <a:lnTo>
                  <a:pt x="1508760" y="1144840"/>
                </a:lnTo>
                <a:lnTo>
                  <a:pt x="1513250" y="1144111"/>
                </a:lnTo>
                <a:lnTo>
                  <a:pt x="1517741" y="1143376"/>
                </a:lnTo>
                <a:lnTo>
                  <a:pt x="1522231" y="1142634"/>
                </a:lnTo>
                <a:lnTo>
                  <a:pt x="1526721" y="1141886"/>
                </a:lnTo>
                <a:lnTo>
                  <a:pt x="1531212" y="1141132"/>
                </a:lnTo>
                <a:lnTo>
                  <a:pt x="1535702" y="1140371"/>
                </a:lnTo>
                <a:lnTo>
                  <a:pt x="1540193" y="1139605"/>
                </a:lnTo>
                <a:lnTo>
                  <a:pt x="1544683" y="1138833"/>
                </a:lnTo>
                <a:lnTo>
                  <a:pt x="1549173" y="1138055"/>
                </a:lnTo>
                <a:lnTo>
                  <a:pt x="1553664" y="1137272"/>
                </a:lnTo>
                <a:lnTo>
                  <a:pt x="1558154" y="1136483"/>
                </a:lnTo>
                <a:lnTo>
                  <a:pt x="1562644" y="1135688"/>
                </a:lnTo>
                <a:lnTo>
                  <a:pt x="1567135" y="1134889"/>
                </a:lnTo>
                <a:lnTo>
                  <a:pt x="1571625" y="1134084"/>
                </a:lnTo>
                <a:lnTo>
                  <a:pt x="1576115" y="1133274"/>
                </a:lnTo>
                <a:lnTo>
                  <a:pt x="1580606" y="1132459"/>
                </a:lnTo>
                <a:lnTo>
                  <a:pt x="1585096" y="1131639"/>
                </a:lnTo>
                <a:lnTo>
                  <a:pt x="1589586" y="1130814"/>
                </a:lnTo>
                <a:lnTo>
                  <a:pt x="1594077" y="1129985"/>
                </a:lnTo>
                <a:lnTo>
                  <a:pt x="1598567" y="1129151"/>
                </a:lnTo>
                <a:lnTo>
                  <a:pt x="1603057" y="1128312"/>
                </a:lnTo>
                <a:lnTo>
                  <a:pt x="1607548" y="1127469"/>
                </a:lnTo>
                <a:lnTo>
                  <a:pt x="1612038" y="1126622"/>
                </a:lnTo>
                <a:lnTo>
                  <a:pt x="1616529" y="1125771"/>
                </a:lnTo>
                <a:lnTo>
                  <a:pt x="1621019" y="1124915"/>
                </a:lnTo>
                <a:lnTo>
                  <a:pt x="1625509" y="1124055"/>
                </a:lnTo>
                <a:lnTo>
                  <a:pt x="1630000" y="1123191"/>
                </a:lnTo>
                <a:lnTo>
                  <a:pt x="1634490" y="1122323"/>
                </a:lnTo>
                <a:lnTo>
                  <a:pt x="1638980" y="1121452"/>
                </a:lnTo>
                <a:lnTo>
                  <a:pt x="1643471" y="1120576"/>
                </a:lnTo>
                <a:lnTo>
                  <a:pt x="1647961" y="1119697"/>
                </a:lnTo>
                <a:lnTo>
                  <a:pt x="1652451" y="1118815"/>
                </a:lnTo>
                <a:lnTo>
                  <a:pt x="1656942" y="1117928"/>
                </a:lnTo>
                <a:lnTo>
                  <a:pt x="1661432" y="1117039"/>
                </a:lnTo>
                <a:lnTo>
                  <a:pt x="1665923" y="1116146"/>
                </a:lnTo>
                <a:lnTo>
                  <a:pt x="1670413" y="1115250"/>
                </a:lnTo>
                <a:lnTo>
                  <a:pt x="1674903" y="1114350"/>
                </a:lnTo>
                <a:lnTo>
                  <a:pt x="1679394" y="1113448"/>
                </a:lnTo>
                <a:lnTo>
                  <a:pt x="1683884" y="1112542"/>
                </a:lnTo>
                <a:lnTo>
                  <a:pt x="1688374" y="1111633"/>
                </a:lnTo>
                <a:lnTo>
                  <a:pt x="1692865" y="1110722"/>
                </a:lnTo>
                <a:lnTo>
                  <a:pt x="1697355" y="1109807"/>
                </a:lnTo>
                <a:lnTo>
                  <a:pt x="1701845" y="1108890"/>
                </a:lnTo>
                <a:lnTo>
                  <a:pt x="1706336" y="1107970"/>
                </a:lnTo>
                <a:lnTo>
                  <a:pt x="1710826" y="1107048"/>
                </a:lnTo>
                <a:lnTo>
                  <a:pt x="1715316" y="1106123"/>
                </a:lnTo>
                <a:lnTo>
                  <a:pt x="1719807" y="1105195"/>
                </a:lnTo>
                <a:lnTo>
                  <a:pt x="1724297" y="1104265"/>
                </a:lnTo>
                <a:lnTo>
                  <a:pt x="1728788" y="1103332"/>
                </a:lnTo>
                <a:lnTo>
                  <a:pt x="1733278" y="1102398"/>
                </a:lnTo>
                <a:lnTo>
                  <a:pt x="1737768" y="1101460"/>
                </a:lnTo>
                <a:lnTo>
                  <a:pt x="1742259" y="1100521"/>
                </a:lnTo>
                <a:lnTo>
                  <a:pt x="1746749" y="1099580"/>
                </a:lnTo>
                <a:lnTo>
                  <a:pt x="1751239" y="1098636"/>
                </a:lnTo>
                <a:lnTo>
                  <a:pt x="1755730" y="1097690"/>
                </a:lnTo>
                <a:lnTo>
                  <a:pt x="1760220" y="1096743"/>
                </a:lnTo>
                <a:lnTo>
                  <a:pt x="1764710" y="1095793"/>
                </a:lnTo>
                <a:lnTo>
                  <a:pt x="1769201" y="1094842"/>
                </a:lnTo>
                <a:lnTo>
                  <a:pt x="1773691" y="1093889"/>
                </a:lnTo>
                <a:lnTo>
                  <a:pt x="1778181" y="1092934"/>
                </a:lnTo>
                <a:lnTo>
                  <a:pt x="1782672" y="1091977"/>
                </a:lnTo>
                <a:lnTo>
                  <a:pt x="1787162" y="1091019"/>
                </a:lnTo>
                <a:lnTo>
                  <a:pt x="1791652" y="1090059"/>
                </a:lnTo>
                <a:lnTo>
                  <a:pt x="1796143" y="1089097"/>
                </a:lnTo>
                <a:lnTo>
                  <a:pt x="1800633" y="1088134"/>
                </a:lnTo>
                <a:lnTo>
                  <a:pt x="1805124" y="1087170"/>
                </a:lnTo>
                <a:lnTo>
                  <a:pt x="1809614" y="1086204"/>
                </a:lnTo>
                <a:lnTo>
                  <a:pt x="1814104" y="1085236"/>
                </a:lnTo>
                <a:lnTo>
                  <a:pt x="1818595" y="1084268"/>
                </a:lnTo>
                <a:lnTo>
                  <a:pt x="1823085" y="1083298"/>
                </a:lnTo>
                <a:lnTo>
                  <a:pt x="1827575" y="1082327"/>
                </a:lnTo>
                <a:lnTo>
                  <a:pt x="1832066" y="1081355"/>
                </a:lnTo>
                <a:lnTo>
                  <a:pt x="1836556" y="1080381"/>
                </a:lnTo>
                <a:lnTo>
                  <a:pt x="1841046" y="1079407"/>
                </a:lnTo>
                <a:lnTo>
                  <a:pt x="1845537" y="1078431"/>
                </a:lnTo>
                <a:lnTo>
                  <a:pt x="1850027" y="1077455"/>
                </a:lnTo>
                <a:lnTo>
                  <a:pt x="1854518" y="1076477"/>
                </a:lnTo>
                <a:lnTo>
                  <a:pt x="1859008" y="1075499"/>
                </a:lnTo>
                <a:lnTo>
                  <a:pt x="1863498" y="1074519"/>
                </a:lnTo>
                <a:lnTo>
                  <a:pt x="1867989" y="1073539"/>
                </a:lnTo>
                <a:lnTo>
                  <a:pt x="1872479" y="1072558"/>
                </a:lnTo>
                <a:lnTo>
                  <a:pt x="1876969" y="1071576"/>
                </a:lnTo>
                <a:lnTo>
                  <a:pt x="1881460" y="1070594"/>
                </a:lnTo>
                <a:lnTo>
                  <a:pt x="1885950" y="1069610"/>
                </a:lnTo>
                <a:lnTo>
                  <a:pt x="1890440" y="1068626"/>
                </a:lnTo>
                <a:lnTo>
                  <a:pt x="1894931" y="1067642"/>
                </a:lnTo>
                <a:lnTo>
                  <a:pt x="1899421" y="1066657"/>
                </a:lnTo>
                <a:lnTo>
                  <a:pt x="1903911" y="1065671"/>
                </a:lnTo>
                <a:lnTo>
                  <a:pt x="1908402" y="1064685"/>
                </a:lnTo>
                <a:lnTo>
                  <a:pt x="1912892" y="1063698"/>
                </a:lnTo>
                <a:lnTo>
                  <a:pt x="1917382" y="1062711"/>
                </a:lnTo>
                <a:lnTo>
                  <a:pt x="1921873" y="1061724"/>
                </a:lnTo>
                <a:lnTo>
                  <a:pt x="1926363" y="1060736"/>
                </a:lnTo>
                <a:lnTo>
                  <a:pt x="1930854" y="1059747"/>
                </a:lnTo>
                <a:lnTo>
                  <a:pt x="1935344" y="1058759"/>
                </a:lnTo>
                <a:lnTo>
                  <a:pt x="1939834" y="1057770"/>
                </a:lnTo>
                <a:lnTo>
                  <a:pt x="1944325" y="1056780"/>
                </a:lnTo>
                <a:lnTo>
                  <a:pt x="1948815" y="1055791"/>
                </a:lnTo>
                <a:lnTo>
                  <a:pt x="1953305" y="1054801"/>
                </a:lnTo>
                <a:lnTo>
                  <a:pt x="1957796" y="1053811"/>
                </a:lnTo>
                <a:lnTo>
                  <a:pt x="1962286" y="1052821"/>
                </a:lnTo>
                <a:lnTo>
                  <a:pt x="1966776" y="1051831"/>
                </a:lnTo>
                <a:lnTo>
                  <a:pt x="1971267" y="1050841"/>
                </a:lnTo>
                <a:lnTo>
                  <a:pt x="1975757" y="1049851"/>
                </a:lnTo>
                <a:lnTo>
                  <a:pt x="1980248" y="1048860"/>
                </a:lnTo>
                <a:lnTo>
                  <a:pt x="1984738" y="1047870"/>
                </a:lnTo>
                <a:lnTo>
                  <a:pt x="1989228" y="1046879"/>
                </a:lnTo>
                <a:lnTo>
                  <a:pt x="1993719" y="1045889"/>
                </a:lnTo>
                <a:lnTo>
                  <a:pt x="1998209" y="1044899"/>
                </a:lnTo>
                <a:lnTo>
                  <a:pt x="2002699" y="1043908"/>
                </a:lnTo>
                <a:lnTo>
                  <a:pt x="2007190" y="1042918"/>
                </a:lnTo>
                <a:lnTo>
                  <a:pt x="2011680" y="1041928"/>
                </a:lnTo>
                <a:lnTo>
                  <a:pt x="2016170" y="1040938"/>
                </a:lnTo>
                <a:lnTo>
                  <a:pt x="2020661" y="1039949"/>
                </a:lnTo>
                <a:lnTo>
                  <a:pt x="2025151" y="1038959"/>
                </a:lnTo>
                <a:lnTo>
                  <a:pt x="2029641" y="1037970"/>
                </a:lnTo>
                <a:lnTo>
                  <a:pt x="2034132" y="1036981"/>
                </a:lnTo>
                <a:lnTo>
                  <a:pt x="2038622" y="1035992"/>
                </a:lnTo>
                <a:lnTo>
                  <a:pt x="2043113" y="1035004"/>
                </a:lnTo>
                <a:lnTo>
                  <a:pt x="2047603" y="1034015"/>
                </a:lnTo>
                <a:lnTo>
                  <a:pt x="2052093" y="1033028"/>
                </a:lnTo>
                <a:lnTo>
                  <a:pt x="2056584" y="1032040"/>
                </a:lnTo>
                <a:lnTo>
                  <a:pt x="2061074" y="1031053"/>
                </a:lnTo>
                <a:lnTo>
                  <a:pt x="2065564" y="1030066"/>
                </a:lnTo>
                <a:lnTo>
                  <a:pt x="2070055" y="1029080"/>
                </a:lnTo>
                <a:lnTo>
                  <a:pt x="2074545" y="1028094"/>
                </a:lnTo>
                <a:lnTo>
                  <a:pt x="2079035" y="1027108"/>
                </a:lnTo>
                <a:lnTo>
                  <a:pt x="2083526" y="1026123"/>
                </a:lnTo>
                <a:lnTo>
                  <a:pt x="2088016" y="1025138"/>
                </a:lnTo>
                <a:lnTo>
                  <a:pt x="2092506" y="1024154"/>
                </a:lnTo>
                <a:lnTo>
                  <a:pt x="2096997" y="1023170"/>
                </a:lnTo>
                <a:lnTo>
                  <a:pt x="2101487" y="1022187"/>
                </a:lnTo>
                <a:lnTo>
                  <a:pt x="2105977" y="1021205"/>
                </a:lnTo>
                <a:lnTo>
                  <a:pt x="2110468" y="1020223"/>
                </a:lnTo>
                <a:lnTo>
                  <a:pt x="2114958" y="1019241"/>
                </a:lnTo>
                <a:lnTo>
                  <a:pt x="2119449" y="1018260"/>
                </a:lnTo>
                <a:lnTo>
                  <a:pt x="2123939" y="1017280"/>
                </a:lnTo>
                <a:lnTo>
                  <a:pt x="2128429" y="1016300"/>
                </a:lnTo>
                <a:lnTo>
                  <a:pt x="2132920" y="1015321"/>
                </a:lnTo>
                <a:lnTo>
                  <a:pt x="2137410" y="1014343"/>
                </a:lnTo>
                <a:lnTo>
                  <a:pt x="2141900" y="1013365"/>
                </a:lnTo>
                <a:lnTo>
                  <a:pt x="2146391" y="1012388"/>
                </a:lnTo>
                <a:lnTo>
                  <a:pt x="2150881" y="1011411"/>
                </a:lnTo>
                <a:lnTo>
                  <a:pt x="2155371" y="1010436"/>
                </a:lnTo>
                <a:lnTo>
                  <a:pt x="2159862" y="1009460"/>
                </a:lnTo>
                <a:lnTo>
                  <a:pt x="2164352" y="1008486"/>
                </a:lnTo>
                <a:lnTo>
                  <a:pt x="2168842" y="1007513"/>
                </a:lnTo>
                <a:lnTo>
                  <a:pt x="2173333" y="1006540"/>
                </a:lnTo>
                <a:lnTo>
                  <a:pt x="2177823" y="1005568"/>
                </a:lnTo>
                <a:lnTo>
                  <a:pt x="2182314" y="1004597"/>
                </a:lnTo>
                <a:lnTo>
                  <a:pt x="2186804" y="1003626"/>
                </a:lnTo>
                <a:lnTo>
                  <a:pt x="2191294" y="1002656"/>
                </a:lnTo>
                <a:lnTo>
                  <a:pt x="2195785" y="1001687"/>
                </a:lnTo>
                <a:lnTo>
                  <a:pt x="2200275" y="1000719"/>
                </a:lnTo>
                <a:lnTo>
                  <a:pt x="2204765" y="999752"/>
                </a:lnTo>
                <a:lnTo>
                  <a:pt x="2209256" y="998786"/>
                </a:lnTo>
                <a:lnTo>
                  <a:pt x="2213746" y="997820"/>
                </a:lnTo>
                <a:lnTo>
                  <a:pt x="2218236" y="996856"/>
                </a:lnTo>
                <a:lnTo>
                  <a:pt x="2222727" y="995892"/>
                </a:lnTo>
                <a:lnTo>
                  <a:pt x="2227217" y="994929"/>
                </a:lnTo>
                <a:lnTo>
                  <a:pt x="2231707" y="993967"/>
                </a:lnTo>
                <a:lnTo>
                  <a:pt x="2236198" y="993006"/>
                </a:lnTo>
                <a:lnTo>
                  <a:pt x="2240688" y="992045"/>
                </a:lnTo>
                <a:lnTo>
                  <a:pt x="2245179" y="991086"/>
                </a:lnTo>
                <a:lnTo>
                  <a:pt x="2249669" y="990128"/>
                </a:lnTo>
                <a:lnTo>
                  <a:pt x="2254159" y="989170"/>
                </a:lnTo>
                <a:lnTo>
                  <a:pt x="2258650" y="988214"/>
                </a:lnTo>
                <a:lnTo>
                  <a:pt x="2263140" y="987258"/>
                </a:lnTo>
                <a:lnTo>
                  <a:pt x="2267630" y="986304"/>
                </a:lnTo>
                <a:lnTo>
                  <a:pt x="2272121" y="985350"/>
                </a:lnTo>
                <a:lnTo>
                  <a:pt x="2276611" y="984398"/>
                </a:lnTo>
                <a:lnTo>
                  <a:pt x="2281101" y="983446"/>
                </a:lnTo>
                <a:lnTo>
                  <a:pt x="2285592" y="982495"/>
                </a:lnTo>
                <a:lnTo>
                  <a:pt x="2290082" y="981546"/>
                </a:lnTo>
                <a:lnTo>
                  <a:pt x="2294573" y="980597"/>
                </a:lnTo>
                <a:lnTo>
                  <a:pt x="2299063" y="979650"/>
                </a:lnTo>
                <a:lnTo>
                  <a:pt x="2303553" y="978703"/>
                </a:lnTo>
                <a:lnTo>
                  <a:pt x="2308044" y="977757"/>
                </a:lnTo>
                <a:lnTo>
                  <a:pt x="2312534" y="976813"/>
                </a:lnTo>
                <a:lnTo>
                  <a:pt x="2317024" y="975869"/>
                </a:lnTo>
                <a:lnTo>
                  <a:pt x="2321515" y="974927"/>
                </a:lnTo>
                <a:lnTo>
                  <a:pt x="2326005" y="973986"/>
                </a:lnTo>
                <a:lnTo>
                  <a:pt x="2330495" y="973045"/>
                </a:lnTo>
                <a:lnTo>
                  <a:pt x="2334986" y="972106"/>
                </a:lnTo>
                <a:lnTo>
                  <a:pt x="2339476" y="971168"/>
                </a:lnTo>
                <a:lnTo>
                  <a:pt x="2343966" y="970231"/>
                </a:lnTo>
                <a:lnTo>
                  <a:pt x="2348457" y="969295"/>
                </a:lnTo>
                <a:lnTo>
                  <a:pt x="2352947" y="968360"/>
                </a:lnTo>
                <a:lnTo>
                  <a:pt x="2357438" y="967426"/>
                </a:lnTo>
                <a:lnTo>
                  <a:pt x="2361928" y="966494"/>
                </a:lnTo>
                <a:lnTo>
                  <a:pt x="2366418" y="965562"/>
                </a:lnTo>
                <a:lnTo>
                  <a:pt x="2370909" y="964632"/>
                </a:lnTo>
                <a:lnTo>
                  <a:pt x="2375399" y="963703"/>
                </a:lnTo>
                <a:lnTo>
                  <a:pt x="2379889" y="962774"/>
                </a:lnTo>
                <a:lnTo>
                  <a:pt x="2384380" y="961847"/>
                </a:lnTo>
                <a:lnTo>
                  <a:pt x="2388870" y="960921"/>
                </a:lnTo>
                <a:lnTo>
                  <a:pt x="2393360" y="959997"/>
                </a:lnTo>
                <a:lnTo>
                  <a:pt x="2397851" y="959073"/>
                </a:lnTo>
                <a:lnTo>
                  <a:pt x="2402341" y="958151"/>
                </a:lnTo>
                <a:lnTo>
                  <a:pt x="2406831" y="957229"/>
                </a:lnTo>
                <a:lnTo>
                  <a:pt x="2411322" y="956309"/>
                </a:lnTo>
                <a:lnTo>
                  <a:pt x="2415812" y="955390"/>
                </a:lnTo>
                <a:lnTo>
                  <a:pt x="2420302" y="954472"/>
                </a:lnTo>
                <a:lnTo>
                  <a:pt x="2424793" y="953555"/>
                </a:lnTo>
                <a:lnTo>
                  <a:pt x="2429283" y="952640"/>
                </a:lnTo>
                <a:lnTo>
                  <a:pt x="2433774" y="951726"/>
                </a:lnTo>
                <a:lnTo>
                  <a:pt x="2438264" y="950813"/>
                </a:lnTo>
                <a:lnTo>
                  <a:pt x="2442754" y="949901"/>
                </a:lnTo>
                <a:lnTo>
                  <a:pt x="2447245" y="948990"/>
                </a:lnTo>
                <a:lnTo>
                  <a:pt x="2451735" y="948080"/>
                </a:lnTo>
                <a:lnTo>
                  <a:pt x="2456225" y="947172"/>
                </a:lnTo>
                <a:lnTo>
                  <a:pt x="2460716" y="946265"/>
                </a:lnTo>
                <a:lnTo>
                  <a:pt x="2465206" y="945359"/>
                </a:lnTo>
                <a:lnTo>
                  <a:pt x="2469696" y="944454"/>
                </a:lnTo>
                <a:lnTo>
                  <a:pt x="2474187" y="943550"/>
                </a:lnTo>
                <a:lnTo>
                  <a:pt x="2478677" y="942648"/>
                </a:lnTo>
                <a:lnTo>
                  <a:pt x="2483167" y="941747"/>
                </a:lnTo>
                <a:lnTo>
                  <a:pt x="2487658" y="940847"/>
                </a:lnTo>
                <a:lnTo>
                  <a:pt x="2492148" y="939948"/>
                </a:lnTo>
                <a:lnTo>
                  <a:pt x="2496639" y="939050"/>
                </a:lnTo>
                <a:lnTo>
                  <a:pt x="2501129" y="938154"/>
                </a:lnTo>
                <a:lnTo>
                  <a:pt x="2505619" y="937259"/>
                </a:lnTo>
                <a:lnTo>
                  <a:pt x="2510110" y="936365"/>
                </a:lnTo>
                <a:lnTo>
                  <a:pt x="2514600" y="935473"/>
                </a:lnTo>
                <a:lnTo>
                  <a:pt x="2519090" y="934581"/>
                </a:lnTo>
                <a:lnTo>
                  <a:pt x="2523581" y="933691"/>
                </a:lnTo>
                <a:lnTo>
                  <a:pt x="2528071" y="932802"/>
                </a:lnTo>
                <a:lnTo>
                  <a:pt x="2532561" y="931914"/>
                </a:lnTo>
                <a:lnTo>
                  <a:pt x="2537052" y="931028"/>
                </a:lnTo>
                <a:lnTo>
                  <a:pt x="2541542" y="930143"/>
                </a:lnTo>
                <a:lnTo>
                  <a:pt x="2546032" y="929259"/>
                </a:lnTo>
                <a:lnTo>
                  <a:pt x="2550523" y="928376"/>
                </a:lnTo>
                <a:lnTo>
                  <a:pt x="2555013" y="927494"/>
                </a:lnTo>
                <a:lnTo>
                  <a:pt x="2559504" y="926614"/>
                </a:lnTo>
                <a:lnTo>
                  <a:pt x="2563994" y="925735"/>
                </a:lnTo>
                <a:lnTo>
                  <a:pt x="2568484" y="924857"/>
                </a:lnTo>
                <a:lnTo>
                  <a:pt x="2572975" y="923981"/>
                </a:lnTo>
                <a:lnTo>
                  <a:pt x="2577465" y="923106"/>
                </a:lnTo>
                <a:lnTo>
                  <a:pt x="2581955" y="922232"/>
                </a:lnTo>
                <a:lnTo>
                  <a:pt x="2586446" y="921359"/>
                </a:lnTo>
                <a:lnTo>
                  <a:pt x="2590936" y="920487"/>
                </a:lnTo>
                <a:lnTo>
                  <a:pt x="2595426" y="919617"/>
                </a:lnTo>
                <a:lnTo>
                  <a:pt x="2599917" y="918748"/>
                </a:lnTo>
                <a:lnTo>
                  <a:pt x="2604407" y="917880"/>
                </a:lnTo>
                <a:lnTo>
                  <a:pt x="2608898" y="917014"/>
                </a:lnTo>
                <a:lnTo>
                  <a:pt x="2613388" y="916149"/>
                </a:lnTo>
                <a:lnTo>
                  <a:pt x="2617878" y="915285"/>
                </a:lnTo>
                <a:lnTo>
                  <a:pt x="2622369" y="914422"/>
                </a:lnTo>
                <a:lnTo>
                  <a:pt x="2626859" y="913560"/>
                </a:lnTo>
                <a:lnTo>
                  <a:pt x="2631349" y="912700"/>
                </a:lnTo>
                <a:lnTo>
                  <a:pt x="2635840" y="911841"/>
                </a:lnTo>
                <a:lnTo>
                  <a:pt x="2640330" y="910984"/>
                </a:lnTo>
                <a:lnTo>
                  <a:pt x="2644820" y="910127"/>
                </a:lnTo>
                <a:lnTo>
                  <a:pt x="2649311" y="909272"/>
                </a:lnTo>
                <a:lnTo>
                  <a:pt x="2653801" y="908418"/>
                </a:lnTo>
                <a:lnTo>
                  <a:pt x="2658291" y="907566"/>
                </a:lnTo>
                <a:lnTo>
                  <a:pt x="2662782" y="906714"/>
                </a:lnTo>
                <a:lnTo>
                  <a:pt x="2667272" y="905864"/>
                </a:lnTo>
                <a:lnTo>
                  <a:pt x="2671763" y="905015"/>
                </a:lnTo>
                <a:lnTo>
                  <a:pt x="2676253" y="904168"/>
                </a:lnTo>
                <a:lnTo>
                  <a:pt x="2680743" y="903322"/>
                </a:lnTo>
                <a:lnTo>
                  <a:pt x="2685234" y="902477"/>
                </a:lnTo>
                <a:lnTo>
                  <a:pt x="2689724" y="901633"/>
                </a:lnTo>
                <a:lnTo>
                  <a:pt x="2694214" y="900790"/>
                </a:lnTo>
                <a:lnTo>
                  <a:pt x="2698705" y="899949"/>
                </a:lnTo>
                <a:lnTo>
                  <a:pt x="2703195" y="899109"/>
                </a:lnTo>
                <a:lnTo>
                  <a:pt x="2707685" y="898270"/>
                </a:lnTo>
                <a:lnTo>
                  <a:pt x="2712176" y="897433"/>
                </a:lnTo>
                <a:lnTo>
                  <a:pt x="2716666" y="896597"/>
                </a:lnTo>
                <a:lnTo>
                  <a:pt x="2721156" y="895762"/>
                </a:lnTo>
                <a:lnTo>
                  <a:pt x="2725647" y="894928"/>
                </a:lnTo>
                <a:lnTo>
                  <a:pt x="2730137" y="894096"/>
                </a:lnTo>
                <a:lnTo>
                  <a:pt x="2734627" y="893265"/>
                </a:lnTo>
                <a:lnTo>
                  <a:pt x="2739118" y="892435"/>
                </a:lnTo>
                <a:lnTo>
                  <a:pt x="2743608" y="891606"/>
                </a:lnTo>
                <a:lnTo>
                  <a:pt x="2748099" y="890779"/>
                </a:lnTo>
                <a:lnTo>
                  <a:pt x="2752589" y="889953"/>
                </a:lnTo>
                <a:lnTo>
                  <a:pt x="2757079" y="889128"/>
                </a:lnTo>
                <a:lnTo>
                  <a:pt x="2761570" y="888305"/>
                </a:lnTo>
                <a:lnTo>
                  <a:pt x="2766060" y="887482"/>
                </a:lnTo>
                <a:lnTo>
                  <a:pt x="2770550" y="886661"/>
                </a:lnTo>
                <a:lnTo>
                  <a:pt x="2775041" y="885841"/>
                </a:lnTo>
                <a:lnTo>
                  <a:pt x="2779531" y="885023"/>
                </a:lnTo>
                <a:lnTo>
                  <a:pt x="2784021" y="884206"/>
                </a:lnTo>
                <a:lnTo>
                  <a:pt x="2788512" y="883390"/>
                </a:lnTo>
                <a:lnTo>
                  <a:pt x="2793002" y="882575"/>
                </a:lnTo>
                <a:lnTo>
                  <a:pt x="2797493" y="881762"/>
                </a:lnTo>
                <a:lnTo>
                  <a:pt x="2801983" y="880949"/>
                </a:lnTo>
                <a:lnTo>
                  <a:pt x="2806473" y="880138"/>
                </a:lnTo>
                <a:lnTo>
                  <a:pt x="2810964" y="879329"/>
                </a:lnTo>
                <a:lnTo>
                  <a:pt x="2815454" y="878520"/>
                </a:lnTo>
                <a:lnTo>
                  <a:pt x="2819944" y="877713"/>
                </a:lnTo>
                <a:lnTo>
                  <a:pt x="2824435" y="876907"/>
                </a:lnTo>
                <a:lnTo>
                  <a:pt x="2828925" y="876102"/>
                </a:lnTo>
                <a:lnTo>
                  <a:pt x="2833415" y="875299"/>
                </a:lnTo>
                <a:lnTo>
                  <a:pt x="2837906" y="874497"/>
                </a:lnTo>
                <a:lnTo>
                  <a:pt x="2842396" y="873696"/>
                </a:lnTo>
                <a:lnTo>
                  <a:pt x="2846886" y="872896"/>
                </a:lnTo>
                <a:lnTo>
                  <a:pt x="2851377" y="872097"/>
                </a:lnTo>
                <a:lnTo>
                  <a:pt x="2855867" y="871300"/>
                </a:lnTo>
                <a:lnTo>
                  <a:pt x="2860357" y="870504"/>
                </a:lnTo>
                <a:lnTo>
                  <a:pt x="2864848" y="869709"/>
                </a:lnTo>
                <a:lnTo>
                  <a:pt x="2869338" y="868916"/>
                </a:lnTo>
                <a:lnTo>
                  <a:pt x="2873829" y="868124"/>
                </a:lnTo>
                <a:lnTo>
                  <a:pt x="2878319" y="867333"/>
                </a:lnTo>
                <a:lnTo>
                  <a:pt x="2882809" y="866543"/>
                </a:lnTo>
                <a:lnTo>
                  <a:pt x="2887300" y="865754"/>
                </a:lnTo>
                <a:lnTo>
                  <a:pt x="2891790" y="864967"/>
                </a:lnTo>
                <a:lnTo>
                  <a:pt x="2896280" y="864181"/>
                </a:lnTo>
                <a:lnTo>
                  <a:pt x="2900771" y="863396"/>
                </a:lnTo>
                <a:lnTo>
                  <a:pt x="2905261" y="862613"/>
                </a:lnTo>
                <a:lnTo>
                  <a:pt x="2909751" y="861830"/>
                </a:lnTo>
                <a:lnTo>
                  <a:pt x="2914242" y="861049"/>
                </a:lnTo>
                <a:lnTo>
                  <a:pt x="2918732" y="860269"/>
                </a:lnTo>
                <a:lnTo>
                  <a:pt x="2923223" y="859490"/>
                </a:lnTo>
                <a:lnTo>
                  <a:pt x="2927713" y="858713"/>
                </a:lnTo>
                <a:lnTo>
                  <a:pt x="2932203" y="857937"/>
                </a:lnTo>
                <a:lnTo>
                  <a:pt x="2936694" y="857162"/>
                </a:lnTo>
                <a:lnTo>
                  <a:pt x="2941184" y="856388"/>
                </a:lnTo>
                <a:lnTo>
                  <a:pt x="2945674" y="855615"/>
                </a:lnTo>
                <a:lnTo>
                  <a:pt x="2950165" y="854844"/>
                </a:lnTo>
                <a:lnTo>
                  <a:pt x="2954655" y="854074"/>
                </a:lnTo>
                <a:lnTo>
                  <a:pt x="2959145" y="853305"/>
                </a:lnTo>
                <a:lnTo>
                  <a:pt x="2963636" y="852537"/>
                </a:lnTo>
                <a:lnTo>
                  <a:pt x="2968126" y="851770"/>
                </a:lnTo>
                <a:lnTo>
                  <a:pt x="2972616" y="851005"/>
                </a:lnTo>
                <a:lnTo>
                  <a:pt x="2977107" y="850241"/>
                </a:lnTo>
                <a:lnTo>
                  <a:pt x="2981597" y="849478"/>
                </a:lnTo>
                <a:lnTo>
                  <a:pt x="2986088" y="848717"/>
                </a:lnTo>
                <a:lnTo>
                  <a:pt x="2990578" y="847956"/>
                </a:lnTo>
                <a:lnTo>
                  <a:pt x="2995068" y="847197"/>
                </a:lnTo>
                <a:lnTo>
                  <a:pt x="2999559" y="846439"/>
                </a:lnTo>
                <a:lnTo>
                  <a:pt x="3004049" y="845682"/>
                </a:lnTo>
                <a:lnTo>
                  <a:pt x="3008539" y="844926"/>
                </a:lnTo>
                <a:lnTo>
                  <a:pt x="3013030" y="844172"/>
                </a:lnTo>
                <a:lnTo>
                  <a:pt x="3017520" y="843419"/>
                </a:lnTo>
                <a:lnTo>
                  <a:pt x="3022010" y="842666"/>
                </a:lnTo>
                <a:lnTo>
                  <a:pt x="3026501" y="841916"/>
                </a:lnTo>
                <a:lnTo>
                  <a:pt x="3030991" y="841166"/>
                </a:lnTo>
                <a:lnTo>
                  <a:pt x="3035481" y="840417"/>
                </a:lnTo>
                <a:lnTo>
                  <a:pt x="3039972" y="839670"/>
                </a:lnTo>
                <a:lnTo>
                  <a:pt x="3044462" y="838924"/>
                </a:lnTo>
                <a:lnTo>
                  <a:pt x="3048952" y="838179"/>
                </a:lnTo>
                <a:lnTo>
                  <a:pt x="3053443" y="837435"/>
                </a:lnTo>
                <a:lnTo>
                  <a:pt x="3057933" y="836693"/>
                </a:lnTo>
                <a:lnTo>
                  <a:pt x="3062424" y="835951"/>
                </a:lnTo>
                <a:lnTo>
                  <a:pt x="3066914" y="835211"/>
                </a:lnTo>
                <a:lnTo>
                  <a:pt x="3071404" y="834472"/>
                </a:lnTo>
                <a:lnTo>
                  <a:pt x="3075895" y="833734"/>
                </a:lnTo>
                <a:lnTo>
                  <a:pt x="3080385" y="832997"/>
                </a:lnTo>
                <a:lnTo>
                  <a:pt x="3084875" y="832262"/>
                </a:lnTo>
                <a:lnTo>
                  <a:pt x="3089366" y="831528"/>
                </a:lnTo>
                <a:lnTo>
                  <a:pt x="3093856" y="830794"/>
                </a:lnTo>
                <a:lnTo>
                  <a:pt x="3098346" y="830062"/>
                </a:lnTo>
                <a:lnTo>
                  <a:pt x="3102837" y="829332"/>
                </a:lnTo>
                <a:lnTo>
                  <a:pt x="3107327" y="828602"/>
                </a:lnTo>
                <a:lnTo>
                  <a:pt x="3111818" y="827873"/>
                </a:lnTo>
                <a:lnTo>
                  <a:pt x="3116308" y="827146"/>
                </a:lnTo>
                <a:lnTo>
                  <a:pt x="3120798" y="826420"/>
                </a:lnTo>
                <a:lnTo>
                  <a:pt x="3125289" y="825695"/>
                </a:lnTo>
                <a:lnTo>
                  <a:pt x="3129779" y="824971"/>
                </a:lnTo>
                <a:lnTo>
                  <a:pt x="3134269" y="824248"/>
                </a:lnTo>
                <a:lnTo>
                  <a:pt x="3138760" y="823526"/>
                </a:lnTo>
                <a:lnTo>
                  <a:pt x="3143250" y="822806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108" name="beta.selected">
            <a:extLst>
              <a:ext uri="{FF2B5EF4-FFF2-40B4-BE49-F238E27FC236}">
                <a16:creationId xmlns:a16="http://schemas.microsoft.com/office/drawing/2014/main" id="{97DB6EF0-0D3F-4984-8E20-4FEA2593C1FC}"/>
              </a:ext>
            </a:extLst>
          </p:cNvPr>
          <p:cNvSpPr>
            <a:spLocks noGrp="1"/>
          </p:cNvSpPr>
          <p:nvPr/>
        </p:nvSpPr>
        <p:spPr>
          <a:xfrm>
            <a:off x="14126815" y="4122936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109" name="beta.projection">
            <a:extLst>
              <a:ext uri="{FF2B5EF4-FFF2-40B4-BE49-F238E27FC236}">
                <a16:creationId xmlns:a16="http://schemas.microsoft.com/office/drawing/2014/main" id="{2A1B0FA8-8783-4CC7-8992-D71297C4B477}"/>
              </a:ext>
            </a:extLst>
          </p:cNvPr>
          <p:cNvSpPr>
            <a:spLocks noGrp="1"/>
          </p:cNvSpPr>
          <p:nvPr/>
        </p:nvSpPr>
        <p:spPr>
          <a:xfrm>
            <a:off x="14174440" y="4170561"/>
            <a:ext cx="953" cy="468114"/>
          </a:xfrm>
          <a:custGeom>
            <a:avLst/>
            <a:gdLst/>
            <a:ahLst/>
            <a:cxnLst/>
            <a:rect l="0" t="0" r="0" b="0"/>
            <a:pathLst>
              <a:path w="953" h="468114">
                <a:moveTo>
                  <a:pt x="0" y="0"/>
                </a:moveTo>
                <a:lnTo>
                  <a:pt x="0" y="468114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111" name="beta.minimum-leader">
            <a:extLst>
              <a:ext uri="{FF2B5EF4-FFF2-40B4-BE49-F238E27FC236}">
                <a16:creationId xmlns:a16="http://schemas.microsoft.com/office/drawing/2014/main" id="{DB07414E-5FBC-4CF1-861B-1E75E88E1BD6}"/>
              </a:ext>
            </a:extLst>
          </p:cNvPr>
          <p:cNvSpPr>
            <a:spLocks noGrp="1"/>
          </p:cNvSpPr>
          <p:nvPr/>
        </p:nvSpPr>
        <p:spPr>
          <a:xfrm>
            <a:off x="14241115" y="3781425"/>
            <a:ext cx="332135" cy="331986"/>
          </a:xfrm>
          <a:custGeom>
            <a:avLst/>
            <a:gdLst/>
            <a:ahLst/>
            <a:cxnLst/>
            <a:rect l="0" t="0" r="0" b="0"/>
            <a:pathLst>
              <a:path w="332135" h="331986">
                <a:moveTo>
                  <a:pt x="332135" y="0"/>
                </a:moveTo>
                <a:lnTo>
                  <a:pt x="0" y="331986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12" name="flow.gamma-beta">
            <a:extLst>
              <a:ext uri="{FF2B5EF4-FFF2-40B4-BE49-F238E27FC236}">
                <a16:creationId xmlns:a16="http://schemas.microsoft.com/office/drawing/2014/main" id="{C8B26D00-CE33-4C61-A56D-F229029D3602}"/>
              </a:ext>
            </a:extLst>
          </p:cNvPr>
          <p:cNvSpPr>
            <a:spLocks noGrp="1"/>
          </p:cNvSpPr>
          <p:nvPr/>
        </p:nvSpPr>
        <p:spPr>
          <a:xfrm>
            <a:off x="10953750" y="322897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14" name="result.boundary">
            <a:extLst>
              <a:ext uri="{FF2B5EF4-FFF2-40B4-BE49-F238E27FC236}">
                <a16:creationId xmlns:a16="http://schemas.microsoft.com/office/drawing/2014/main" id="{7B890758-739E-4889-B27A-6F62717A2414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76250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15" name="result.header">
            <a:extLst>
              <a:ext uri="{FF2B5EF4-FFF2-40B4-BE49-F238E27FC236}">
                <a16:creationId xmlns:a16="http://schemas.microsoft.com/office/drawing/2014/main" id="{54F69CBA-806D-4B81-A096-2EE9EAFF6764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00050"/>
          </a:xfrm>
          <a:prstGeom prst="rect">
            <a:avLst/>
          </a:prstGeom>
          <a:solidFill>
            <a:srgbClr val="FAEAD9"/>
          </a:solidFill>
          <a:ln w="9525">
            <a:noFill/>
            <a:prstDash val="solid"/>
          </a:ln>
        </p:spPr>
      </p:sp>
      <p:sp>
        <p:nvSpPr>
          <p:cNvPr id="116" name="result.title">
            <a:extLst>
              <a:ext uri="{FF2B5EF4-FFF2-40B4-BE49-F238E27FC236}">
                <a16:creationId xmlns:a16="http://schemas.microsoft.com/office/drawing/2014/main" id="{27AECB21-74B6-4439-89CC-D0FC1547933D}"/>
              </a:ext>
            </a:extLst>
          </p:cNvPr>
          <p:cNvSpPr>
            <a:spLocks noGrp="1"/>
          </p:cNvSpPr>
          <p:nvPr/>
        </p:nvSpPr>
        <p:spPr>
          <a:xfrm>
            <a:off x="17907000" y="933450"/>
            <a:ext cx="390525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尺度计算与三参数输出</a:t>
            </a:r>
          </a:p>
        </p:txBody>
      </p:sp>
      <p:sp>
        <p:nvSpPr>
          <p:cNvPr id="117" name="eta.title">
            <a:extLst>
              <a:ext uri="{FF2B5EF4-FFF2-40B4-BE49-F238E27FC236}">
                <a16:creationId xmlns:a16="http://schemas.microsoft.com/office/drawing/2014/main" id="{BF28E5C9-E4FC-46A0-A2DF-7170AD3DE718}"/>
              </a:ext>
            </a:extLst>
          </p:cNvPr>
          <p:cNvSpPr>
            <a:spLocks noGrp="1"/>
          </p:cNvSpPr>
          <p:nvPr/>
        </p:nvSpPr>
        <p:spPr>
          <a:xfrm>
            <a:off x="17945100" y="1838325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</a:t>
            </a:r>
          </a:p>
        </p:txBody>
      </p:sp>
      <p:sp>
        <p:nvSpPr>
          <p:cNvPr id="119" name="flow.beta-eta">
            <a:extLst>
              <a:ext uri="{FF2B5EF4-FFF2-40B4-BE49-F238E27FC236}">
                <a16:creationId xmlns:a16="http://schemas.microsoft.com/office/drawing/2014/main" id="{BCFE0B6A-8B4F-4A35-B7E3-C810B6ABE2FC}"/>
              </a:ext>
            </a:extLst>
          </p:cNvPr>
          <p:cNvSpPr>
            <a:spLocks noGrp="1"/>
          </p:cNvSpPr>
          <p:nvPr/>
        </p:nvSpPr>
        <p:spPr>
          <a:xfrm>
            <a:off x="16973550" y="3228975"/>
            <a:ext cx="6286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0" name="flow.eta-output">
            <a:extLst>
              <a:ext uri="{FF2B5EF4-FFF2-40B4-BE49-F238E27FC236}">
                <a16:creationId xmlns:a16="http://schemas.microsoft.com/office/drawing/2014/main" id="{188BBA69-FE80-46D5-974C-8F109CDB1BC1}"/>
              </a:ext>
            </a:extLst>
          </p:cNvPr>
          <p:cNvSpPr>
            <a:spLocks noGrp="1"/>
          </p:cNvSpPr>
          <p:nvPr/>
        </p:nvSpPr>
        <p:spPr>
          <a:xfrm>
            <a:off x="19764375" y="3448050"/>
            <a:ext cx="190500" cy="24765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1" name="output.title">
            <a:extLst>
              <a:ext uri="{FF2B5EF4-FFF2-40B4-BE49-F238E27FC236}">
                <a16:creationId xmlns:a16="http://schemas.microsoft.com/office/drawing/2014/main" id="{0C32DF59-28C2-424B-B842-89387B40A450}"/>
              </a:ext>
            </a:extLst>
          </p:cNvPr>
          <p:cNvSpPr>
            <a:spLocks noGrp="1"/>
          </p:cNvSpPr>
          <p:nvPr/>
        </p:nvSpPr>
        <p:spPr>
          <a:xfrm>
            <a:off x="17945100" y="3848100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输出三参数估计</a:t>
            </a:r>
          </a:p>
        </p:txBody>
      </p:sp>
      <p:sp>
        <p:nvSpPr>
          <p:cNvPr id="123" name="flow.criterion-repeat">
            <a:extLst>
              <a:ext uri="{FF2B5EF4-FFF2-40B4-BE49-F238E27FC236}">
                <a16:creationId xmlns:a16="http://schemas.microsoft.com/office/drawing/2014/main" id="{8ABCC69C-AAB8-4885-8D5D-DC1188A21EB3}"/>
              </a:ext>
            </a:extLst>
          </p:cNvPr>
          <p:cNvSpPr>
            <a:spLocks noGrp="1"/>
          </p:cNvSpPr>
          <p:nvPr/>
        </p:nvSpPr>
        <p:spPr>
          <a:xfrm>
            <a:off x="2667000" y="5800725"/>
            <a:ext cx="190500" cy="828675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4" name="repeat.branch-label">
            <a:extLst>
              <a:ext uri="{FF2B5EF4-FFF2-40B4-BE49-F238E27FC236}">
                <a16:creationId xmlns:a16="http://schemas.microsoft.com/office/drawing/2014/main" id="{E864C3E8-7783-4C28-8FF1-710C2358D5D0}"/>
              </a:ext>
            </a:extLst>
          </p:cNvPr>
          <p:cNvSpPr>
            <a:spLocks noGrp="1"/>
          </p:cNvSpPr>
          <p:nvPr/>
        </p:nvSpPr>
        <p:spPr>
          <a:xfrm>
            <a:off x="3067050" y="6010275"/>
            <a:ext cx="28575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同一总体下重复抽样</a:t>
            </a:r>
          </a:p>
        </p:txBody>
      </p:sp>
      <p:sp>
        <p:nvSpPr>
          <p:cNvPr id="125" name="repeat.boundary">
            <a:extLst>
              <a:ext uri="{FF2B5EF4-FFF2-40B4-BE49-F238E27FC236}">
                <a16:creationId xmlns:a16="http://schemas.microsoft.com/office/drawing/2014/main" id="{35C9A7B7-A9BD-4F4A-BF42-92EE10DA07A0}"/>
              </a:ext>
            </a:extLst>
          </p:cNvPr>
          <p:cNvSpPr>
            <a:spLocks noGrp="1"/>
          </p:cNvSpPr>
          <p:nvPr/>
        </p:nvSpPr>
        <p:spPr>
          <a:xfrm>
            <a:off x="381000" y="6810375"/>
            <a:ext cx="4762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126" name="repeat.header">
            <a:extLst>
              <a:ext uri="{FF2B5EF4-FFF2-40B4-BE49-F238E27FC236}">
                <a16:creationId xmlns:a16="http://schemas.microsoft.com/office/drawing/2014/main" id="{D75CF11A-7CE8-4FAA-A366-C496D75AED51}"/>
              </a:ext>
            </a:extLst>
          </p:cNvPr>
          <p:cNvSpPr>
            <a:spLocks noGrp="1"/>
          </p:cNvSpPr>
          <p:nvPr/>
        </p:nvSpPr>
        <p:spPr>
          <a:xfrm>
            <a:off x="381000" y="6810375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127" name="repeat.title">
            <a:extLst>
              <a:ext uri="{FF2B5EF4-FFF2-40B4-BE49-F238E27FC236}">
                <a16:creationId xmlns:a16="http://schemas.microsoft.com/office/drawing/2014/main" id="{8B442A6C-CFA8-4988-B191-A4B7D4882A49}"/>
              </a:ext>
            </a:extLst>
          </p:cNvPr>
          <p:cNvSpPr>
            <a:spLocks noGrp="1"/>
          </p:cNvSpPr>
          <p:nvPr/>
        </p:nvSpPr>
        <p:spPr>
          <a:xfrm>
            <a:off x="476250" y="6829425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同一总体，30组随机样本</a:t>
            </a:r>
          </a:p>
        </p:txBody>
      </p:sp>
      <p:sp>
        <p:nvSpPr>
          <p:cNvPr id="129" name="repeat.n">
            <a:extLst>
              <a:ext uri="{FF2B5EF4-FFF2-40B4-BE49-F238E27FC236}">
                <a16:creationId xmlns:a16="http://schemas.microsoft.com/office/drawing/2014/main" id="{F16C5202-B158-4C3B-A457-EB0830EEC188}"/>
              </a:ext>
            </a:extLst>
          </p:cNvPr>
          <p:cNvSpPr>
            <a:spLocks noGrp="1"/>
          </p:cNvSpPr>
          <p:nvPr/>
        </p:nvSpPr>
        <p:spPr>
          <a:xfrm>
            <a:off x="609600" y="8134350"/>
            <a:ext cx="428625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 n = 7</a:t>
            </a:r>
          </a:p>
        </p:txBody>
      </p:sp>
      <p:sp>
        <p:nvSpPr>
          <p:cNvPr id="130" name="repeat.sample-label0">
            <a:extLst>
              <a:ext uri="{FF2B5EF4-FFF2-40B4-BE49-F238E27FC236}">
                <a16:creationId xmlns:a16="http://schemas.microsoft.com/office/drawing/2014/main" id="{D30CE04A-62A5-4385-9E69-561B681E0617}"/>
              </a:ext>
            </a:extLst>
          </p:cNvPr>
          <p:cNvSpPr>
            <a:spLocks noGrp="1"/>
          </p:cNvSpPr>
          <p:nvPr/>
        </p:nvSpPr>
        <p:spPr>
          <a:xfrm>
            <a:off x="657225" y="8810625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1</a:t>
            </a:r>
          </a:p>
        </p:txBody>
      </p:sp>
      <p:sp>
        <p:nvSpPr>
          <p:cNvPr id="131" name="repeat.sample-0-0">
            <a:extLst>
              <a:ext uri="{FF2B5EF4-FFF2-40B4-BE49-F238E27FC236}">
                <a16:creationId xmlns:a16="http://schemas.microsoft.com/office/drawing/2014/main" id="{7CF2DF98-B7ED-416F-80CC-45766B6D1C78}"/>
              </a:ext>
            </a:extLst>
          </p:cNvPr>
          <p:cNvSpPr>
            <a:spLocks noGrp="1"/>
          </p:cNvSpPr>
          <p:nvPr/>
        </p:nvSpPr>
        <p:spPr>
          <a:xfrm>
            <a:off x="2707558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2" name="repeat.sample-0-1">
            <a:extLst>
              <a:ext uri="{FF2B5EF4-FFF2-40B4-BE49-F238E27FC236}">
                <a16:creationId xmlns:a16="http://schemas.microsoft.com/office/drawing/2014/main" id="{272D4FD6-857E-4B27-BDAD-0CBBC5D52823}"/>
              </a:ext>
            </a:extLst>
          </p:cNvPr>
          <p:cNvSpPr>
            <a:spLocks noGrp="1"/>
          </p:cNvSpPr>
          <p:nvPr/>
        </p:nvSpPr>
        <p:spPr>
          <a:xfrm>
            <a:off x="2775885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3" name="repeat.sample-0-2">
            <a:extLst>
              <a:ext uri="{FF2B5EF4-FFF2-40B4-BE49-F238E27FC236}">
                <a16:creationId xmlns:a16="http://schemas.microsoft.com/office/drawing/2014/main" id="{0F17658D-8ABC-479B-A4EC-064E1C1FDF96}"/>
              </a:ext>
            </a:extLst>
          </p:cNvPr>
          <p:cNvSpPr>
            <a:spLocks noGrp="1"/>
          </p:cNvSpPr>
          <p:nvPr/>
        </p:nvSpPr>
        <p:spPr>
          <a:xfrm>
            <a:off x="2856731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4" name="repeat.sample-0-3">
            <a:extLst>
              <a:ext uri="{FF2B5EF4-FFF2-40B4-BE49-F238E27FC236}">
                <a16:creationId xmlns:a16="http://schemas.microsoft.com/office/drawing/2014/main" id="{3A4A6D10-0A4C-4C42-A2B6-740564B135D3}"/>
              </a:ext>
            </a:extLst>
          </p:cNvPr>
          <p:cNvSpPr>
            <a:spLocks noGrp="1"/>
          </p:cNvSpPr>
          <p:nvPr/>
        </p:nvSpPr>
        <p:spPr>
          <a:xfrm>
            <a:off x="3039995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5" name="repeat.sample-0-4">
            <a:extLst>
              <a:ext uri="{FF2B5EF4-FFF2-40B4-BE49-F238E27FC236}">
                <a16:creationId xmlns:a16="http://schemas.microsoft.com/office/drawing/2014/main" id="{21F404C4-C2D2-4F8D-B8EB-32506CA51C17}"/>
              </a:ext>
            </a:extLst>
          </p:cNvPr>
          <p:cNvSpPr>
            <a:spLocks noGrp="1"/>
          </p:cNvSpPr>
          <p:nvPr/>
        </p:nvSpPr>
        <p:spPr>
          <a:xfrm>
            <a:off x="3106068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6" name="repeat.sample-0-5">
            <a:extLst>
              <a:ext uri="{FF2B5EF4-FFF2-40B4-BE49-F238E27FC236}">
                <a16:creationId xmlns:a16="http://schemas.microsoft.com/office/drawing/2014/main" id="{0788C31D-61E1-4821-B417-258FEECB2CE2}"/>
              </a:ext>
            </a:extLst>
          </p:cNvPr>
          <p:cNvSpPr>
            <a:spLocks noGrp="1"/>
          </p:cNvSpPr>
          <p:nvPr/>
        </p:nvSpPr>
        <p:spPr>
          <a:xfrm>
            <a:off x="3243801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7" name="repeat.sample-0-6">
            <a:extLst>
              <a:ext uri="{FF2B5EF4-FFF2-40B4-BE49-F238E27FC236}">
                <a16:creationId xmlns:a16="http://schemas.microsoft.com/office/drawing/2014/main" id="{CECDCFC6-F02A-4CF4-A798-6726FDF34796}"/>
              </a:ext>
            </a:extLst>
          </p:cNvPr>
          <p:cNvSpPr>
            <a:spLocks noGrp="1"/>
          </p:cNvSpPr>
          <p:nvPr/>
        </p:nvSpPr>
        <p:spPr>
          <a:xfrm>
            <a:off x="3519929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8" name="repeat.sample-label1">
            <a:extLst>
              <a:ext uri="{FF2B5EF4-FFF2-40B4-BE49-F238E27FC236}">
                <a16:creationId xmlns:a16="http://schemas.microsoft.com/office/drawing/2014/main" id="{6E82A73C-A02A-4E0D-9C75-27DA39A3604D}"/>
              </a:ext>
            </a:extLst>
          </p:cNvPr>
          <p:cNvSpPr>
            <a:spLocks noGrp="1"/>
          </p:cNvSpPr>
          <p:nvPr/>
        </p:nvSpPr>
        <p:spPr>
          <a:xfrm>
            <a:off x="657225" y="9363075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2</a:t>
            </a:r>
          </a:p>
        </p:txBody>
      </p:sp>
      <p:sp>
        <p:nvSpPr>
          <p:cNvPr id="139" name="repeat.sample-1-0">
            <a:extLst>
              <a:ext uri="{FF2B5EF4-FFF2-40B4-BE49-F238E27FC236}">
                <a16:creationId xmlns:a16="http://schemas.microsoft.com/office/drawing/2014/main" id="{2FFB60A3-3D21-4246-AEA8-D69514EDDF1D}"/>
              </a:ext>
            </a:extLst>
          </p:cNvPr>
          <p:cNvSpPr>
            <a:spLocks noGrp="1"/>
          </p:cNvSpPr>
          <p:nvPr/>
        </p:nvSpPr>
        <p:spPr>
          <a:xfrm>
            <a:off x="2587598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0" name="repeat.sample-1-1">
            <a:extLst>
              <a:ext uri="{FF2B5EF4-FFF2-40B4-BE49-F238E27FC236}">
                <a16:creationId xmlns:a16="http://schemas.microsoft.com/office/drawing/2014/main" id="{9BA0BDA3-FC63-48EE-BA38-8ADB92265358}"/>
              </a:ext>
            </a:extLst>
          </p:cNvPr>
          <p:cNvSpPr>
            <a:spLocks noGrp="1"/>
          </p:cNvSpPr>
          <p:nvPr/>
        </p:nvSpPr>
        <p:spPr>
          <a:xfrm>
            <a:off x="2660302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1" name="repeat.sample-1-2">
            <a:extLst>
              <a:ext uri="{FF2B5EF4-FFF2-40B4-BE49-F238E27FC236}">
                <a16:creationId xmlns:a16="http://schemas.microsoft.com/office/drawing/2014/main" id="{80BFFCC2-7EF2-4A77-A292-7A81A9DB159B}"/>
              </a:ext>
            </a:extLst>
          </p:cNvPr>
          <p:cNvSpPr>
            <a:spLocks noGrp="1"/>
          </p:cNvSpPr>
          <p:nvPr/>
        </p:nvSpPr>
        <p:spPr>
          <a:xfrm>
            <a:off x="2794297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2" name="repeat.sample-1-3">
            <a:extLst>
              <a:ext uri="{FF2B5EF4-FFF2-40B4-BE49-F238E27FC236}">
                <a16:creationId xmlns:a16="http://schemas.microsoft.com/office/drawing/2014/main" id="{B9F2F1F8-4943-4FCD-982A-F8AB4D23F4BD}"/>
              </a:ext>
            </a:extLst>
          </p:cNvPr>
          <p:cNvSpPr>
            <a:spLocks noGrp="1"/>
          </p:cNvSpPr>
          <p:nvPr/>
        </p:nvSpPr>
        <p:spPr>
          <a:xfrm>
            <a:off x="2969183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3" name="repeat.sample-1-4">
            <a:extLst>
              <a:ext uri="{FF2B5EF4-FFF2-40B4-BE49-F238E27FC236}">
                <a16:creationId xmlns:a16="http://schemas.microsoft.com/office/drawing/2014/main" id="{D5E63C58-EC56-4FCD-88CC-F1E13912D1F2}"/>
              </a:ext>
            </a:extLst>
          </p:cNvPr>
          <p:cNvSpPr>
            <a:spLocks noGrp="1"/>
          </p:cNvSpPr>
          <p:nvPr/>
        </p:nvSpPr>
        <p:spPr>
          <a:xfrm>
            <a:off x="3045349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4" name="repeat.sample-1-5">
            <a:extLst>
              <a:ext uri="{FF2B5EF4-FFF2-40B4-BE49-F238E27FC236}">
                <a16:creationId xmlns:a16="http://schemas.microsoft.com/office/drawing/2014/main" id="{4CE992C1-44BA-4BA2-BD56-554FD32E95ED}"/>
              </a:ext>
            </a:extLst>
          </p:cNvPr>
          <p:cNvSpPr>
            <a:spLocks noGrp="1"/>
          </p:cNvSpPr>
          <p:nvPr/>
        </p:nvSpPr>
        <p:spPr>
          <a:xfrm>
            <a:off x="3112833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5" name="repeat.sample-1-6">
            <a:extLst>
              <a:ext uri="{FF2B5EF4-FFF2-40B4-BE49-F238E27FC236}">
                <a16:creationId xmlns:a16="http://schemas.microsoft.com/office/drawing/2014/main" id="{77393708-75AB-4D0B-91C7-086021305741}"/>
              </a:ext>
            </a:extLst>
          </p:cNvPr>
          <p:cNvSpPr>
            <a:spLocks noGrp="1"/>
          </p:cNvSpPr>
          <p:nvPr/>
        </p:nvSpPr>
        <p:spPr>
          <a:xfrm>
            <a:off x="3685201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6" name="repeat.sample-label2">
            <a:extLst>
              <a:ext uri="{FF2B5EF4-FFF2-40B4-BE49-F238E27FC236}">
                <a16:creationId xmlns:a16="http://schemas.microsoft.com/office/drawing/2014/main" id="{A070CB9C-053C-4635-9B4C-EE13F5C18183}"/>
              </a:ext>
            </a:extLst>
          </p:cNvPr>
          <p:cNvSpPr>
            <a:spLocks noGrp="1"/>
          </p:cNvSpPr>
          <p:nvPr/>
        </p:nvSpPr>
        <p:spPr>
          <a:xfrm>
            <a:off x="657225" y="9915525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3</a:t>
            </a:r>
          </a:p>
        </p:txBody>
      </p:sp>
      <p:sp>
        <p:nvSpPr>
          <p:cNvPr id="147" name="repeat.sample-2-0">
            <a:extLst>
              <a:ext uri="{FF2B5EF4-FFF2-40B4-BE49-F238E27FC236}">
                <a16:creationId xmlns:a16="http://schemas.microsoft.com/office/drawing/2014/main" id="{B4308DF0-6075-493B-96FF-30616EDC93D5}"/>
              </a:ext>
            </a:extLst>
          </p:cNvPr>
          <p:cNvSpPr>
            <a:spLocks noGrp="1"/>
          </p:cNvSpPr>
          <p:nvPr/>
        </p:nvSpPr>
        <p:spPr>
          <a:xfrm>
            <a:off x="2659225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8" name="repeat.sample-2-1">
            <a:extLst>
              <a:ext uri="{FF2B5EF4-FFF2-40B4-BE49-F238E27FC236}">
                <a16:creationId xmlns:a16="http://schemas.microsoft.com/office/drawing/2014/main" id="{872F6C4E-DB02-4B83-9A7F-F90407D3478B}"/>
              </a:ext>
            </a:extLst>
          </p:cNvPr>
          <p:cNvSpPr>
            <a:spLocks noGrp="1"/>
          </p:cNvSpPr>
          <p:nvPr/>
        </p:nvSpPr>
        <p:spPr>
          <a:xfrm>
            <a:off x="2674739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9" name="repeat.sample-2-2">
            <a:extLst>
              <a:ext uri="{FF2B5EF4-FFF2-40B4-BE49-F238E27FC236}">
                <a16:creationId xmlns:a16="http://schemas.microsoft.com/office/drawing/2014/main" id="{83B7E4A0-C4DF-4A21-886D-10B0BF83DC2C}"/>
              </a:ext>
            </a:extLst>
          </p:cNvPr>
          <p:cNvSpPr>
            <a:spLocks noGrp="1"/>
          </p:cNvSpPr>
          <p:nvPr/>
        </p:nvSpPr>
        <p:spPr>
          <a:xfrm>
            <a:off x="2858598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0" name="repeat.sample-2-3">
            <a:extLst>
              <a:ext uri="{FF2B5EF4-FFF2-40B4-BE49-F238E27FC236}">
                <a16:creationId xmlns:a16="http://schemas.microsoft.com/office/drawing/2014/main" id="{42034DA1-F2D8-44F5-AEBE-0300AF50359F}"/>
              </a:ext>
            </a:extLst>
          </p:cNvPr>
          <p:cNvSpPr>
            <a:spLocks noGrp="1"/>
          </p:cNvSpPr>
          <p:nvPr/>
        </p:nvSpPr>
        <p:spPr>
          <a:xfrm>
            <a:off x="2917543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1" name="repeat.sample-2-4">
            <a:extLst>
              <a:ext uri="{FF2B5EF4-FFF2-40B4-BE49-F238E27FC236}">
                <a16:creationId xmlns:a16="http://schemas.microsoft.com/office/drawing/2014/main" id="{EFE73912-C720-4B9B-B48D-26A7542470E8}"/>
              </a:ext>
            </a:extLst>
          </p:cNvPr>
          <p:cNvSpPr>
            <a:spLocks noGrp="1"/>
          </p:cNvSpPr>
          <p:nvPr/>
        </p:nvSpPr>
        <p:spPr>
          <a:xfrm>
            <a:off x="2942302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2" name="repeat.sample-2-5">
            <a:extLst>
              <a:ext uri="{FF2B5EF4-FFF2-40B4-BE49-F238E27FC236}">
                <a16:creationId xmlns:a16="http://schemas.microsoft.com/office/drawing/2014/main" id="{776DBC85-D8B9-46B0-AB41-98E9869551C9}"/>
              </a:ext>
            </a:extLst>
          </p:cNvPr>
          <p:cNvSpPr>
            <a:spLocks noGrp="1"/>
          </p:cNvSpPr>
          <p:nvPr/>
        </p:nvSpPr>
        <p:spPr>
          <a:xfrm>
            <a:off x="3067925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3" name="repeat.sample-2-6">
            <a:extLst>
              <a:ext uri="{FF2B5EF4-FFF2-40B4-BE49-F238E27FC236}">
                <a16:creationId xmlns:a16="http://schemas.microsoft.com/office/drawing/2014/main" id="{CA923AAD-106A-449A-8136-40B4FDC6429C}"/>
              </a:ext>
            </a:extLst>
          </p:cNvPr>
          <p:cNvSpPr>
            <a:spLocks noGrp="1"/>
          </p:cNvSpPr>
          <p:nvPr/>
        </p:nvSpPr>
        <p:spPr>
          <a:xfrm>
            <a:off x="3303615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4" name="repeat.ellipsis">
            <a:extLst>
              <a:ext uri="{FF2B5EF4-FFF2-40B4-BE49-F238E27FC236}">
                <a16:creationId xmlns:a16="http://schemas.microsoft.com/office/drawing/2014/main" id="{04EDFACF-A12E-40D3-A55C-B30C39018D12}"/>
              </a:ext>
            </a:extLst>
          </p:cNvPr>
          <p:cNvSpPr>
            <a:spLocks noGrp="1"/>
          </p:cNvSpPr>
          <p:nvPr/>
        </p:nvSpPr>
        <p:spPr>
          <a:xfrm>
            <a:off x="666750" y="10506075"/>
            <a:ext cx="41719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55" name="repeat.rebuild">
            <a:extLst>
              <a:ext uri="{FF2B5EF4-FFF2-40B4-BE49-F238E27FC236}">
                <a16:creationId xmlns:a16="http://schemas.microsoft.com/office/drawing/2014/main" id="{A07B0721-B7FE-4B4C-9B44-FED233559C0A}"/>
              </a:ext>
            </a:extLst>
          </p:cNvPr>
          <p:cNvSpPr>
            <a:spLocks noGrp="1"/>
          </p:cNvSpPr>
          <p:nvPr/>
        </p:nvSpPr>
        <p:spPr>
          <a:xfrm>
            <a:off x="571500" y="1124902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每组样本重新构造梯度曲线</a:t>
            </a:r>
          </a:p>
        </p:txBody>
      </p:sp>
      <p:sp>
        <p:nvSpPr>
          <p:cNvPr id="156" name="flow.repeat-curves">
            <a:extLst>
              <a:ext uri="{FF2B5EF4-FFF2-40B4-BE49-F238E27FC236}">
                <a16:creationId xmlns:a16="http://schemas.microsoft.com/office/drawing/2014/main" id="{68C16583-53B6-42F6-82CF-7896D9EBDF05}"/>
              </a:ext>
            </a:extLst>
          </p:cNvPr>
          <p:cNvSpPr>
            <a:spLocks noGrp="1"/>
          </p:cNvSpPr>
          <p:nvPr/>
        </p:nvSpPr>
        <p:spPr>
          <a:xfrm>
            <a:off x="5257800" y="9229725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57" name="ensemble.boundary">
            <a:extLst>
              <a:ext uri="{FF2B5EF4-FFF2-40B4-BE49-F238E27FC236}">
                <a16:creationId xmlns:a16="http://schemas.microsoft.com/office/drawing/2014/main" id="{2ADA1563-26C0-466F-B754-025C97DB2D39}"/>
              </a:ext>
            </a:extLst>
          </p:cNvPr>
          <p:cNvSpPr>
            <a:spLocks noGrp="1"/>
          </p:cNvSpPr>
          <p:nvPr/>
        </p:nvSpPr>
        <p:spPr>
          <a:xfrm>
            <a:off x="6000750" y="6810375"/>
            <a:ext cx="4762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158" name="ensemble.header">
            <a:extLst>
              <a:ext uri="{FF2B5EF4-FFF2-40B4-BE49-F238E27FC236}">
                <a16:creationId xmlns:a16="http://schemas.microsoft.com/office/drawing/2014/main" id="{7C8F8359-4867-4C4C-8BC2-E5CCE37F93AC}"/>
              </a:ext>
            </a:extLst>
          </p:cNvPr>
          <p:cNvSpPr>
            <a:spLocks noGrp="1"/>
          </p:cNvSpPr>
          <p:nvPr/>
        </p:nvSpPr>
        <p:spPr>
          <a:xfrm>
            <a:off x="6000750" y="6810375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159" name="ensemble.title">
            <a:extLst>
              <a:ext uri="{FF2B5EF4-FFF2-40B4-BE49-F238E27FC236}">
                <a16:creationId xmlns:a16="http://schemas.microsoft.com/office/drawing/2014/main" id="{463C9026-269D-4BCF-84C4-1D5CDCA67658}"/>
              </a:ext>
            </a:extLst>
          </p:cNvPr>
          <p:cNvSpPr>
            <a:spLocks noGrp="1"/>
          </p:cNvSpPr>
          <p:nvPr/>
        </p:nvSpPr>
        <p:spPr>
          <a:xfrm>
            <a:off x="6096000" y="6829425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c  30条样本梯度曲线</a:t>
            </a:r>
          </a:p>
        </p:txBody>
      </p:sp>
      <p:sp>
        <p:nvSpPr>
          <p:cNvPr id="160" name="ensemble.explain">
            <a:extLst>
              <a:ext uri="{FF2B5EF4-FFF2-40B4-BE49-F238E27FC236}">
                <a16:creationId xmlns:a16="http://schemas.microsoft.com/office/drawing/2014/main" id="{1AAE0BDE-F012-428D-9F0A-7FC9E878EF00}"/>
              </a:ext>
            </a:extLst>
          </p:cNvPr>
          <p:cNvSpPr>
            <a:spLocks noGrp="1"/>
          </p:cNvSpPr>
          <p:nvPr/>
        </p:nvSpPr>
        <p:spPr>
          <a:xfrm>
            <a:off x="6162675" y="7467600"/>
            <a:ext cx="44386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每条曲线对应一组随机样本</a:t>
            </a:r>
          </a:p>
        </p:txBody>
      </p:sp>
      <p:sp>
        <p:nvSpPr>
          <p:cNvPr id="161" name="ensemble.axisx">
            <a:extLst>
              <a:ext uri="{FF2B5EF4-FFF2-40B4-BE49-F238E27FC236}">
                <a16:creationId xmlns:a16="http://schemas.microsoft.com/office/drawing/2014/main" id="{3D2A9340-8473-47B4-A1D5-B6197811E574}"/>
              </a:ext>
            </a:extLst>
          </p:cNvPr>
          <p:cNvSpPr>
            <a:spLocks noGrp="1"/>
          </p:cNvSpPr>
          <p:nvPr/>
        </p:nvSpPr>
        <p:spPr>
          <a:xfrm>
            <a:off x="7086600" y="10506075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2" name="ensemble.axisy">
            <a:extLst>
              <a:ext uri="{FF2B5EF4-FFF2-40B4-BE49-F238E27FC236}">
                <a16:creationId xmlns:a16="http://schemas.microsoft.com/office/drawing/2014/main" id="{996D1D82-55CE-4318-9E16-7C2C4B8CD7B9}"/>
              </a:ext>
            </a:extLst>
          </p:cNvPr>
          <p:cNvSpPr>
            <a:spLocks noGrp="1"/>
          </p:cNvSpPr>
          <p:nvPr/>
        </p:nvSpPr>
        <p:spPr>
          <a:xfrm>
            <a:off x="7086600" y="8162925"/>
            <a:ext cx="953" cy="2343150"/>
          </a:xfrm>
          <a:custGeom>
            <a:avLst/>
            <a:gdLst/>
            <a:ahLst/>
            <a:cxnLst/>
            <a:rect l="0" t="0" r="0" b="0"/>
            <a:pathLst>
              <a:path w="953" h="2343150">
                <a:moveTo>
                  <a:pt x="0" y="0"/>
                </a:moveTo>
                <a:lnTo>
                  <a:pt x="0" y="234315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3" name="ensemble.xtick0">
            <a:extLst>
              <a:ext uri="{FF2B5EF4-FFF2-40B4-BE49-F238E27FC236}">
                <a16:creationId xmlns:a16="http://schemas.microsoft.com/office/drawing/2014/main" id="{7B5D7E64-D580-497B-8279-E38C0987394E}"/>
              </a:ext>
            </a:extLst>
          </p:cNvPr>
          <p:cNvSpPr>
            <a:spLocks noGrp="1"/>
          </p:cNvSpPr>
          <p:nvPr/>
        </p:nvSpPr>
        <p:spPr>
          <a:xfrm>
            <a:off x="7161871" y="105060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4" name="ensemble.xtxt0">
            <a:extLst>
              <a:ext uri="{FF2B5EF4-FFF2-40B4-BE49-F238E27FC236}">
                <a16:creationId xmlns:a16="http://schemas.microsoft.com/office/drawing/2014/main" id="{553104AF-72CB-4E10-9F57-D21A302A93E7}"/>
              </a:ext>
            </a:extLst>
          </p:cNvPr>
          <p:cNvSpPr>
            <a:spLocks noGrp="1"/>
          </p:cNvSpPr>
          <p:nvPr/>
        </p:nvSpPr>
        <p:spPr>
          <a:xfrm>
            <a:off x="6828496" y="105918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5" name="ensemble.xtick500">
            <a:extLst>
              <a:ext uri="{FF2B5EF4-FFF2-40B4-BE49-F238E27FC236}">
                <a16:creationId xmlns:a16="http://schemas.microsoft.com/office/drawing/2014/main" id="{A1627D00-4504-4C93-837E-58218AACBE90}"/>
              </a:ext>
            </a:extLst>
          </p:cNvPr>
          <p:cNvSpPr>
            <a:spLocks noGrp="1"/>
          </p:cNvSpPr>
          <p:nvPr/>
        </p:nvSpPr>
        <p:spPr>
          <a:xfrm>
            <a:off x="7998212" y="105060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6" name="ensemble.xtxt500">
            <a:extLst>
              <a:ext uri="{FF2B5EF4-FFF2-40B4-BE49-F238E27FC236}">
                <a16:creationId xmlns:a16="http://schemas.microsoft.com/office/drawing/2014/main" id="{0E4B97D9-3544-4F5C-9CAB-707725FDB8CA}"/>
              </a:ext>
            </a:extLst>
          </p:cNvPr>
          <p:cNvSpPr>
            <a:spLocks noGrp="1"/>
          </p:cNvSpPr>
          <p:nvPr/>
        </p:nvSpPr>
        <p:spPr>
          <a:xfrm>
            <a:off x="7664837" y="105918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167" name="ensemble.xtick1000">
            <a:extLst>
              <a:ext uri="{FF2B5EF4-FFF2-40B4-BE49-F238E27FC236}">
                <a16:creationId xmlns:a16="http://schemas.microsoft.com/office/drawing/2014/main" id="{6D45DCB2-F871-4EC6-A582-1F68B9D640D5}"/>
              </a:ext>
            </a:extLst>
          </p:cNvPr>
          <p:cNvSpPr>
            <a:spLocks noGrp="1"/>
          </p:cNvSpPr>
          <p:nvPr/>
        </p:nvSpPr>
        <p:spPr>
          <a:xfrm>
            <a:off x="8834554" y="105060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8" name="ensemble.xtxt1000">
            <a:extLst>
              <a:ext uri="{FF2B5EF4-FFF2-40B4-BE49-F238E27FC236}">
                <a16:creationId xmlns:a16="http://schemas.microsoft.com/office/drawing/2014/main" id="{000EECA6-2A41-473C-8C99-032A846BC9C8}"/>
              </a:ext>
            </a:extLst>
          </p:cNvPr>
          <p:cNvSpPr>
            <a:spLocks noGrp="1"/>
          </p:cNvSpPr>
          <p:nvPr/>
        </p:nvSpPr>
        <p:spPr>
          <a:xfrm>
            <a:off x="8501179" y="105918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169" name="ensemble.xtick1500">
            <a:extLst>
              <a:ext uri="{FF2B5EF4-FFF2-40B4-BE49-F238E27FC236}">
                <a16:creationId xmlns:a16="http://schemas.microsoft.com/office/drawing/2014/main" id="{EEE98D91-ED1D-4CF8-9470-B52870718805}"/>
              </a:ext>
            </a:extLst>
          </p:cNvPr>
          <p:cNvSpPr>
            <a:spLocks noGrp="1"/>
          </p:cNvSpPr>
          <p:nvPr/>
        </p:nvSpPr>
        <p:spPr>
          <a:xfrm>
            <a:off x="9670895" y="105060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0" name="ensemble.xtxt1500">
            <a:extLst>
              <a:ext uri="{FF2B5EF4-FFF2-40B4-BE49-F238E27FC236}">
                <a16:creationId xmlns:a16="http://schemas.microsoft.com/office/drawing/2014/main" id="{B1B2A09C-291B-44CA-B170-5034F6F3322B}"/>
              </a:ext>
            </a:extLst>
          </p:cNvPr>
          <p:cNvSpPr>
            <a:spLocks noGrp="1"/>
          </p:cNvSpPr>
          <p:nvPr/>
        </p:nvSpPr>
        <p:spPr>
          <a:xfrm>
            <a:off x="9337520" y="105918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171" name="ensemble.ytick0">
            <a:extLst>
              <a:ext uri="{FF2B5EF4-FFF2-40B4-BE49-F238E27FC236}">
                <a16:creationId xmlns:a16="http://schemas.microsoft.com/office/drawing/2014/main" id="{DB1EA5C4-1590-49EF-B038-85BC0FC8FB67}"/>
              </a:ext>
            </a:extLst>
          </p:cNvPr>
          <p:cNvSpPr>
            <a:spLocks noGrp="1"/>
          </p:cNvSpPr>
          <p:nvPr/>
        </p:nvSpPr>
        <p:spPr>
          <a:xfrm>
            <a:off x="7029450" y="1028738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2" name="ensemble.ytxt0">
            <a:extLst>
              <a:ext uri="{FF2B5EF4-FFF2-40B4-BE49-F238E27FC236}">
                <a16:creationId xmlns:a16="http://schemas.microsoft.com/office/drawing/2014/main" id="{F5AA1B5A-8B17-4C23-90BC-3A79D98791F6}"/>
              </a:ext>
            </a:extLst>
          </p:cNvPr>
          <p:cNvSpPr>
            <a:spLocks noGrp="1"/>
          </p:cNvSpPr>
          <p:nvPr/>
        </p:nvSpPr>
        <p:spPr>
          <a:xfrm>
            <a:off x="6496050" y="1016355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73" name="ensemble.ytick0.1">
            <a:extLst>
              <a:ext uri="{FF2B5EF4-FFF2-40B4-BE49-F238E27FC236}">
                <a16:creationId xmlns:a16="http://schemas.microsoft.com/office/drawing/2014/main" id="{AD9296C0-B29E-4A43-ACF4-C78465AED1D8}"/>
              </a:ext>
            </a:extLst>
          </p:cNvPr>
          <p:cNvSpPr>
            <a:spLocks noGrp="1"/>
          </p:cNvSpPr>
          <p:nvPr/>
        </p:nvSpPr>
        <p:spPr>
          <a:xfrm>
            <a:off x="7029450" y="966254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4" name="ensemble.ytxt0.1">
            <a:extLst>
              <a:ext uri="{FF2B5EF4-FFF2-40B4-BE49-F238E27FC236}">
                <a16:creationId xmlns:a16="http://schemas.microsoft.com/office/drawing/2014/main" id="{7AE3EEBD-0E6F-429E-88BA-534A3E4A6B82}"/>
              </a:ext>
            </a:extLst>
          </p:cNvPr>
          <p:cNvSpPr>
            <a:spLocks noGrp="1"/>
          </p:cNvSpPr>
          <p:nvPr/>
        </p:nvSpPr>
        <p:spPr>
          <a:xfrm>
            <a:off x="6496050" y="953871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175" name="ensemble.ytick0.2">
            <a:extLst>
              <a:ext uri="{FF2B5EF4-FFF2-40B4-BE49-F238E27FC236}">
                <a16:creationId xmlns:a16="http://schemas.microsoft.com/office/drawing/2014/main" id="{CE365669-3C39-417A-A749-383E27770841}"/>
              </a:ext>
            </a:extLst>
          </p:cNvPr>
          <p:cNvSpPr>
            <a:spLocks noGrp="1"/>
          </p:cNvSpPr>
          <p:nvPr/>
        </p:nvSpPr>
        <p:spPr>
          <a:xfrm>
            <a:off x="7029450" y="903770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6" name="ensemble.ytxt0.2">
            <a:extLst>
              <a:ext uri="{FF2B5EF4-FFF2-40B4-BE49-F238E27FC236}">
                <a16:creationId xmlns:a16="http://schemas.microsoft.com/office/drawing/2014/main" id="{0E82F4A7-71BB-4D71-A75B-933C46ED3E92}"/>
              </a:ext>
            </a:extLst>
          </p:cNvPr>
          <p:cNvSpPr>
            <a:spLocks noGrp="1"/>
          </p:cNvSpPr>
          <p:nvPr/>
        </p:nvSpPr>
        <p:spPr>
          <a:xfrm>
            <a:off x="6496050" y="891387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177" name="ensemble.ytick0.3">
            <a:extLst>
              <a:ext uri="{FF2B5EF4-FFF2-40B4-BE49-F238E27FC236}">
                <a16:creationId xmlns:a16="http://schemas.microsoft.com/office/drawing/2014/main" id="{998E398D-C21C-4A81-A7C2-12F36CDF43F5}"/>
              </a:ext>
            </a:extLst>
          </p:cNvPr>
          <p:cNvSpPr>
            <a:spLocks noGrp="1"/>
          </p:cNvSpPr>
          <p:nvPr/>
        </p:nvSpPr>
        <p:spPr>
          <a:xfrm>
            <a:off x="7029450" y="841286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8" name="ensemble.ytxt0.3">
            <a:extLst>
              <a:ext uri="{FF2B5EF4-FFF2-40B4-BE49-F238E27FC236}">
                <a16:creationId xmlns:a16="http://schemas.microsoft.com/office/drawing/2014/main" id="{99019A91-7B3E-41A1-B22C-5EEF1BCF213F}"/>
              </a:ext>
            </a:extLst>
          </p:cNvPr>
          <p:cNvSpPr>
            <a:spLocks noGrp="1"/>
          </p:cNvSpPr>
          <p:nvPr/>
        </p:nvSpPr>
        <p:spPr>
          <a:xfrm>
            <a:off x="6496050" y="828903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179" name="ensemble.xlabel">
            <a:extLst>
              <a:ext uri="{FF2B5EF4-FFF2-40B4-BE49-F238E27FC236}">
                <a16:creationId xmlns:a16="http://schemas.microsoft.com/office/drawing/2014/main" id="{CE6D342A-D64E-40C6-852D-319D4D738C41}"/>
              </a:ext>
            </a:extLst>
          </p:cNvPr>
          <p:cNvSpPr>
            <a:spLocks noGrp="1"/>
          </p:cNvSpPr>
          <p:nvPr/>
        </p:nvSpPr>
        <p:spPr>
          <a:xfrm>
            <a:off x="7086600" y="10915650"/>
            <a:ext cx="30861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180" name="ensemble.ylabel">
            <a:extLst>
              <a:ext uri="{FF2B5EF4-FFF2-40B4-BE49-F238E27FC236}">
                <a16:creationId xmlns:a16="http://schemas.microsoft.com/office/drawing/2014/main" id="{EE553CF2-2C15-45AA-BC02-A21D90BEA80D}"/>
              </a:ext>
            </a:extLst>
          </p:cNvPr>
          <p:cNvSpPr>
            <a:spLocks noGrp="1"/>
          </p:cNvSpPr>
          <p:nvPr/>
        </p:nvSpPr>
        <p:spPr>
          <a:xfrm rot="16200000">
            <a:off x="5629275" y="9163050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181" name="ensemble.curve-Sample-1-1.segment0">
            <a:extLst>
              <a:ext uri="{FF2B5EF4-FFF2-40B4-BE49-F238E27FC236}">
                <a16:creationId xmlns:a16="http://schemas.microsoft.com/office/drawing/2014/main" id="{E804CA53-C9AB-4BA6-A6F2-8D054BCE5F35}"/>
              </a:ext>
            </a:extLst>
          </p:cNvPr>
          <p:cNvSpPr>
            <a:spLocks noGrp="1"/>
          </p:cNvSpPr>
          <p:nvPr/>
        </p:nvSpPr>
        <p:spPr>
          <a:xfrm>
            <a:off x="7161871" y="10363197"/>
            <a:ext cx="1187940" cy="142878"/>
          </a:xfrm>
          <a:custGeom>
            <a:avLst/>
            <a:gdLst/>
            <a:ahLst/>
            <a:cxnLst/>
            <a:rect l="0" t="0" r="0" b="0"/>
            <a:pathLst>
              <a:path w="1187940" h="142878">
                <a:moveTo>
                  <a:pt x="0" y="0"/>
                </a:moveTo>
                <a:lnTo>
                  <a:pt x="79442" y="4283"/>
                </a:lnTo>
                <a:lnTo>
                  <a:pt x="156183" y="8782"/>
                </a:lnTo>
                <a:lnTo>
                  <a:pt x="230314" y="13506"/>
                </a:lnTo>
                <a:lnTo>
                  <a:pt x="301924" y="18463"/>
                </a:lnTo>
                <a:lnTo>
                  <a:pt x="371100" y="23662"/>
                </a:lnTo>
                <a:lnTo>
                  <a:pt x="437923" y="29114"/>
                </a:lnTo>
                <a:lnTo>
                  <a:pt x="502473" y="34826"/>
                </a:lnTo>
                <a:lnTo>
                  <a:pt x="564829" y="40810"/>
                </a:lnTo>
                <a:lnTo>
                  <a:pt x="625064" y="47074"/>
                </a:lnTo>
                <a:lnTo>
                  <a:pt x="683251" y="53629"/>
                </a:lnTo>
                <a:lnTo>
                  <a:pt x="739459" y="60485"/>
                </a:lnTo>
                <a:lnTo>
                  <a:pt x="793756" y="67651"/>
                </a:lnTo>
                <a:lnTo>
                  <a:pt x="846207" y="75137"/>
                </a:lnTo>
                <a:lnTo>
                  <a:pt x="896874" y="82954"/>
                </a:lnTo>
                <a:lnTo>
                  <a:pt x="945818" y="91111"/>
                </a:lnTo>
                <a:lnTo>
                  <a:pt x="993098" y="99618"/>
                </a:lnTo>
                <a:lnTo>
                  <a:pt x="1038770" y="108484"/>
                </a:lnTo>
                <a:lnTo>
                  <a:pt x="1082889" y="117717"/>
                </a:lnTo>
                <a:lnTo>
                  <a:pt x="1125508" y="127328"/>
                </a:lnTo>
                <a:lnTo>
                  <a:pt x="1166677" y="137324"/>
                </a:lnTo>
                <a:lnTo>
                  <a:pt x="1187940" y="142878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2" name="ensemble.curve-Sample-1-1.segment1">
            <a:extLst>
              <a:ext uri="{FF2B5EF4-FFF2-40B4-BE49-F238E27FC236}">
                <a16:creationId xmlns:a16="http://schemas.microsoft.com/office/drawing/2014/main" id="{D28739A2-A1B6-4BE7-91A4-51893294F596}"/>
              </a:ext>
            </a:extLst>
          </p:cNvPr>
          <p:cNvSpPr>
            <a:spLocks noGrp="1"/>
          </p:cNvSpPr>
          <p:nvPr/>
        </p:nvSpPr>
        <p:spPr>
          <a:xfrm>
            <a:off x="9283524" y="8162925"/>
            <a:ext cx="81899" cy="2343150"/>
          </a:xfrm>
          <a:custGeom>
            <a:avLst/>
            <a:gdLst/>
            <a:ahLst/>
            <a:cxnLst/>
            <a:rect l="0" t="0" r="0" b="0"/>
            <a:pathLst>
              <a:path w="81899" h="2343150">
                <a:moveTo>
                  <a:pt x="0" y="2343150"/>
                </a:moveTo>
                <a:lnTo>
                  <a:pt x="7174" y="2253276"/>
                </a:lnTo>
                <a:lnTo>
                  <a:pt x="14225" y="2151189"/>
                </a:lnTo>
                <a:lnTo>
                  <a:pt x="15919" y="2124456"/>
                </a:lnTo>
                <a:lnTo>
                  <a:pt x="21037" y="2038012"/>
                </a:lnTo>
                <a:lnTo>
                  <a:pt x="27618" y="1913333"/>
                </a:lnTo>
                <a:lnTo>
                  <a:pt x="33974" y="1776784"/>
                </a:lnTo>
                <a:lnTo>
                  <a:pt x="40115" y="1628055"/>
                </a:lnTo>
                <a:lnTo>
                  <a:pt x="44895" y="1499616"/>
                </a:lnTo>
                <a:lnTo>
                  <a:pt x="46046" y="1466889"/>
                </a:lnTo>
                <a:lnTo>
                  <a:pt x="51776" y="1293078"/>
                </a:lnTo>
                <a:lnTo>
                  <a:pt x="57311" y="1106470"/>
                </a:lnTo>
                <a:lnTo>
                  <a:pt x="62658" y="906956"/>
                </a:lnTo>
                <a:lnTo>
                  <a:pt x="67823" y="694471"/>
                </a:lnTo>
                <a:lnTo>
                  <a:pt x="72813" y="468983"/>
                </a:lnTo>
                <a:lnTo>
                  <a:pt x="77632" y="230490"/>
                </a:lnTo>
                <a:lnTo>
                  <a:pt x="8189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3" name="ensemble.curve-Sample-1-2.segment0">
            <a:extLst>
              <a:ext uri="{FF2B5EF4-FFF2-40B4-BE49-F238E27FC236}">
                <a16:creationId xmlns:a16="http://schemas.microsoft.com/office/drawing/2014/main" id="{FED8A422-B9AB-4D91-8D86-F7C281F7075A}"/>
              </a:ext>
            </a:extLst>
          </p:cNvPr>
          <p:cNvSpPr>
            <a:spLocks noGrp="1"/>
          </p:cNvSpPr>
          <p:nvPr/>
        </p:nvSpPr>
        <p:spPr>
          <a:xfrm>
            <a:off x="7161871" y="10467736"/>
            <a:ext cx="257265" cy="38339"/>
          </a:xfrm>
          <a:custGeom>
            <a:avLst/>
            <a:gdLst/>
            <a:ahLst/>
            <a:cxnLst/>
            <a:rect l="0" t="0" r="0" b="0"/>
            <a:pathLst>
              <a:path w="257265" h="38339">
                <a:moveTo>
                  <a:pt x="0" y="0"/>
                </a:moveTo>
                <a:lnTo>
                  <a:pt x="69610" y="9270"/>
                </a:lnTo>
                <a:lnTo>
                  <a:pt x="136853" y="18946"/>
                </a:lnTo>
                <a:lnTo>
                  <a:pt x="201809" y="29039"/>
                </a:lnTo>
                <a:lnTo>
                  <a:pt x="257265" y="38339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4" name="ensemble.curve-Sample-1-2.segment1">
            <a:extLst>
              <a:ext uri="{FF2B5EF4-FFF2-40B4-BE49-F238E27FC236}">
                <a16:creationId xmlns:a16="http://schemas.microsoft.com/office/drawing/2014/main" id="{E0FABDE9-0BDD-41CB-8F26-3F4C45BDBDD0}"/>
              </a:ext>
            </a:extLst>
          </p:cNvPr>
          <p:cNvSpPr>
            <a:spLocks noGrp="1"/>
          </p:cNvSpPr>
          <p:nvPr/>
        </p:nvSpPr>
        <p:spPr>
          <a:xfrm>
            <a:off x="9002490" y="8162925"/>
            <a:ext cx="64212" cy="2343150"/>
          </a:xfrm>
          <a:custGeom>
            <a:avLst/>
            <a:gdLst/>
            <a:ahLst/>
            <a:cxnLst/>
            <a:rect l="0" t="0" r="0" b="0"/>
            <a:pathLst>
              <a:path w="64212" h="2343150">
                <a:moveTo>
                  <a:pt x="0" y="2343150"/>
                </a:moveTo>
                <a:lnTo>
                  <a:pt x="4858" y="2246691"/>
                </a:lnTo>
                <a:lnTo>
                  <a:pt x="10336" y="2124456"/>
                </a:lnTo>
                <a:lnTo>
                  <a:pt x="11712" y="2091767"/>
                </a:lnTo>
                <a:lnTo>
                  <a:pt x="18334" y="1922440"/>
                </a:lnTo>
                <a:lnTo>
                  <a:pt x="24731" y="1738391"/>
                </a:lnTo>
                <a:lnTo>
                  <a:pt x="30910" y="1539369"/>
                </a:lnTo>
                <a:lnTo>
                  <a:pt x="32066" y="1499616"/>
                </a:lnTo>
                <a:lnTo>
                  <a:pt x="36878" y="1325193"/>
                </a:lnTo>
                <a:lnTo>
                  <a:pt x="42644" y="1095750"/>
                </a:lnTo>
                <a:lnTo>
                  <a:pt x="48214" y="850989"/>
                </a:lnTo>
                <a:lnTo>
                  <a:pt x="53595" y="590921"/>
                </a:lnTo>
                <a:lnTo>
                  <a:pt x="58792" y="315605"/>
                </a:lnTo>
                <a:lnTo>
                  <a:pt x="63813" y="25146"/>
                </a:lnTo>
                <a:lnTo>
                  <a:pt x="64212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5" name="ensemble.curve-Sample-1-3.segment0">
            <a:extLst>
              <a:ext uri="{FF2B5EF4-FFF2-40B4-BE49-F238E27FC236}">
                <a16:creationId xmlns:a16="http://schemas.microsoft.com/office/drawing/2014/main" id="{97A90150-9B3D-4600-B2B0-783446595B59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056228" cy="2190184"/>
          </a:xfrm>
          <a:custGeom>
            <a:avLst/>
            <a:gdLst/>
            <a:ahLst/>
            <a:cxnLst/>
            <a:rect l="0" t="0" r="0" b="0"/>
            <a:pathLst>
              <a:path w="2056228" h="2190184">
                <a:moveTo>
                  <a:pt x="0" y="2160332"/>
                </a:moveTo>
                <a:lnTo>
                  <a:pt x="75481" y="2161900"/>
                </a:lnTo>
                <a:lnTo>
                  <a:pt x="148395" y="2163500"/>
                </a:lnTo>
                <a:lnTo>
                  <a:pt x="218829" y="2165127"/>
                </a:lnTo>
                <a:lnTo>
                  <a:pt x="286868" y="2166778"/>
                </a:lnTo>
                <a:lnTo>
                  <a:pt x="352594" y="2168447"/>
                </a:lnTo>
                <a:lnTo>
                  <a:pt x="416085" y="2170129"/>
                </a:lnTo>
                <a:lnTo>
                  <a:pt x="477417" y="2171817"/>
                </a:lnTo>
                <a:lnTo>
                  <a:pt x="536663" y="2173504"/>
                </a:lnTo>
                <a:lnTo>
                  <a:pt x="593894" y="2175181"/>
                </a:lnTo>
                <a:lnTo>
                  <a:pt x="649180" y="2176840"/>
                </a:lnTo>
                <a:lnTo>
                  <a:pt x="702585" y="2178471"/>
                </a:lnTo>
                <a:lnTo>
                  <a:pt x="754174" y="2180061"/>
                </a:lnTo>
                <a:lnTo>
                  <a:pt x="804009" y="2181597"/>
                </a:lnTo>
                <a:lnTo>
                  <a:pt x="852150" y="2183067"/>
                </a:lnTo>
                <a:lnTo>
                  <a:pt x="898653" y="2184454"/>
                </a:lnTo>
                <a:lnTo>
                  <a:pt x="943575" y="2185740"/>
                </a:lnTo>
                <a:lnTo>
                  <a:pt x="986970" y="2186908"/>
                </a:lnTo>
                <a:lnTo>
                  <a:pt x="1028889" y="2187937"/>
                </a:lnTo>
                <a:lnTo>
                  <a:pt x="1069382" y="2188805"/>
                </a:lnTo>
                <a:lnTo>
                  <a:pt x="1108499" y="2189486"/>
                </a:lnTo>
                <a:lnTo>
                  <a:pt x="1146285" y="2189956"/>
                </a:lnTo>
                <a:lnTo>
                  <a:pt x="1182786" y="2190184"/>
                </a:lnTo>
                <a:lnTo>
                  <a:pt x="1218047" y="2190141"/>
                </a:lnTo>
                <a:lnTo>
                  <a:pt x="1252108" y="2189793"/>
                </a:lnTo>
                <a:lnTo>
                  <a:pt x="1285011" y="2189104"/>
                </a:lnTo>
                <a:lnTo>
                  <a:pt x="1316795" y="2188036"/>
                </a:lnTo>
                <a:lnTo>
                  <a:pt x="1347498" y="2186547"/>
                </a:lnTo>
                <a:lnTo>
                  <a:pt x="1377157" y="2184595"/>
                </a:lnTo>
                <a:lnTo>
                  <a:pt x="1405808" y="2182131"/>
                </a:lnTo>
                <a:lnTo>
                  <a:pt x="1433484" y="2179106"/>
                </a:lnTo>
                <a:lnTo>
                  <a:pt x="1460220" y="2175467"/>
                </a:lnTo>
                <a:lnTo>
                  <a:pt x="1486046" y="2171157"/>
                </a:lnTo>
                <a:lnTo>
                  <a:pt x="1510994" y="2166118"/>
                </a:lnTo>
                <a:lnTo>
                  <a:pt x="1535093" y="2160286"/>
                </a:lnTo>
                <a:lnTo>
                  <a:pt x="1558373" y="2153595"/>
                </a:lnTo>
                <a:lnTo>
                  <a:pt x="1580862" y="2145975"/>
                </a:lnTo>
                <a:lnTo>
                  <a:pt x="1602585" y="2137354"/>
                </a:lnTo>
                <a:lnTo>
                  <a:pt x="1623570" y="2127655"/>
                </a:lnTo>
                <a:lnTo>
                  <a:pt x="1629855" y="2124456"/>
                </a:lnTo>
                <a:lnTo>
                  <a:pt x="1643842" y="2116799"/>
                </a:lnTo>
                <a:lnTo>
                  <a:pt x="1663424" y="2104701"/>
                </a:lnTo>
                <a:lnTo>
                  <a:pt x="1682340" y="2091276"/>
                </a:lnTo>
                <a:lnTo>
                  <a:pt x="1700613" y="2076433"/>
                </a:lnTo>
                <a:lnTo>
                  <a:pt x="1718265" y="2060080"/>
                </a:lnTo>
                <a:lnTo>
                  <a:pt x="1735316" y="2042119"/>
                </a:lnTo>
                <a:lnTo>
                  <a:pt x="1751787" y="2022452"/>
                </a:lnTo>
                <a:lnTo>
                  <a:pt x="1767699" y="2000976"/>
                </a:lnTo>
                <a:lnTo>
                  <a:pt x="1783069" y="1977585"/>
                </a:lnTo>
                <a:lnTo>
                  <a:pt x="1797917" y="1952172"/>
                </a:lnTo>
                <a:lnTo>
                  <a:pt x="1812260" y="1924626"/>
                </a:lnTo>
                <a:lnTo>
                  <a:pt x="1826115" y="1894833"/>
                </a:lnTo>
                <a:lnTo>
                  <a:pt x="1839499" y="1862677"/>
                </a:lnTo>
                <a:lnTo>
                  <a:pt x="1852427" y="1828042"/>
                </a:lnTo>
                <a:lnTo>
                  <a:pt x="1864917" y="1790806"/>
                </a:lnTo>
                <a:lnTo>
                  <a:pt x="1876981" y="1750849"/>
                </a:lnTo>
                <a:lnTo>
                  <a:pt x="1888635" y="1708045"/>
                </a:lnTo>
                <a:lnTo>
                  <a:pt x="1899893" y="1662271"/>
                </a:lnTo>
                <a:lnTo>
                  <a:pt x="1910768" y="1613398"/>
                </a:lnTo>
                <a:lnTo>
                  <a:pt x="1921274" y="1561299"/>
                </a:lnTo>
                <a:lnTo>
                  <a:pt x="1931422" y="1505844"/>
                </a:lnTo>
                <a:lnTo>
                  <a:pt x="1932502" y="1499616"/>
                </a:lnTo>
                <a:lnTo>
                  <a:pt x="1941225" y="1446903"/>
                </a:lnTo>
                <a:lnTo>
                  <a:pt x="1950694" y="1384342"/>
                </a:lnTo>
                <a:lnTo>
                  <a:pt x="1959842" y="1318030"/>
                </a:lnTo>
                <a:lnTo>
                  <a:pt x="1968678" y="1247833"/>
                </a:lnTo>
                <a:lnTo>
                  <a:pt x="1977215" y="1173617"/>
                </a:lnTo>
                <a:lnTo>
                  <a:pt x="1985460" y="1095246"/>
                </a:lnTo>
                <a:lnTo>
                  <a:pt x="1993426" y="1012585"/>
                </a:lnTo>
                <a:lnTo>
                  <a:pt x="2001120" y="925499"/>
                </a:lnTo>
                <a:lnTo>
                  <a:pt x="2008553" y="833852"/>
                </a:lnTo>
                <a:lnTo>
                  <a:pt x="2015733" y="737509"/>
                </a:lnTo>
                <a:lnTo>
                  <a:pt x="2022669" y="636333"/>
                </a:lnTo>
                <a:lnTo>
                  <a:pt x="2029369" y="530191"/>
                </a:lnTo>
                <a:lnTo>
                  <a:pt x="2035842" y="418950"/>
                </a:lnTo>
                <a:lnTo>
                  <a:pt x="2042094" y="302476"/>
                </a:lnTo>
                <a:lnTo>
                  <a:pt x="2048133" y="180639"/>
                </a:lnTo>
                <a:lnTo>
                  <a:pt x="2053968" y="53312"/>
                </a:lnTo>
                <a:lnTo>
                  <a:pt x="205622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6" name="ensemble.curve-Sample-1-4.segment0">
            <a:extLst>
              <a:ext uri="{FF2B5EF4-FFF2-40B4-BE49-F238E27FC236}">
                <a16:creationId xmlns:a16="http://schemas.microsoft.com/office/drawing/2014/main" id="{2313EAF3-E778-4F5F-89A7-FD83C3063A38}"/>
              </a:ext>
            </a:extLst>
          </p:cNvPr>
          <p:cNvSpPr>
            <a:spLocks noGrp="1"/>
          </p:cNvSpPr>
          <p:nvPr/>
        </p:nvSpPr>
        <p:spPr>
          <a:xfrm>
            <a:off x="7161871" y="10364128"/>
            <a:ext cx="1307839" cy="141947"/>
          </a:xfrm>
          <a:custGeom>
            <a:avLst/>
            <a:gdLst/>
            <a:ahLst/>
            <a:cxnLst/>
            <a:rect l="0" t="0" r="0" b="0"/>
            <a:pathLst>
              <a:path w="1307839" h="141947">
                <a:moveTo>
                  <a:pt x="0" y="0"/>
                </a:moveTo>
                <a:lnTo>
                  <a:pt x="75606" y="4161"/>
                </a:lnTo>
                <a:lnTo>
                  <a:pt x="148642" y="8498"/>
                </a:lnTo>
                <a:lnTo>
                  <a:pt x="219193" y="13015"/>
                </a:lnTo>
                <a:lnTo>
                  <a:pt x="287346" y="17710"/>
                </a:lnTo>
                <a:lnTo>
                  <a:pt x="353181" y="22586"/>
                </a:lnTo>
                <a:lnTo>
                  <a:pt x="416778" y="27640"/>
                </a:lnTo>
                <a:lnTo>
                  <a:pt x="478212" y="32871"/>
                </a:lnTo>
                <a:lnTo>
                  <a:pt x="537557" y="38274"/>
                </a:lnTo>
                <a:lnTo>
                  <a:pt x="594883" y="43844"/>
                </a:lnTo>
                <a:lnTo>
                  <a:pt x="650261" y="49574"/>
                </a:lnTo>
                <a:lnTo>
                  <a:pt x="703755" y="55454"/>
                </a:lnTo>
                <a:lnTo>
                  <a:pt x="755430" y="61471"/>
                </a:lnTo>
                <a:lnTo>
                  <a:pt x="805348" y="67610"/>
                </a:lnTo>
                <a:lnTo>
                  <a:pt x="853569" y="73853"/>
                </a:lnTo>
                <a:lnTo>
                  <a:pt x="900150" y="80178"/>
                </a:lnTo>
                <a:lnTo>
                  <a:pt x="945147" y="86557"/>
                </a:lnTo>
                <a:lnTo>
                  <a:pt x="988614" y="92960"/>
                </a:lnTo>
                <a:lnTo>
                  <a:pt x="1030602" y="99351"/>
                </a:lnTo>
                <a:lnTo>
                  <a:pt x="1071163" y="105686"/>
                </a:lnTo>
                <a:lnTo>
                  <a:pt x="1110345" y="111918"/>
                </a:lnTo>
                <a:lnTo>
                  <a:pt x="1148194" y="117990"/>
                </a:lnTo>
                <a:lnTo>
                  <a:pt x="1184756" y="123838"/>
                </a:lnTo>
                <a:lnTo>
                  <a:pt x="1220075" y="129390"/>
                </a:lnTo>
                <a:lnTo>
                  <a:pt x="1254193" y="134563"/>
                </a:lnTo>
                <a:lnTo>
                  <a:pt x="1287151" y="139265"/>
                </a:lnTo>
                <a:lnTo>
                  <a:pt x="1307839" y="141947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7" name="ensemble.curve-Sample-1-4.segment1">
            <a:extLst>
              <a:ext uri="{FF2B5EF4-FFF2-40B4-BE49-F238E27FC236}">
                <a16:creationId xmlns:a16="http://schemas.microsoft.com/office/drawing/2014/main" id="{9E6B7CBE-398E-42E1-989B-911E7FBC8675}"/>
              </a:ext>
            </a:extLst>
          </p:cNvPr>
          <p:cNvSpPr>
            <a:spLocks noGrp="1"/>
          </p:cNvSpPr>
          <p:nvPr/>
        </p:nvSpPr>
        <p:spPr>
          <a:xfrm>
            <a:off x="8687102" y="8162925"/>
            <a:ext cx="465114" cy="2343150"/>
          </a:xfrm>
          <a:custGeom>
            <a:avLst/>
            <a:gdLst/>
            <a:ahLst/>
            <a:cxnLst/>
            <a:rect l="0" t="0" r="0" b="0"/>
            <a:pathLst>
              <a:path w="465114" h="2343150">
                <a:moveTo>
                  <a:pt x="0" y="2343150"/>
                </a:moveTo>
                <a:lnTo>
                  <a:pt x="12418" y="2340170"/>
                </a:lnTo>
                <a:lnTo>
                  <a:pt x="35737" y="2332256"/>
                </a:lnTo>
                <a:lnTo>
                  <a:pt x="58263" y="2321976"/>
                </a:lnTo>
                <a:lnTo>
                  <a:pt x="80023" y="2309076"/>
                </a:lnTo>
                <a:lnTo>
                  <a:pt x="101043" y="2293291"/>
                </a:lnTo>
                <a:lnTo>
                  <a:pt x="121348" y="2274346"/>
                </a:lnTo>
                <a:lnTo>
                  <a:pt x="140962" y="2251964"/>
                </a:lnTo>
                <a:lnTo>
                  <a:pt x="159910" y="2225866"/>
                </a:lnTo>
                <a:lnTo>
                  <a:pt x="178214" y="2195773"/>
                </a:lnTo>
                <a:lnTo>
                  <a:pt x="195895" y="2161414"/>
                </a:lnTo>
                <a:lnTo>
                  <a:pt x="212186" y="2124456"/>
                </a:lnTo>
                <a:lnTo>
                  <a:pt x="212974" y="2122528"/>
                </a:lnTo>
                <a:lnTo>
                  <a:pt x="229473" y="2078867"/>
                </a:lnTo>
                <a:lnTo>
                  <a:pt x="245411" y="2030204"/>
                </a:lnTo>
                <a:lnTo>
                  <a:pt x="260807" y="1976332"/>
                </a:lnTo>
                <a:lnTo>
                  <a:pt x="275679" y="1917067"/>
                </a:lnTo>
                <a:lnTo>
                  <a:pt x="290046" y="1852256"/>
                </a:lnTo>
                <a:lnTo>
                  <a:pt x="303924" y="1781771"/>
                </a:lnTo>
                <a:lnTo>
                  <a:pt x="317330" y="1705516"/>
                </a:lnTo>
                <a:lnTo>
                  <a:pt x="330281" y="1623422"/>
                </a:lnTo>
                <a:lnTo>
                  <a:pt x="342791" y="1535447"/>
                </a:lnTo>
                <a:lnTo>
                  <a:pt x="347543" y="1499616"/>
                </a:lnTo>
                <a:lnTo>
                  <a:pt x="354875" y="1441574"/>
                </a:lnTo>
                <a:lnTo>
                  <a:pt x="366549" y="1341811"/>
                </a:lnTo>
                <a:lnTo>
                  <a:pt x="377826" y="1236184"/>
                </a:lnTo>
                <a:lnTo>
                  <a:pt x="388719" y="1124734"/>
                </a:lnTo>
                <a:lnTo>
                  <a:pt x="399242" y="1007517"/>
                </a:lnTo>
                <a:lnTo>
                  <a:pt x="409407" y="884600"/>
                </a:lnTo>
                <a:lnTo>
                  <a:pt x="419226" y="756054"/>
                </a:lnTo>
                <a:lnTo>
                  <a:pt x="428711" y="621959"/>
                </a:lnTo>
                <a:lnTo>
                  <a:pt x="437874" y="482396"/>
                </a:lnTo>
                <a:lnTo>
                  <a:pt x="446725" y="337451"/>
                </a:lnTo>
                <a:lnTo>
                  <a:pt x="455276" y="187211"/>
                </a:lnTo>
                <a:lnTo>
                  <a:pt x="463535" y="31765"/>
                </a:lnTo>
                <a:lnTo>
                  <a:pt x="465114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8" name="ensemble.curve-Sample-1-5.segment0">
            <a:extLst>
              <a:ext uri="{FF2B5EF4-FFF2-40B4-BE49-F238E27FC236}">
                <a16:creationId xmlns:a16="http://schemas.microsoft.com/office/drawing/2014/main" id="{61CD1B57-2705-4E3A-90C3-2DA477DC1769}"/>
              </a:ext>
            </a:extLst>
          </p:cNvPr>
          <p:cNvSpPr>
            <a:spLocks noGrp="1"/>
          </p:cNvSpPr>
          <p:nvPr/>
        </p:nvSpPr>
        <p:spPr>
          <a:xfrm>
            <a:off x="7161871" y="10347370"/>
            <a:ext cx="1365694" cy="158705"/>
          </a:xfrm>
          <a:custGeom>
            <a:avLst/>
            <a:gdLst/>
            <a:ahLst/>
            <a:cxnLst/>
            <a:rect l="0" t="0" r="0" b="0"/>
            <a:pathLst>
              <a:path w="1365694" h="158705">
                <a:moveTo>
                  <a:pt x="0" y="0"/>
                </a:moveTo>
                <a:lnTo>
                  <a:pt x="80924" y="3540"/>
                </a:lnTo>
                <a:lnTo>
                  <a:pt x="159096" y="7268"/>
                </a:lnTo>
                <a:lnTo>
                  <a:pt x="234609" y="11191"/>
                </a:lnTo>
                <a:lnTo>
                  <a:pt x="307555" y="15316"/>
                </a:lnTo>
                <a:lnTo>
                  <a:pt x="378021" y="19652"/>
                </a:lnTo>
                <a:lnTo>
                  <a:pt x="446090" y="24207"/>
                </a:lnTo>
                <a:lnTo>
                  <a:pt x="511845" y="28989"/>
                </a:lnTo>
                <a:lnTo>
                  <a:pt x="575363" y="34006"/>
                </a:lnTo>
                <a:lnTo>
                  <a:pt x="636722" y="39267"/>
                </a:lnTo>
                <a:lnTo>
                  <a:pt x="695994" y="44779"/>
                </a:lnTo>
                <a:lnTo>
                  <a:pt x="753251" y="50551"/>
                </a:lnTo>
                <a:lnTo>
                  <a:pt x="808560" y="56591"/>
                </a:lnTo>
                <a:lnTo>
                  <a:pt x="861989" y="62905"/>
                </a:lnTo>
                <a:lnTo>
                  <a:pt x="913601" y="69501"/>
                </a:lnTo>
                <a:lnTo>
                  <a:pt x="963458" y="76386"/>
                </a:lnTo>
                <a:lnTo>
                  <a:pt x="1011619" y="83567"/>
                </a:lnTo>
                <a:lnTo>
                  <a:pt x="1058143" y="91048"/>
                </a:lnTo>
                <a:lnTo>
                  <a:pt x="1103085" y="98835"/>
                </a:lnTo>
                <a:lnTo>
                  <a:pt x="1146499" y="106932"/>
                </a:lnTo>
                <a:lnTo>
                  <a:pt x="1188436" y="115342"/>
                </a:lnTo>
                <a:lnTo>
                  <a:pt x="1228947" y="124066"/>
                </a:lnTo>
                <a:lnTo>
                  <a:pt x="1268081" y="133105"/>
                </a:lnTo>
                <a:lnTo>
                  <a:pt x="1305884" y="142458"/>
                </a:lnTo>
                <a:lnTo>
                  <a:pt x="1342401" y="152122"/>
                </a:lnTo>
                <a:lnTo>
                  <a:pt x="1365694" y="158705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9" name="ensemble.curve-Sample-1-5.segment1">
            <a:extLst>
              <a:ext uri="{FF2B5EF4-FFF2-40B4-BE49-F238E27FC236}">
                <a16:creationId xmlns:a16="http://schemas.microsoft.com/office/drawing/2014/main" id="{FDC44CD7-2D6B-45EC-BA39-2E2D518A17E3}"/>
              </a:ext>
            </a:extLst>
          </p:cNvPr>
          <p:cNvSpPr>
            <a:spLocks noGrp="1"/>
          </p:cNvSpPr>
          <p:nvPr/>
        </p:nvSpPr>
        <p:spPr>
          <a:xfrm>
            <a:off x="9261918" y="8162925"/>
            <a:ext cx="133901" cy="2343150"/>
          </a:xfrm>
          <a:custGeom>
            <a:avLst/>
            <a:gdLst/>
            <a:ahLst/>
            <a:cxnLst/>
            <a:rect l="0" t="0" r="0" b="0"/>
            <a:pathLst>
              <a:path w="133901" h="2343150">
                <a:moveTo>
                  <a:pt x="0" y="2343150"/>
                </a:moveTo>
                <a:lnTo>
                  <a:pt x="1125" y="2337773"/>
                </a:lnTo>
                <a:lnTo>
                  <a:pt x="10599" y="2284534"/>
                </a:lnTo>
                <a:lnTo>
                  <a:pt x="19750" y="2224556"/>
                </a:lnTo>
                <a:lnTo>
                  <a:pt x="28591" y="2157478"/>
                </a:lnTo>
                <a:lnTo>
                  <a:pt x="32520" y="2124456"/>
                </a:lnTo>
                <a:lnTo>
                  <a:pt x="37131" y="2082958"/>
                </a:lnTo>
                <a:lnTo>
                  <a:pt x="45380" y="2000677"/>
                </a:lnTo>
                <a:lnTo>
                  <a:pt x="53349" y="1910344"/>
                </a:lnTo>
                <a:lnTo>
                  <a:pt x="61047" y="1811698"/>
                </a:lnTo>
                <a:lnTo>
                  <a:pt x="68483" y="1704518"/>
                </a:lnTo>
                <a:lnTo>
                  <a:pt x="75666" y="1588619"/>
                </a:lnTo>
                <a:lnTo>
                  <a:pt x="80691" y="1499616"/>
                </a:lnTo>
                <a:lnTo>
                  <a:pt x="82605" y="1463861"/>
                </a:lnTo>
                <a:lnTo>
                  <a:pt x="89308" y="1330149"/>
                </a:lnTo>
                <a:lnTo>
                  <a:pt x="95784" y="1187433"/>
                </a:lnTo>
                <a:lnTo>
                  <a:pt x="102038" y="1035713"/>
                </a:lnTo>
                <a:lnTo>
                  <a:pt x="108081" y="875034"/>
                </a:lnTo>
                <a:lnTo>
                  <a:pt x="113917" y="705493"/>
                </a:lnTo>
                <a:lnTo>
                  <a:pt x="119556" y="527233"/>
                </a:lnTo>
                <a:lnTo>
                  <a:pt x="125002" y="340442"/>
                </a:lnTo>
                <a:lnTo>
                  <a:pt x="130264" y="145358"/>
                </a:lnTo>
                <a:lnTo>
                  <a:pt x="13390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0" name="ensemble.curve-Sample-2-1.segment0">
            <a:extLst>
              <a:ext uri="{FF2B5EF4-FFF2-40B4-BE49-F238E27FC236}">
                <a16:creationId xmlns:a16="http://schemas.microsoft.com/office/drawing/2014/main" id="{835FBE71-667A-49BA-B857-1A25F7E54A1C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800108" cy="2122885"/>
          </a:xfrm>
          <a:custGeom>
            <a:avLst/>
            <a:gdLst/>
            <a:ahLst/>
            <a:cxnLst/>
            <a:rect l="0" t="0" r="0" b="0"/>
            <a:pathLst>
              <a:path w="2800108" h="2122885">
                <a:moveTo>
                  <a:pt x="0" y="2122885"/>
                </a:moveTo>
                <a:lnTo>
                  <a:pt x="102277" y="2122630"/>
                </a:lnTo>
                <a:lnTo>
                  <a:pt x="201077" y="2122343"/>
                </a:lnTo>
                <a:lnTo>
                  <a:pt x="296516" y="2122020"/>
                </a:lnTo>
                <a:lnTo>
                  <a:pt x="388710" y="2121657"/>
                </a:lnTo>
                <a:lnTo>
                  <a:pt x="477770" y="2121249"/>
                </a:lnTo>
                <a:lnTo>
                  <a:pt x="563800" y="2120793"/>
                </a:lnTo>
                <a:lnTo>
                  <a:pt x="646906" y="2120282"/>
                </a:lnTo>
                <a:lnTo>
                  <a:pt x="727185" y="2119710"/>
                </a:lnTo>
                <a:lnTo>
                  <a:pt x="804734" y="2119072"/>
                </a:lnTo>
                <a:lnTo>
                  <a:pt x="879647" y="2118361"/>
                </a:lnTo>
                <a:lnTo>
                  <a:pt x="952012" y="2117567"/>
                </a:lnTo>
                <a:lnTo>
                  <a:pt x="1021916" y="2116684"/>
                </a:lnTo>
                <a:lnTo>
                  <a:pt x="1089443" y="2115702"/>
                </a:lnTo>
                <a:lnTo>
                  <a:pt x="1154674" y="2114611"/>
                </a:lnTo>
                <a:lnTo>
                  <a:pt x="1217687" y="2113400"/>
                </a:lnTo>
                <a:lnTo>
                  <a:pt x="1278557" y="2112057"/>
                </a:lnTo>
                <a:lnTo>
                  <a:pt x="1337357" y="2110570"/>
                </a:lnTo>
                <a:lnTo>
                  <a:pt x="1394157" y="2108923"/>
                </a:lnTo>
                <a:lnTo>
                  <a:pt x="1449027" y="2107101"/>
                </a:lnTo>
                <a:lnTo>
                  <a:pt x="1502030" y="2105089"/>
                </a:lnTo>
                <a:lnTo>
                  <a:pt x="1553231" y="2102867"/>
                </a:lnTo>
                <a:lnTo>
                  <a:pt x="1602691" y="2100417"/>
                </a:lnTo>
                <a:lnTo>
                  <a:pt x="1650469" y="2097717"/>
                </a:lnTo>
                <a:lnTo>
                  <a:pt x="1696622" y="2094744"/>
                </a:lnTo>
                <a:lnTo>
                  <a:pt x="1741206" y="2091474"/>
                </a:lnTo>
                <a:lnTo>
                  <a:pt x="1784274" y="2087880"/>
                </a:lnTo>
                <a:lnTo>
                  <a:pt x="1825877" y="2083934"/>
                </a:lnTo>
                <a:lnTo>
                  <a:pt x="1866066" y="2079604"/>
                </a:lnTo>
                <a:lnTo>
                  <a:pt x="1904888" y="2074860"/>
                </a:lnTo>
                <a:lnTo>
                  <a:pt x="1942390" y="2069664"/>
                </a:lnTo>
                <a:lnTo>
                  <a:pt x="1978616" y="2063979"/>
                </a:lnTo>
                <a:lnTo>
                  <a:pt x="2013611" y="2057765"/>
                </a:lnTo>
                <a:lnTo>
                  <a:pt x="2047416" y="2050980"/>
                </a:lnTo>
                <a:lnTo>
                  <a:pt x="2080071" y="2043578"/>
                </a:lnTo>
                <a:lnTo>
                  <a:pt x="2111616" y="2035509"/>
                </a:lnTo>
                <a:lnTo>
                  <a:pt x="2142088" y="2026724"/>
                </a:lnTo>
                <a:lnTo>
                  <a:pt x="2171524" y="2017166"/>
                </a:lnTo>
                <a:lnTo>
                  <a:pt x="2199959" y="2006779"/>
                </a:lnTo>
                <a:lnTo>
                  <a:pt x="2227427" y="1995503"/>
                </a:lnTo>
                <a:lnTo>
                  <a:pt x="2253961" y="1983272"/>
                </a:lnTo>
                <a:lnTo>
                  <a:pt x="2279592" y="1970019"/>
                </a:lnTo>
                <a:lnTo>
                  <a:pt x="2304352" y="1955675"/>
                </a:lnTo>
                <a:lnTo>
                  <a:pt x="2328270" y="1940164"/>
                </a:lnTo>
                <a:lnTo>
                  <a:pt x="2351375" y="1923410"/>
                </a:lnTo>
                <a:lnTo>
                  <a:pt x="2373694" y="1905332"/>
                </a:lnTo>
                <a:lnTo>
                  <a:pt x="2395255" y="1885846"/>
                </a:lnTo>
                <a:lnTo>
                  <a:pt x="2416082" y="1864864"/>
                </a:lnTo>
                <a:lnTo>
                  <a:pt x="2436200" y="1842296"/>
                </a:lnTo>
                <a:lnTo>
                  <a:pt x="2455635" y="1818049"/>
                </a:lnTo>
                <a:lnTo>
                  <a:pt x="2474409" y="1792026"/>
                </a:lnTo>
                <a:lnTo>
                  <a:pt x="2492544" y="1764127"/>
                </a:lnTo>
                <a:lnTo>
                  <a:pt x="2510063" y="1734251"/>
                </a:lnTo>
                <a:lnTo>
                  <a:pt x="2526986" y="1702293"/>
                </a:lnTo>
                <a:lnTo>
                  <a:pt x="2543333" y="1668145"/>
                </a:lnTo>
                <a:lnTo>
                  <a:pt x="2559125" y="1631700"/>
                </a:lnTo>
                <a:lnTo>
                  <a:pt x="2574380" y="1592847"/>
                </a:lnTo>
                <a:lnTo>
                  <a:pt x="2589116" y="1551473"/>
                </a:lnTo>
                <a:lnTo>
                  <a:pt x="2603350" y="1507465"/>
                </a:lnTo>
                <a:lnTo>
                  <a:pt x="2605751" y="1499616"/>
                </a:lnTo>
                <a:lnTo>
                  <a:pt x="2617101" y="1460711"/>
                </a:lnTo>
                <a:lnTo>
                  <a:pt x="2630384" y="1411095"/>
                </a:lnTo>
                <a:lnTo>
                  <a:pt x="2643216" y="1358504"/>
                </a:lnTo>
                <a:lnTo>
                  <a:pt x="2655611" y="1302826"/>
                </a:lnTo>
                <a:lnTo>
                  <a:pt x="2667584" y="1243949"/>
                </a:lnTo>
                <a:lnTo>
                  <a:pt x="2679151" y="1181764"/>
                </a:lnTo>
                <a:lnTo>
                  <a:pt x="2690324" y="1116164"/>
                </a:lnTo>
                <a:lnTo>
                  <a:pt x="2701117" y="1047046"/>
                </a:lnTo>
                <a:lnTo>
                  <a:pt x="2711544" y="974313"/>
                </a:lnTo>
                <a:lnTo>
                  <a:pt x="2721615" y="897871"/>
                </a:lnTo>
                <a:lnTo>
                  <a:pt x="2731344" y="817634"/>
                </a:lnTo>
                <a:lnTo>
                  <a:pt x="2740743" y="733522"/>
                </a:lnTo>
                <a:lnTo>
                  <a:pt x="2749821" y="645465"/>
                </a:lnTo>
                <a:lnTo>
                  <a:pt x="2758591" y="553403"/>
                </a:lnTo>
                <a:lnTo>
                  <a:pt x="2767063" y="457287"/>
                </a:lnTo>
                <a:lnTo>
                  <a:pt x="2775247" y="357080"/>
                </a:lnTo>
                <a:lnTo>
                  <a:pt x="2783152" y="252762"/>
                </a:lnTo>
                <a:lnTo>
                  <a:pt x="2790789" y="144326"/>
                </a:lnTo>
                <a:lnTo>
                  <a:pt x="2798166" y="31783"/>
                </a:lnTo>
                <a:lnTo>
                  <a:pt x="280010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1" name="ensemble.curve-Sample-2-2.segment0">
            <a:extLst>
              <a:ext uri="{FF2B5EF4-FFF2-40B4-BE49-F238E27FC236}">
                <a16:creationId xmlns:a16="http://schemas.microsoft.com/office/drawing/2014/main" id="{C424121D-D757-4CF2-8848-58DAFF59556C}"/>
              </a:ext>
            </a:extLst>
          </p:cNvPr>
          <p:cNvSpPr>
            <a:spLocks noGrp="1"/>
          </p:cNvSpPr>
          <p:nvPr/>
        </p:nvSpPr>
        <p:spPr>
          <a:xfrm>
            <a:off x="7161871" y="10468572"/>
            <a:ext cx="250046" cy="37503"/>
          </a:xfrm>
          <a:custGeom>
            <a:avLst/>
            <a:gdLst/>
            <a:ahLst/>
            <a:cxnLst/>
            <a:rect l="0" t="0" r="0" b="0"/>
            <a:pathLst>
              <a:path w="250046" h="37503">
                <a:moveTo>
                  <a:pt x="0" y="0"/>
                </a:moveTo>
                <a:lnTo>
                  <a:pt x="62935" y="8571"/>
                </a:lnTo>
                <a:lnTo>
                  <a:pt x="123731" y="17378"/>
                </a:lnTo>
                <a:lnTo>
                  <a:pt x="182459" y="26407"/>
                </a:lnTo>
                <a:lnTo>
                  <a:pt x="239190" y="35639"/>
                </a:lnTo>
                <a:lnTo>
                  <a:pt x="250046" y="37503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2" name="ensemble.curve-Sample-2-2.segment1">
            <a:extLst>
              <a:ext uri="{FF2B5EF4-FFF2-40B4-BE49-F238E27FC236}">
                <a16:creationId xmlns:a16="http://schemas.microsoft.com/office/drawing/2014/main" id="{D0C38186-670B-456A-B599-EFD4EC01D247}"/>
              </a:ext>
            </a:extLst>
          </p:cNvPr>
          <p:cNvSpPr>
            <a:spLocks noGrp="1"/>
          </p:cNvSpPr>
          <p:nvPr/>
        </p:nvSpPr>
        <p:spPr>
          <a:xfrm>
            <a:off x="8406842" y="8162925"/>
            <a:ext cx="313489" cy="2343150"/>
          </a:xfrm>
          <a:custGeom>
            <a:avLst/>
            <a:gdLst/>
            <a:ahLst/>
            <a:cxnLst/>
            <a:rect l="0" t="0" r="0" b="0"/>
            <a:pathLst>
              <a:path w="313489" h="2343150">
                <a:moveTo>
                  <a:pt x="0" y="2343150"/>
                </a:moveTo>
                <a:lnTo>
                  <a:pt x="14888" y="2318101"/>
                </a:lnTo>
                <a:lnTo>
                  <a:pt x="34982" y="2277578"/>
                </a:lnTo>
                <a:lnTo>
                  <a:pt x="54393" y="2231135"/>
                </a:lnTo>
                <a:lnTo>
                  <a:pt x="73144" y="2178385"/>
                </a:lnTo>
                <a:lnTo>
                  <a:pt x="89690" y="2124456"/>
                </a:lnTo>
                <a:lnTo>
                  <a:pt x="91257" y="2118955"/>
                </a:lnTo>
                <a:lnTo>
                  <a:pt x="108754" y="2052490"/>
                </a:lnTo>
                <a:lnTo>
                  <a:pt x="125656" y="1978657"/>
                </a:lnTo>
                <a:lnTo>
                  <a:pt x="141984" y="1897155"/>
                </a:lnTo>
                <a:lnTo>
                  <a:pt x="157756" y="1807713"/>
                </a:lnTo>
                <a:lnTo>
                  <a:pt x="172992" y="1710097"/>
                </a:lnTo>
                <a:lnTo>
                  <a:pt x="187710" y="1604112"/>
                </a:lnTo>
                <a:lnTo>
                  <a:pt x="200744" y="1499616"/>
                </a:lnTo>
                <a:lnTo>
                  <a:pt x="201927" y="1489604"/>
                </a:lnTo>
                <a:lnTo>
                  <a:pt x="215661" y="1366460"/>
                </a:lnTo>
                <a:lnTo>
                  <a:pt x="228928" y="1234608"/>
                </a:lnTo>
                <a:lnTo>
                  <a:pt x="241743" y="1094016"/>
                </a:lnTo>
                <a:lnTo>
                  <a:pt x="254123" y="944689"/>
                </a:lnTo>
                <a:lnTo>
                  <a:pt x="266082" y="786670"/>
                </a:lnTo>
                <a:lnTo>
                  <a:pt x="277635" y="620032"/>
                </a:lnTo>
                <a:lnTo>
                  <a:pt x="288794" y="444877"/>
                </a:lnTo>
                <a:lnTo>
                  <a:pt x="299574" y="261337"/>
                </a:lnTo>
                <a:lnTo>
                  <a:pt x="309987" y="69563"/>
                </a:lnTo>
                <a:lnTo>
                  <a:pt x="31348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3" name="ensemble.curve-Sample-2-3.segment0">
            <a:extLst>
              <a:ext uri="{FF2B5EF4-FFF2-40B4-BE49-F238E27FC236}">
                <a16:creationId xmlns:a16="http://schemas.microsoft.com/office/drawing/2014/main" id="{2FF73978-8F30-481C-86D9-F53101C93E69}"/>
              </a:ext>
            </a:extLst>
          </p:cNvPr>
          <p:cNvSpPr>
            <a:spLocks noGrp="1"/>
          </p:cNvSpPr>
          <p:nvPr/>
        </p:nvSpPr>
        <p:spPr>
          <a:xfrm>
            <a:off x="7161871" y="10421623"/>
            <a:ext cx="740881" cy="84452"/>
          </a:xfrm>
          <a:custGeom>
            <a:avLst/>
            <a:gdLst/>
            <a:ahLst/>
            <a:cxnLst/>
            <a:rect l="0" t="0" r="0" b="0"/>
            <a:pathLst>
              <a:path w="740881" h="84452">
                <a:moveTo>
                  <a:pt x="0" y="0"/>
                </a:moveTo>
                <a:lnTo>
                  <a:pt x="74556" y="6130"/>
                </a:lnTo>
                <a:lnTo>
                  <a:pt x="146576" y="12450"/>
                </a:lnTo>
                <a:lnTo>
                  <a:pt x="216148" y="18958"/>
                </a:lnTo>
                <a:lnTo>
                  <a:pt x="283354" y="25650"/>
                </a:lnTo>
                <a:lnTo>
                  <a:pt x="348274" y="32523"/>
                </a:lnTo>
                <a:lnTo>
                  <a:pt x="410987" y="39571"/>
                </a:lnTo>
                <a:lnTo>
                  <a:pt x="471567" y="46789"/>
                </a:lnTo>
                <a:lnTo>
                  <a:pt x="530087" y="54167"/>
                </a:lnTo>
                <a:lnTo>
                  <a:pt x="586618" y="61697"/>
                </a:lnTo>
                <a:lnTo>
                  <a:pt x="641226" y="69368"/>
                </a:lnTo>
                <a:lnTo>
                  <a:pt x="693977" y="77168"/>
                </a:lnTo>
                <a:lnTo>
                  <a:pt x="740881" y="84452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4" name="ensemble.curve-Sample-2-3.segment1">
            <a:extLst>
              <a:ext uri="{FF2B5EF4-FFF2-40B4-BE49-F238E27FC236}">
                <a16:creationId xmlns:a16="http://schemas.microsoft.com/office/drawing/2014/main" id="{F1C62BD4-3CBF-4977-8815-4672AA645BFA}"/>
              </a:ext>
            </a:extLst>
          </p:cNvPr>
          <p:cNvSpPr>
            <a:spLocks noGrp="1"/>
          </p:cNvSpPr>
          <p:nvPr/>
        </p:nvSpPr>
        <p:spPr>
          <a:xfrm>
            <a:off x="8912083" y="8162925"/>
            <a:ext cx="260391" cy="2343150"/>
          </a:xfrm>
          <a:custGeom>
            <a:avLst/>
            <a:gdLst/>
            <a:ahLst/>
            <a:cxnLst/>
            <a:rect l="0" t="0" r="0" b="0"/>
            <a:pathLst>
              <a:path w="260391" h="2343150">
                <a:moveTo>
                  <a:pt x="0" y="2343150"/>
                </a:moveTo>
                <a:lnTo>
                  <a:pt x="11010" y="2323606"/>
                </a:lnTo>
                <a:lnTo>
                  <a:pt x="25676" y="2293308"/>
                </a:lnTo>
                <a:lnTo>
                  <a:pt x="39843" y="2259452"/>
                </a:lnTo>
                <a:lnTo>
                  <a:pt x="53528" y="2221827"/>
                </a:lnTo>
                <a:lnTo>
                  <a:pt x="66748" y="2180216"/>
                </a:lnTo>
                <a:lnTo>
                  <a:pt x="79519" y="2134401"/>
                </a:lnTo>
                <a:lnTo>
                  <a:pt x="82086" y="2124456"/>
                </a:lnTo>
                <a:lnTo>
                  <a:pt x="91855" y="2084158"/>
                </a:lnTo>
                <a:lnTo>
                  <a:pt x="103771" y="2029263"/>
                </a:lnTo>
                <a:lnTo>
                  <a:pt x="115283" y="1969491"/>
                </a:lnTo>
                <a:lnTo>
                  <a:pt x="126403" y="1904612"/>
                </a:lnTo>
                <a:lnTo>
                  <a:pt x="137145" y="1834401"/>
                </a:lnTo>
                <a:lnTo>
                  <a:pt x="147521" y="1758630"/>
                </a:lnTo>
                <a:lnTo>
                  <a:pt x="157545" y="1677071"/>
                </a:lnTo>
                <a:lnTo>
                  <a:pt x="167228" y="1589500"/>
                </a:lnTo>
                <a:lnTo>
                  <a:pt x="176209" y="1499616"/>
                </a:lnTo>
                <a:lnTo>
                  <a:pt x="176581" y="1495693"/>
                </a:lnTo>
                <a:lnTo>
                  <a:pt x="185617" y="1395430"/>
                </a:lnTo>
                <a:lnTo>
                  <a:pt x="194345" y="1288492"/>
                </a:lnTo>
                <a:lnTo>
                  <a:pt x="202777" y="1174665"/>
                </a:lnTo>
                <a:lnTo>
                  <a:pt x="210921" y="1053740"/>
                </a:lnTo>
                <a:lnTo>
                  <a:pt x="218789" y="925509"/>
                </a:lnTo>
                <a:lnTo>
                  <a:pt x="226390" y="789772"/>
                </a:lnTo>
                <a:lnTo>
                  <a:pt x="233731" y="646334"/>
                </a:lnTo>
                <a:lnTo>
                  <a:pt x="240824" y="495006"/>
                </a:lnTo>
                <a:lnTo>
                  <a:pt x="247675" y="335603"/>
                </a:lnTo>
                <a:lnTo>
                  <a:pt x="254293" y="167951"/>
                </a:lnTo>
                <a:lnTo>
                  <a:pt x="26039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5" name="ensemble.curve-Sample-2-4.segment0">
            <a:extLst>
              <a:ext uri="{FF2B5EF4-FFF2-40B4-BE49-F238E27FC236}">
                <a16:creationId xmlns:a16="http://schemas.microsoft.com/office/drawing/2014/main" id="{1F69039D-85F3-486C-AD69-9C8ECD081A01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518589" cy="1914260"/>
          </a:xfrm>
          <a:custGeom>
            <a:avLst/>
            <a:gdLst/>
            <a:ahLst/>
            <a:cxnLst/>
            <a:rect l="0" t="0" r="0" b="0"/>
            <a:pathLst>
              <a:path w="1518589" h="1914260">
                <a:moveTo>
                  <a:pt x="0" y="1914260"/>
                </a:moveTo>
                <a:lnTo>
                  <a:pt x="65214" y="1901993"/>
                </a:lnTo>
                <a:lnTo>
                  <a:pt x="128211" y="1889064"/>
                </a:lnTo>
                <a:lnTo>
                  <a:pt x="189065" y="1875443"/>
                </a:lnTo>
                <a:lnTo>
                  <a:pt x="247851" y="1861098"/>
                </a:lnTo>
                <a:lnTo>
                  <a:pt x="304637" y="1845994"/>
                </a:lnTo>
                <a:lnTo>
                  <a:pt x="359492" y="1830096"/>
                </a:lnTo>
                <a:lnTo>
                  <a:pt x="412482" y="1813367"/>
                </a:lnTo>
                <a:lnTo>
                  <a:pt x="463670" y="1795768"/>
                </a:lnTo>
                <a:lnTo>
                  <a:pt x="513117" y="1777260"/>
                </a:lnTo>
                <a:lnTo>
                  <a:pt x="560883" y="1757801"/>
                </a:lnTo>
                <a:lnTo>
                  <a:pt x="607024" y="1737347"/>
                </a:lnTo>
                <a:lnTo>
                  <a:pt x="651597" y="1715856"/>
                </a:lnTo>
                <a:lnTo>
                  <a:pt x="694654" y="1693279"/>
                </a:lnTo>
                <a:lnTo>
                  <a:pt x="736247" y="1669570"/>
                </a:lnTo>
                <a:lnTo>
                  <a:pt x="776425" y="1644679"/>
                </a:lnTo>
                <a:lnTo>
                  <a:pt x="815237" y="1618555"/>
                </a:lnTo>
                <a:lnTo>
                  <a:pt x="852729" y="1591144"/>
                </a:lnTo>
                <a:lnTo>
                  <a:pt x="888947" y="1562392"/>
                </a:lnTo>
                <a:lnTo>
                  <a:pt x="923932" y="1532243"/>
                </a:lnTo>
                <a:lnTo>
                  <a:pt x="957729" y="1500638"/>
                </a:lnTo>
                <a:lnTo>
                  <a:pt x="958777" y="1499616"/>
                </a:lnTo>
                <a:lnTo>
                  <a:pt x="990375" y="1467517"/>
                </a:lnTo>
                <a:lnTo>
                  <a:pt x="1021912" y="1432819"/>
                </a:lnTo>
                <a:lnTo>
                  <a:pt x="1052377" y="1396478"/>
                </a:lnTo>
                <a:lnTo>
                  <a:pt x="1081805" y="1358430"/>
                </a:lnTo>
                <a:lnTo>
                  <a:pt x="1110233" y="1318608"/>
                </a:lnTo>
                <a:lnTo>
                  <a:pt x="1137694" y="1276942"/>
                </a:lnTo>
                <a:lnTo>
                  <a:pt x="1164221" y="1233363"/>
                </a:lnTo>
                <a:lnTo>
                  <a:pt x="1189846" y="1187797"/>
                </a:lnTo>
                <a:lnTo>
                  <a:pt x="1214600" y="1140170"/>
                </a:lnTo>
                <a:lnTo>
                  <a:pt x="1238512" y="1090409"/>
                </a:lnTo>
                <a:lnTo>
                  <a:pt x="1261611" y="1038435"/>
                </a:lnTo>
                <a:lnTo>
                  <a:pt x="1283924" y="984173"/>
                </a:lnTo>
                <a:lnTo>
                  <a:pt x="1305479" y="927542"/>
                </a:lnTo>
                <a:lnTo>
                  <a:pt x="1326301" y="868464"/>
                </a:lnTo>
                <a:lnTo>
                  <a:pt x="1346414" y="806860"/>
                </a:lnTo>
                <a:lnTo>
                  <a:pt x="1365844" y="742649"/>
                </a:lnTo>
                <a:lnTo>
                  <a:pt x="1384613" y="675751"/>
                </a:lnTo>
                <a:lnTo>
                  <a:pt x="1402744" y="606089"/>
                </a:lnTo>
                <a:lnTo>
                  <a:pt x="1420258" y="533583"/>
                </a:lnTo>
                <a:lnTo>
                  <a:pt x="1437177" y="458158"/>
                </a:lnTo>
                <a:lnTo>
                  <a:pt x="1453520" y="379740"/>
                </a:lnTo>
                <a:lnTo>
                  <a:pt x="1469308" y="298258"/>
                </a:lnTo>
                <a:lnTo>
                  <a:pt x="1484558" y="213644"/>
                </a:lnTo>
                <a:lnTo>
                  <a:pt x="1499291" y="125836"/>
                </a:lnTo>
                <a:lnTo>
                  <a:pt x="1513522" y="34778"/>
                </a:lnTo>
                <a:lnTo>
                  <a:pt x="151858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6" name="ensemble.curve-Sample-2-5.segment0">
            <a:extLst>
              <a:ext uri="{FF2B5EF4-FFF2-40B4-BE49-F238E27FC236}">
                <a16:creationId xmlns:a16="http://schemas.microsoft.com/office/drawing/2014/main" id="{B7708DBA-2217-4D5B-BD2F-B0BBE4F1112A}"/>
              </a:ext>
            </a:extLst>
          </p:cNvPr>
          <p:cNvSpPr>
            <a:spLocks noGrp="1"/>
          </p:cNvSpPr>
          <p:nvPr/>
        </p:nvSpPr>
        <p:spPr>
          <a:xfrm>
            <a:off x="7161871" y="10309079"/>
            <a:ext cx="2108833" cy="196996"/>
          </a:xfrm>
          <a:custGeom>
            <a:avLst/>
            <a:gdLst/>
            <a:ahLst/>
            <a:cxnLst/>
            <a:rect l="0" t="0" r="0" b="0"/>
            <a:pathLst>
              <a:path w="2108833" h="196996">
                <a:moveTo>
                  <a:pt x="0" y="0"/>
                </a:moveTo>
                <a:lnTo>
                  <a:pt x="93468" y="1371"/>
                </a:lnTo>
                <a:lnTo>
                  <a:pt x="183758" y="2823"/>
                </a:lnTo>
                <a:lnTo>
                  <a:pt x="270977" y="4361"/>
                </a:lnTo>
                <a:lnTo>
                  <a:pt x="355230" y="5989"/>
                </a:lnTo>
                <a:lnTo>
                  <a:pt x="436619" y="7711"/>
                </a:lnTo>
                <a:lnTo>
                  <a:pt x="515240" y="9533"/>
                </a:lnTo>
                <a:lnTo>
                  <a:pt x="591187" y="11459"/>
                </a:lnTo>
                <a:lnTo>
                  <a:pt x="664552" y="13495"/>
                </a:lnTo>
                <a:lnTo>
                  <a:pt x="735422" y="15646"/>
                </a:lnTo>
                <a:lnTo>
                  <a:pt x="803882" y="17919"/>
                </a:lnTo>
                <a:lnTo>
                  <a:pt x="870014" y="20317"/>
                </a:lnTo>
                <a:lnTo>
                  <a:pt x="933897" y="22849"/>
                </a:lnTo>
                <a:lnTo>
                  <a:pt x="995608" y="25519"/>
                </a:lnTo>
                <a:lnTo>
                  <a:pt x="1055221" y="28335"/>
                </a:lnTo>
                <a:lnTo>
                  <a:pt x="1112806" y="31303"/>
                </a:lnTo>
                <a:lnTo>
                  <a:pt x="1168433" y="34430"/>
                </a:lnTo>
                <a:lnTo>
                  <a:pt x="1222169" y="37723"/>
                </a:lnTo>
                <a:lnTo>
                  <a:pt x="1274077" y="41188"/>
                </a:lnTo>
                <a:lnTo>
                  <a:pt x="1324220" y="44834"/>
                </a:lnTo>
                <a:lnTo>
                  <a:pt x="1372659" y="48667"/>
                </a:lnTo>
                <a:lnTo>
                  <a:pt x="1419450" y="52696"/>
                </a:lnTo>
                <a:lnTo>
                  <a:pt x="1464649" y="56927"/>
                </a:lnTo>
                <a:lnTo>
                  <a:pt x="1508312" y="61370"/>
                </a:lnTo>
                <a:lnTo>
                  <a:pt x="1550490" y="66031"/>
                </a:lnTo>
                <a:lnTo>
                  <a:pt x="1591234" y="70918"/>
                </a:lnTo>
                <a:lnTo>
                  <a:pt x="1630593" y="76040"/>
                </a:lnTo>
                <a:lnTo>
                  <a:pt x="1668612" y="81405"/>
                </a:lnTo>
                <a:lnTo>
                  <a:pt x="1705340" y="87019"/>
                </a:lnTo>
                <a:lnTo>
                  <a:pt x="1740818" y="92892"/>
                </a:lnTo>
                <a:lnTo>
                  <a:pt x="1775090" y="99030"/>
                </a:lnTo>
                <a:lnTo>
                  <a:pt x="1808196" y="105440"/>
                </a:lnTo>
                <a:lnTo>
                  <a:pt x="1840177" y="112131"/>
                </a:lnTo>
                <a:lnTo>
                  <a:pt x="1871070" y="119109"/>
                </a:lnTo>
                <a:lnTo>
                  <a:pt x="1900912" y="126379"/>
                </a:lnTo>
                <a:lnTo>
                  <a:pt x="1929740" y="133949"/>
                </a:lnTo>
                <a:lnTo>
                  <a:pt x="1957588" y="141822"/>
                </a:lnTo>
                <a:lnTo>
                  <a:pt x="1984488" y="150004"/>
                </a:lnTo>
                <a:lnTo>
                  <a:pt x="2010474" y="158498"/>
                </a:lnTo>
                <a:lnTo>
                  <a:pt x="2035576" y="167307"/>
                </a:lnTo>
                <a:lnTo>
                  <a:pt x="2059825" y="176433"/>
                </a:lnTo>
                <a:lnTo>
                  <a:pt x="2083249" y="185875"/>
                </a:lnTo>
                <a:lnTo>
                  <a:pt x="2105876" y="195633"/>
                </a:lnTo>
                <a:lnTo>
                  <a:pt x="2108833" y="196996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7" name="ensemble.curve-Sample-2-5.segment1">
            <a:extLst>
              <a:ext uri="{FF2B5EF4-FFF2-40B4-BE49-F238E27FC236}">
                <a16:creationId xmlns:a16="http://schemas.microsoft.com/office/drawing/2014/main" id="{7B80238B-A77C-4FEA-96AB-D69E42F09833}"/>
              </a:ext>
            </a:extLst>
          </p:cNvPr>
          <p:cNvSpPr>
            <a:spLocks noGrp="1"/>
          </p:cNvSpPr>
          <p:nvPr/>
        </p:nvSpPr>
        <p:spPr>
          <a:xfrm>
            <a:off x="9756075" y="8162925"/>
            <a:ext cx="67303" cy="2343150"/>
          </a:xfrm>
          <a:custGeom>
            <a:avLst/>
            <a:gdLst/>
            <a:ahLst/>
            <a:cxnLst/>
            <a:rect l="0" t="0" r="0" b="0"/>
            <a:pathLst>
              <a:path w="67303" h="2343150">
                <a:moveTo>
                  <a:pt x="0" y="2343150"/>
                </a:moveTo>
                <a:lnTo>
                  <a:pt x="4144" y="2297570"/>
                </a:lnTo>
                <a:lnTo>
                  <a:pt x="9255" y="2231698"/>
                </a:lnTo>
                <a:lnTo>
                  <a:pt x="14193" y="2157605"/>
                </a:lnTo>
                <a:lnTo>
                  <a:pt x="16184" y="2124456"/>
                </a:lnTo>
                <a:lnTo>
                  <a:pt x="18963" y="2074726"/>
                </a:lnTo>
                <a:lnTo>
                  <a:pt x="23571" y="1982484"/>
                </a:lnTo>
                <a:lnTo>
                  <a:pt x="28022" y="1880294"/>
                </a:lnTo>
                <a:lnTo>
                  <a:pt x="32321" y="1767573"/>
                </a:lnTo>
                <a:lnTo>
                  <a:pt x="36475" y="1643734"/>
                </a:lnTo>
                <a:lnTo>
                  <a:pt x="40487" y="1508201"/>
                </a:lnTo>
                <a:lnTo>
                  <a:pt x="40725" y="1499616"/>
                </a:lnTo>
                <a:lnTo>
                  <a:pt x="44363" y="1360405"/>
                </a:lnTo>
                <a:lnTo>
                  <a:pt x="48107" y="1199798"/>
                </a:lnTo>
                <a:lnTo>
                  <a:pt x="51724" y="1025848"/>
                </a:lnTo>
                <a:lnTo>
                  <a:pt x="55217" y="838056"/>
                </a:lnTo>
                <a:lnTo>
                  <a:pt x="58592" y="635956"/>
                </a:lnTo>
                <a:lnTo>
                  <a:pt x="61852" y="419119"/>
                </a:lnTo>
                <a:lnTo>
                  <a:pt x="65002" y="187167"/>
                </a:lnTo>
                <a:lnTo>
                  <a:pt x="67303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8" name="ensemble.curve-Sample-3-1.segment0">
            <a:extLst>
              <a:ext uri="{FF2B5EF4-FFF2-40B4-BE49-F238E27FC236}">
                <a16:creationId xmlns:a16="http://schemas.microsoft.com/office/drawing/2014/main" id="{68C33E10-AE69-4581-A5E1-616DD0CDFE9C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652403" cy="2206697"/>
          </a:xfrm>
          <a:custGeom>
            <a:avLst/>
            <a:gdLst/>
            <a:ahLst/>
            <a:cxnLst/>
            <a:rect l="0" t="0" r="0" b="0"/>
            <a:pathLst>
              <a:path w="1652403" h="2206697">
                <a:moveTo>
                  <a:pt x="0" y="2206697"/>
                </a:moveTo>
                <a:lnTo>
                  <a:pt x="71756" y="2204428"/>
                </a:lnTo>
                <a:lnTo>
                  <a:pt x="141071" y="2201327"/>
                </a:lnTo>
                <a:lnTo>
                  <a:pt x="208030" y="2197295"/>
                </a:lnTo>
                <a:lnTo>
                  <a:pt x="272711" y="2192227"/>
                </a:lnTo>
                <a:lnTo>
                  <a:pt x="335193" y="2186012"/>
                </a:lnTo>
                <a:lnTo>
                  <a:pt x="395551" y="2178533"/>
                </a:lnTo>
                <a:lnTo>
                  <a:pt x="453856" y="2169668"/>
                </a:lnTo>
                <a:lnTo>
                  <a:pt x="510178" y="2159294"/>
                </a:lnTo>
                <a:lnTo>
                  <a:pt x="564585" y="2147280"/>
                </a:lnTo>
                <a:lnTo>
                  <a:pt x="617142" y="2133499"/>
                </a:lnTo>
                <a:lnTo>
                  <a:pt x="647405" y="2124456"/>
                </a:lnTo>
                <a:lnTo>
                  <a:pt x="667912" y="2117820"/>
                </a:lnTo>
                <a:lnTo>
                  <a:pt x="716955" y="2100113"/>
                </a:lnTo>
                <a:lnTo>
                  <a:pt x="764331" y="2080251"/>
                </a:lnTo>
                <a:lnTo>
                  <a:pt x="810096" y="2058112"/>
                </a:lnTo>
                <a:lnTo>
                  <a:pt x="854304" y="2033576"/>
                </a:lnTo>
                <a:lnTo>
                  <a:pt x="897009" y="2006532"/>
                </a:lnTo>
                <a:lnTo>
                  <a:pt x="938262" y="1976875"/>
                </a:lnTo>
                <a:lnTo>
                  <a:pt x="978112" y="1944509"/>
                </a:lnTo>
                <a:lnTo>
                  <a:pt x="1016607" y="1909346"/>
                </a:lnTo>
                <a:lnTo>
                  <a:pt x="1053793" y="1871309"/>
                </a:lnTo>
                <a:lnTo>
                  <a:pt x="1089715" y="1830329"/>
                </a:lnTo>
                <a:lnTo>
                  <a:pt x="1124415" y="1786347"/>
                </a:lnTo>
                <a:lnTo>
                  <a:pt x="1157935" y="1739314"/>
                </a:lnTo>
                <a:lnTo>
                  <a:pt x="1190315" y="1689188"/>
                </a:lnTo>
                <a:lnTo>
                  <a:pt x="1221595" y="1635936"/>
                </a:lnTo>
                <a:lnTo>
                  <a:pt x="1251810" y="1579531"/>
                </a:lnTo>
                <a:lnTo>
                  <a:pt x="1280998" y="1519953"/>
                </a:lnTo>
                <a:lnTo>
                  <a:pt x="1290400" y="1499616"/>
                </a:lnTo>
                <a:lnTo>
                  <a:pt x="1309194" y="1457185"/>
                </a:lnTo>
                <a:lnTo>
                  <a:pt x="1336430" y="1391218"/>
                </a:lnTo>
                <a:lnTo>
                  <a:pt x="1362741" y="1322044"/>
                </a:lnTo>
                <a:lnTo>
                  <a:pt x="1388157" y="1249658"/>
                </a:lnTo>
                <a:lnTo>
                  <a:pt x="1412708" y="1174059"/>
                </a:lnTo>
                <a:lnTo>
                  <a:pt x="1436425" y="1095248"/>
                </a:lnTo>
                <a:lnTo>
                  <a:pt x="1459335" y="1013228"/>
                </a:lnTo>
                <a:lnTo>
                  <a:pt x="1481466" y="928006"/>
                </a:lnTo>
                <a:lnTo>
                  <a:pt x="1502845" y="839592"/>
                </a:lnTo>
                <a:lnTo>
                  <a:pt x="1523497" y="747997"/>
                </a:lnTo>
                <a:lnTo>
                  <a:pt x="1543446" y="653241"/>
                </a:lnTo>
                <a:lnTo>
                  <a:pt x="1562717" y="555347"/>
                </a:lnTo>
                <a:lnTo>
                  <a:pt x="1581333" y="454345"/>
                </a:lnTo>
                <a:lnTo>
                  <a:pt x="1599315" y="350272"/>
                </a:lnTo>
                <a:lnTo>
                  <a:pt x="1616686" y="243176"/>
                </a:lnTo>
                <a:lnTo>
                  <a:pt x="1633467" y="133115"/>
                </a:lnTo>
                <a:lnTo>
                  <a:pt x="1649677" y="20157"/>
                </a:lnTo>
                <a:lnTo>
                  <a:pt x="1652403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9" name="ensemble.curve-Sample-3-2.segment0">
            <a:extLst>
              <a:ext uri="{FF2B5EF4-FFF2-40B4-BE49-F238E27FC236}">
                <a16:creationId xmlns:a16="http://schemas.microsoft.com/office/drawing/2014/main" id="{CEE5578A-6295-4605-8BC5-2591D71008D4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789144" cy="2103663"/>
          </a:xfrm>
          <a:custGeom>
            <a:avLst/>
            <a:gdLst/>
            <a:ahLst/>
            <a:cxnLst/>
            <a:rect l="0" t="0" r="0" b="0"/>
            <a:pathLst>
              <a:path w="2789144" h="2103663">
                <a:moveTo>
                  <a:pt x="0" y="2103663"/>
                </a:moveTo>
                <a:lnTo>
                  <a:pt x="96200" y="2102590"/>
                </a:lnTo>
                <a:lnTo>
                  <a:pt x="189128" y="2101471"/>
                </a:lnTo>
                <a:lnTo>
                  <a:pt x="278897" y="2100305"/>
                </a:lnTo>
                <a:lnTo>
                  <a:pt x="365613" y="2099091"/>
                </a:lnTo>
                <a:lnTo>
                  <a:pt x="449380" y="2097826"/>
                </a:lnTo>
                <a:lnTo>
                  <a:pt x="530299" y="2096511"/>
                </a:lnTo>
                <a:lnTo>
                  <a:pt x="608466" y="2095143"/>
                </a:lnTo>
                <a:lnTo>
                  <a:pt x="683975" y="2093722"/>
                </a:lnTo>
                <a:lnTo>
                  <a:pt x="756916" y="2092245"/>
                </a:lnTo>
                <a:lnTo>
                  <a:pt x="827377" y="2090713"/>
                </a:lnTo>
                <a:lnTo>
                  <a:pt x="895442" y="2089123"/>
                </a:lnTo>
                <a:lnTo>
                  <a:pt x="961193" y="2087474"/>
                </a:lnTo>
                <a:lnTo>
                  <a:pt x="1024707" y="2085765"/>
                </a:lnTo>
                <a:lnTo>
                  <a:pt x="1086062" y="2083996"/>
                </a:lnTo>
                <a:lnTo>
                  <a:pt x="1145330" y="2082163"/>
                </a:lnTo>
                <a:lnTo>
                  <a:pt x="1202584" y="2080268"/>
                </a:lnTo>
                <a:lnTo>
                  <a:pt x="1257890" y="2078308"/>
                </a:lnTo>
                <a:lnTo>
                  <a:pt x="1311315" y="2076281"/>
                </a:lnTo>
                <a:lnTo>
                  <a:pt x="1362924" y="2074188"/>
                </a:lnTo>
                <a:lnTo>
                  <a:pt x="1412778" y="2072027"/>
                </a:lnTo>
                <a:lnTo>
                  <a:pt x="1460936" y="2069797"/>
                </a:lnTo>
                <a:lnTo>
                  <a:pt x="1507457" y="2067497"/>
                </a:lnTo>
                <a:lnTo>
                  <a:pt x="1552396" y="2065126"/>
                </a:lnTo>
                <a:lnTo>
                  <a:pt x="1595807" y="2062682"/>
                </a:lnTo>
                <a:lnTo>
                  <a:pt x="1637742" y="2060165"/>
                </a:lnTo>
                <a:lnTo>
                  <a:pt x="1678250" y="2057573"/>
                </a:lnTo>
                <a:lnTo>
                  <a:pt x="1717382" y="2054906"/>
                </a:lnTo>
                <a:lnTo>
                  <a:pt x="1755182" y="2052163"/>
                </a:lnTo>
                <a:lnTo>
                  <a:pt x="1791697" y="2049342"/>
                </a:lnTo>
                <a:lnTo>
                  <a:pt x="1826971" y="2046443"/>
                </a:lnTo>
                <a:lnTo>
                  <a:pt x="1861045" y="2043464"/>
                </a:lnTo>
                <a:lnTo>
                  <a:pt x="1893960" y="2040404"/>
                </a:lnTo>
                <a:lnTo>
                  <a:pt x="1925756" y="2037263"/>
                </a:lnTo>
                <a:lnTo>
                  <a:pt x="1956471" y="2034039"/>
                </a:lnTo>
                <a:lnTo>
                  <a:pt x="1986141" y="2030731"/>
                </a:lnTo>
                <a:lnTo>
                  <a:pt x="2014803" y="2027338"/>
                </a:lnTo>
                <a:lnTo>
                  <a:pt x="2042489" y="2023859"/>
                </a:lnTo>
                <a:lnTo>
                  <a:pt x="2069235" y="2020292"/>
                </a:lnTo>
                <a:lnTo>
                  <a:pt x="2095070" y="2016635"/>
                </a:lnTo>
                <a:lnTo>
                  <a:pt x="2120028" y="2012888"/>
                </a:lnTo>
                <a:lnTo>
                  <a:pt x="2144136" y="2009049"/>
                </a:lnTo>
                <a:lnTo>
                  <a:pt x="2167425" y="2005117"/>
                </a:lnTo>
                <a:lnTo>
                  <a:pt x="2189922" y="2001088"/>
                </a:lnTo>
                <a:lnTo>
                  <a:pt x="2211654" y="1996963"/>
                </a:lnTo>
                <a:lnTo>
                  <a:pt x="2232647" y="1992738"/>
                </a:lnTo>
                <a:lnTo>
                  <a:pt x="2252926" y="1988412"/>
                </a:lnTo>
                <a:lnTo>
                  <a:pt x="2272515" y="1983982"/>
                </a:lnTo>
                <a:lnTo>
                  <a:pt x="2291439" y="1979446"/>
                </a:lnTo>
                <a:lnTo>
                  <a:pt x="2309719" y="1974801"/>
                </a:lnTo>
                <a:lnTo>
                  <a:pt x="2327377" y="1970045"/>
                </a:lnTo>
                <a:lnTo>
                  <a:pt x="2344435" y="1965174"/>
                </a:lnTo>
                <a:lnTo>
                  <a:pt x="2360912" y="1960186"/>
                </a:lnTo>
                <a:lnTo>
                  <a:pt x="2376830" y="1955076"/>
                </a:lnTo>
                <a:lnTo>
                  <a:pt x="2392206" y="1949841"/>
                </a:lnTo>
                <a:lnTo>
                  <a:pt x="2407059" y="1944477"/>
                </a:lnTo>
                <a:lnTo>
                  <a:pt x="2421407" y="1938979"/>
                </a:lnTo>
                <a:lnTo>
                  <a:pt x="2435267" y="1933344"/>
                </a:lnTo>
                <a:lnTo>
                  <a:pt x="2448656" y="1927565"/>
                </a:lnTo>
                <a:lnTo>
                  <a:pt x="2461590" y="1921638"/>
                </a:lnTo>
                <a:lnTo>
                  <a:pt x="2474084" y="1915557"/>
                </a:lnTo>
                <a:lnTo>
                  <a:pt x="2486153" y="1909315"/>
                </a:lnTo>
                <a:lnTo>
                  <a:pt x="2497812" y="1902906"/>
                </a:lnTo>
                <a:lnTo>
                  <a:pt x="2509074" y="1896323"/>
                </a:lnTo>
                <a:lnTo>
                  <a:pt x="2519953" y="1889559"/>
                </a:lnTo>
                <a:lnTo>
                  <a:pt x="2530462" y="1882604"/>
                </a:lnTo>
                <a:lnTo>
                  <a:pt x="2540614" y="1875451"/>
                </a:lnTo>
                <a:lnTo>
                  <a:pt x="2550421" y="1868090"/>
                </a:lnTo>
                <a:lnTo>
                  <a:pt x="2559894" y="1860511"/>
                </a:lnTo>
                <a:lnTo>
                  <a:pt x="2569045" y="1852704"/>
                </a:lnTo>
                <a:lnTo>
                  <a:pt x="2577885" y="1844657"/>
                </a:lnTo>
                <a:lnTo>
                  <a:pt x="2586424" y="1836357"/>
                </a:lnTo>
                <a:lnTo>
                  <a:pt x="2594673" y="1827792"/>
                </a:lnTo>
                <a:lnTo>
                  <a:pt x="2602641" y="1818949"/>
                </a:lnTo>
                <a:lnTo>
                  <a:pt x="2610339" y="1809811"/>
                </a:lnTo>
                <a:lnTo>
                  <a:pt x="2617775" y="1800363"/>
                </a:lnTo>
                <a:lnTo>
                  <a:pt x="2624957" y="1790588"/>
                </a:lnTo>
                <a:lnTo>
                  <a:pt x="2631896" y="1780468"/>
                </a:lnTo>
                <a:lnTo>
                  <a:pt x="2638599" y="1769984"/>
                </a:lnTo>
                <a:lnTo>
                  <a:pt x="2645073" y="1759114"/>
                </a:lnTo>
                <a:lnTo>
                  <a:pt x="2651328" y="1747837"/>
                </a:lnTo>
                <a:lnTo>
                  <a:pt x="2657370" y="1736129"/>
                </a:lnTo>
                <a:lnTo>
                  <a:pt x="2663206" y="1723964"/>
                </a:lnTo>
                <a:lnTo>
                  <a:pt x="2668844" y="1711315"/>
                </a:lnTo>
                <a:lnTo>
                  <a:pt x="2674290" y="1698154"/>
                </a:lnTo>
                <a:lnTo>
                  <a:pt x="2679551" y="1684450"/>
                </a:lnTo>
                <a:lnTo>
                  <a:pt x="2684633" y="1670169"/>
                </a:lnTo>
                <a:lnTo>
                  <a:pt x="2689543" y="1655275"/>
                </a:lnTo>
                <a:lnTo>
                  <a:pt x="2694285" y="1639732"/>
                </a:lnTo>
                <a:lnTo>
                  <a:pt x="2698866" y="1623498"/>
                </a:lnTo>
                <a:lnTo>
                  <a:pt x="2703292" y="1606529"/>
                </a:lnTo>
                <a:lnTo>
                  <a:pt x="2707566" y="1588780"/>
                </a:lnTo>
                <a:lnTo>
                  <a:pt x="2711696" y="1570200"/>
                </a:lnTo>
                <a:lnTo>
                  <a:pt x="2715685" y="1550735"/>
                </a:lnTo>
                <a:lnTo>
                  <a:pt x="2719538" y="1530329"/>
                </a:lnTo>
                <a:lnTo>
                  <a:pt x="2723261" y="1508919"/>
                </a:lnTo>
                <a:lnTo>
                  <a:pt x="2724786" y="1499616"/>
                </a:lnTo>
                <a:lnTo>
                  <a:pt x="2726857" y="1486440"/>
                </a:lnTo>
                <a:lnTo>
                  <a:pt x="2730330" y="1462821"/>
                </a:lnTo>
                <a:lnTo>
                  <a:pt x="2733685" y="1437985"/>
                </a:lnTo>
                <a:lnTo>
                  <a:pt x="2736927" y="1411852"/>
                </a:lnTo>
                <a:lnTo>
                  <a:pt x="2740058" y="1384332"/>
                </a:lnTo>
                <a:lnTo>
                  <a:pt x="2743082" y="1355332"/>
                </a:lnTo>
                <a:lnTo>
                  <a:pt x="2746004" y="1324751"/>
                </a:lnTo>
                <a:lnTo>
                  <a:pt x="2748827" y="1292479"/>
                </a:lnTo>
                <a:lnTo>
                  <a:pt x="2751553" y="1258400"/>
                </a:lnTo>
                <a:lnTo>
                  <a:pt x="2754187" y="1222387"/>
                </a:lnTo>
                <a:lnTo>
                  <a:pt x="2756731" y="1184304"/>
                </a:lnTo>
                <a:lnTo>
                  <a:pt x="2759189" y="1144007"/>
                </a:lnTo>
                <a:lnTo>
                  <a:pt x="2761563" y="1101337"/>
                </a:lnTo>
                <a:lnTo>
                  <a:pt x="2763856" y="1056126"/>
                </a:lnTo>
                <a:lnTo>
                  <a:pt x="2766071" y="1008191"/>
                </a:lnTo>
                <a:lnTo>
                  <a:pt x="2768211" y="957337"/>
                </a:lnTo>
                <a:lnTo>
                  <a:pt x="2770279" y="903353"/>
                </a:lnTo>
                <a:lnTo>
                  <a:pt x="2772276" y="846012"/>
                </a:lnTo>
                <a:lnTo>
                  <a:pt x="2774205" y="785067"/>
                </a:lnTo>
                <a:lnTo>
                  <a:pt x="2776068" y="720256"/>
                </a:lnTo>
                <a:lnTo>
                  <a:pt x="2777868" y="651295"/>
                </a:lnTo>
                <a:lnTo>
                  <a:pt x="2779607" y="577876"/>
                </a:lnTo>
                <a:lnTo>
                  <a:pt x="2781287" y="499671"/>
                </a:lnTo>
                <a:lnTo>
                  <a:pt x="2782910" y="416325"/>
                </a:lnTo>
                <a:lnTo>
                  <a:pt x="2784477" y="327454"/>
                </a:lnTo>
                <a:lnTo>
                  <a:pt x="2785991" y="232646"/>
                </a:lnTo>
                <a:lnTo>
                  <a:pt x="2787454" y="131459"/>
                </a:lnTo>
                <a:lnTo>
                  <a:pt x="2788867" y="23413"/>
                </a:lnTo>
                <a:lnTo>
                  <a:pt x="2789144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0" name="ensemble.curve-Sample-3-3.segment0">
            <a:extLst>
              <a:ext uri="{FF2B5EF4-FFF2-40B4-BE49-F238E27FC236}">
                <a16:creationId xmlns:a16="http://schemas.microsoft.com/office/drawing/2014/main" id="{EF3B8F24-BD48-4E39-B665-D447252237F7}"/>
              </a:ext>
            </a:extLst>
          </p:cNvPr>
          <p:cNvSpPr>
            <a:spLocks noGrp="1"/>
          </p:cNvSpPr>
          <p:nvPr/>
        </p:nvSpPr>
        <p:spPr>
          <a:xfrm>
            <a:off x="7161871" y="10443122"/>
            <a:ext cx="471948" cy="62953"/>
          </a:xfrm>
          <a:custGeom>
            <a:avLst/>
            <a:gdLst/>
            <a:ahLst/>
            <a:cxnLst/>
            <a:rect l="0" t="0" r="0" b="0"/>
            <a:pathLst>
              <a:path w="471948" h="62953">
                <a:moveTo>
                  <a:pt x="0" y="0"/>
                </a:moveTo>
                <a:lnTo>
                  <a:pt x="74996" y="8034"/>
                </a:lnTo>
                <a:lnTo>
                  <a:pt x="147443" y="16398"/>
                </a:lnTo>
                <a:lnTo>
                  <a:pt x="217425" y="25099"/>
                </a:lnTo>
                <a:lnTo>
                  <a:pt x="285028" y="34141"/>
                </a:lnTo>
                <a:lnTo>
                  <a:pt x="350332" y="43528"/>
                </a:lnTo>
                <a:lnTo>
                  <a:pt x="413415" y="53264"/>
                </a:lnTo>
                <a:lnTo>
                  <a:pt x="471948" y="62953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1" name="ensemble.curve-Sample-3-3.segment1">
            <a:extLst>
              <a:ext uri="{FF2B5EF4-FFF2-40B4-BE49-F238E27FC236}">
                <a16:creationId xmlns:a16="http://schemas.microsoft.com/office/drawing/2014/main" id="{5D8A2CF5-12ED-4BD7-A4B7-8D31C5819AEC}"/>
              </a:ext>
            </a:extLst>
          </p:cNvPr>
          <p:cNvSpPr>
            <a:spLocks noGrp="1"/>
          </p:cNvSpPr>
          <p:nvPr/>
        </p:nvSpPr>
        <p:spPr>
          <a:xfrm>
            <a:off x="9024801" y="8162925"/>
            <a:ext cx="156267" cy="2343150"/>
          </a:xfrm>
          <a:custGeom>
            <a:avLst/>
            <a:gdLst/>
            <a:ahLst/>
            <a:cxnLst/>
            <a:rect l="0" t="0" r="0" b="0"/>
            <a:pathLst>
              <a:path w="156267" h="2343150">
                <a:moveTo>
                  <a:pt x="0" y="2343150"/>
                </a:moveTo>
                <a:lnTo>
                  <a:pt x="2009" y="2333019"/>
                </a:lnTo>
                <a:lnTo>
                  <a:pt x="13589" y="2265816"/>
                </a:lnTo>
                <a:lnTo>
                  <a:pt x="24774" y="2191534"/>
                </a:lnTo>
                <a:lnTo>
                  <a:pt x="33748" y="2124456"/>
                </a:lnTo>
                <a:lnTo>
                  <a:pt x="35580" y="2109872"/>
                </a:lnTo>
                <a:lnTo>
                  <a:pt x="46017" y="2020547"/>
                </a:lnTo>
                <a:lnTo>
                  <a:pt x="56100" y="1923298"/>
                </a:lnTo>
                <a:lnTo>
                  <a:pt x="65841" y="1817891"/>
                </a:lnTo>
                <a:lnTo>
                  <a:pt x="75249" y="1704123"/>
                </a:lnTo>
                <a:lnTo>
                  <a:pt x="84338" y="1581825"/>
                </a:lnTo>
                <a:lnTo>
                  <a:pt x="89953" y="1499616"/>
                </a:lnTo>
                <a:lnTo>
                  <a:pt x="93118" y="1450869"/>
                </a:lnTo>
                <a:lnTo>
                  <a:pt x="101599" y="1311166"/>
                </a:lnTo>
                <a:lnTo>
                  <a:pt x="109792" y="1162677"/>
                </a:lnTo>
                <a:lnTo>
                  <a:pt x="117707" y="1005409"/>
                </a:lnTo>
                <a:lnTo>
                  <a:pt x="125352" y="839425"/>
                </a:lnTo>
                <a:lnTo>
                  <a:pt x="132737" y="664840"/>
                </a:lnTo>
                <a:lnTo>
                  <a:pt x="139871" y="481826"/>
                </a:lnTo>
                <a:lnTo>
                  <a:pt x="146763" y="290616"/>
                </a:lnTo>
                <a:lnTo>
                  <a:pt x="153420" y="91498"/>
                </a:lnTo>
                <a:lnTo>
                  <a:pt x="156267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2" name="ensemble.curve-Sample-3-4.segment0">
            <a:extLst>
              <a:ext uri="{FF2B5EF4-FFF2-40B4-BE49-F238E27FC236}">
                <a16:creationId xmlns:a16="http://schemas.microsoft.com/office/drawing/2014/main" id="{3D43442D-6627-4E7D-9D9A-303C62918DFE}"/>
              </a:ext>
            </a:extLst>
          </p:cNvPr>
          <p:cNvSpPr>
            <a:spLocks noGrp="1"/>
          </p:cNvSpPr>
          <p:nvPr/>
        </p:nvSpPr>
        <p:spPr>
          <a:xfrm>
            <a:off x="7161871" y="10318863"/>
            <a:ext cx="1406185" cy="187212"/>
          </a:xfrm>
          <a:custGeom>
            <a:avLst/>
            <a:gdLst/>
            <a:ahLst/>
            <a:cxnLst/>
            <a:rect l="0" t="0" r="0" b="0"/>
            <a:pathLst>
              <a:path w="1406185" h="187212">
                <a:moveTo>
                  <a:pt x="0" y="0"/>
                </a:moveTo>
                <a:lnTo>
                  <a:pt x="66125" y="1862"/>
                </a:lnTo>
                <a:lnTo>
                  <a:pt x="130002" y="3826"/>
                </a:lnTo>
                <a:lnTo>
                  <a:pt x="191706" y="5895"/>
                </a:lnTo>
                <a:lnTo>
                  <a:pt x="251312" y="8075"/>
                </a:lnTo>
                <a:lnTo>
                  <a:pt x="308891" y="10370"/>
                </a:lnTo>
                <a:lnTo>
                  <a:pt x="364512" y="12787"/>
                </a:lnTo>
                <a:lnTo>
                  <a:pt x="418242" y="15329"/>
                </a:lnTo>
                <a:lnTo>
                  <a:pt x="470145" y="18004"/>
                </a:lnTo>
                <a:lnTo>
                  <a:pt x="520283" y="20817"/>
                </a:lnTo>
                <a:lnTo>
                  <a:pt x="568716" y="23774"/>
                </a:lnTo>
                <a:lnTo>
                  <a:pt x="615502" y="26882"/>
                </a:lnTo>
                <a:lnTo>
                  <a:pt x="660697" y="30146"/>
                </a:lnTo>
                <a:lnTo>
                  <a:pt x="704355" y="33574"/>
                </a:lnTo>
                <a:lnTo>
                  <a:pt x="746529" y="37172"/>
                </a:lnTo>
                <a:lnTo>
                  <a:pt x="787268" y="40948"/>
                </a:lnTo>
                <a:lnTo>
                  <a:pt x="826622" y="44908"/>
                </a:lnTo>
                <a:lnTo>
                  <a:pt x="864638" y="49061"/>
                </a:lnTo>
                <a:lnTo>
                  <a:pt x="901361" y="53414"/>
                </a:lnTo>
                <a:lnTo>
                  <a:pt x="936836" y="57975"/>
                </a:lnTo>
                <a:lnTo>
                  <a:pt x="971104" y="62752"/>
                </a:lnTo>
                <a:lnTo>
                  <a:pt x="1004207" y="67753"/>
                </a:lnTo>
                <a:lnTo>
                  <a:pt x="1036184" y="72988"/>
                </a:lnTo>
                <a:lnTo>
                  <a:pt x="1067074" y="78465"/>
                </a:lnTo>
                <a:lnTo>
                  <a:pt x="1096913" y="84193"/>
                </a:lnTo>
                <a:lnTo>
                  <a:pt x="1125738" y="90181"/>
                </a:lnTo>
                <a:lnTo>
                  <a:pt x="1153582" y="96439"/>
                </a:lnTo>
                <a:lnTo>
                  <a:pt x="1180480" y="102976"/>
                </a:lnTo>
                <a:lnTo>
                  <a:pt x="1206463" y="109802"/>
                </a:lnTo>
                <a:lnTo>
                  <a:pt x="1231562" y="116928"/>
                </a:lnTo>
                <a:lnTo>
                  <a:pt x="1255808" y="124363"/>
                </a:lnTo>
                <a:lnTo>
                  <a:pt x="1279230" y="132117"/>
                </a:lnTo>
                <a:lnTo>
                  <a:pt x="1301855" y="140202"/>
                </a:lnTo>
                <a:lnTo>
                  <a:pt x="1323711" y="148628"/>
                </a:lnTo>
                <a:lnTo>
                  <a:pt x="1344823" y="157406"/>
                </a:lnTo>
                <a:lnTo>
                  <a:pt x="1365218" y="166547"/>
                </a:lnTo>
                <a:lnTo>
                  <a:pt x="1384919" y="176061"/>
                </a:lnTo>
                <a:lnTo>
                  <a:pt x="1403950" y="185960"/>
                </a:lnTo>
                <a:lnTo>
                  <a:pt x="1406185" y="187212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3" name="ensemble.curve-Sample-3-4.segment1">
            <a:extLst>
              <a:ext uri="{FF2B5EF4-FFF2-40B4-BE49-F238E27FC236}">
                <a16:creationId xmlns:a16="http://schemas.microsoft.com/office/drawing/2014/main" id="{A730C8B2-6248-427C-96B3-C71FCE12C05D}"/>
              </a:ext>
            </a:extLst>
          </p:cNvPr>
          <p:cNvSpPr>
            <a:spLocks noGrp="1"/>
          </p:cNvSpPr>
          <p:nvPr/>
        </p:nvSpPr>
        <p:spPr>
          <a:xfrm>
            <a:off x="9061773" y="8162925"/>
            <a:ext cx="12266" cy="2343150"/>
          </a:xfrm>
          <a:custGeom>
            <a:avLst/>
            <a:gdLst/>
            <a:ahLst/>
            <a:cxnLst/>
            <a:rect l="0" t="0" r="0" b="0"/>
            <a:pathLst>
              <a:path w="12266" h="2343150">
                <a:moveTo>
                  <a:pt x="0" y="2343150"/>
                </a:moveTo>
                <a:lnTo>
                  <a:pt x="1418" y="2187340"/>
                </a:lnTo>
                <a:lnTo>
                  <a:pt x="1941" y="2124456"/>
                </a:lnTo>
                <a:lnTo>
                  <a:pt x="2889" y="2002495"/>
                </a:lnTo>
                <a:lnTo>
                  <a:pt x="4310" y="1799064"/>
                </a:lnTo>
                <a:lnTo>
                  <a:pt x="5683" y="1575969"/>
                </a:lnTo>
                <a:lnTo>
                  <a:pt x="6116" y="1499616"/>
                </a:lnTo>
                <a:lnTo>
                  <a:pt x="7009" y="1332118"/>
                </a:lnTo>
                <a:lnTo>
                  <a:pt x="8290" y="1066407"/>
                </a:lnTo>
                <a:lnTo>
                  <a:pt x="9527" y="777726"/>
                </a:lnTo>
                <a:lnTo>
                  <a:pt x="10722" y="464960"/>
                </a:lnTo>
                <a:lnTo>
                  <a:pt x="11877" y="126998"/>
                </a:lnTo>
                <a:lnTo>
                  <a:pt x="12266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4" name="ensemble.curve-Sample-3-5.segment0">
            <a:extLst>
              <a:ext uri="{FF2B5EF4-FFF2-40B4-BE49-F238E27FC236}">
                <a16:creationId xmlns:a16="http://schemas.microsoft.com/office/drawing/2014/main" id="{8F117B26-C028-46DB-87BC-3FC2FC3163B1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533436" cy="1886000"/>
          </a:xfrm>
          <a:custGeom>
            <a:avLst/>
            <a:gdLst/>
            <a:ahLst/>
            <a:cxnLst/>
            <a:rect l="0" t="0" r="0" b="0"/>
            <a:pathLst>
              <a:path w="1533436" h="1886000">
                <a:moveTo>
                  <a:pt x="0" y="1886000"/>
                </a:moveTo>
                <a:lnTo>
                  <a:pt x="65780" y="1871434"/>
                </a:lnTo>
                <a:lnTo>
                  <a:pt x="129324" y="1856070"/>
                </a:lnTo>
                <a:lnTo>
                  <a:pt x="190706" y="1839874"/>
                </a:lnTo>
                <a:lnTo>
                  <a:pt x="250002" y="1822811"/>
                </a:lnTo>
                <a:lnTo>
                  <a:pt x="307281" y="1804843"/>
                </a:lnTo>
                <a:lnTo>
                  <a:pt x="362612" y="1785932"/>
                </a:lnTo>
                <a:lnTo>
                  <a:pt x="416062" y="1766041"/>
                </a:lnTo>
                <a:lnTo>
                  <a:pt x="467694" y="1745130"/>
                </a:lnTo>
                <a:lnTo>
                  <a:pt x="517571" y="1723160"/>
                </a:lnTo>
                <a:lnTo>
                  <a:pt x="565751" y="1700091"/>
                </a:lnTo>
                <a:lnTo>
                  <a:pt x="612293" y="1675883"/>
                </a:lnTo>
                <a:lnTo>
                  <a:pt x="657252" y="1650497"/>
                </a:lnTo>
                <a:lnTo>
                  <a:pt x="700683" y="1623892"/>
                </a:lnTo>
                <a:lnTo>
                  <a:pt x="742637" y="1596030"/>
                </a:lnTo>
                <a:lnTo>
                  <a:pt x="783164" y="1566871"/>
                </a:lnTo>
                <a:lnTo>
                  <a:pt x="822313" y="1536377"/>
                </a:lnTo>
                <a:lnTo>
                  <a:pt x="860130" y="1504512"/>
                </a:lnTo>
                <a:lnTo>
                  <a:pt x="865686" y="1499616"/>
                </a:lnTo>
                <a:lnTo>
                  <a:pt x="896662" y="1471240"/>
                </a:lnTo>
                <a:lnTo>
                  <a:pt x="931952" y="1436528"/>
                </a:lnTo>
                <a:lnTo>
                  <a:pt x="966041" y="1400344"/>
                </a:lnTo>
                <a:lnTo>
                  <a:pt x="998971" y="1362660"/>
                </a:lnTo>
                <a:lnTo>
                  <a:pt x="1030782" y="1323450"/>
                </a:lnTo>
                <a:lnTo>
                  <a:pt x="1061511" y="1282691"/>
                </a:lnTo>
                <a:lnTo>
                  <a:pt x="1091194" y="1240365"/>
                </a:lnTo>
                <a:lnTo>
                  <a:pt x="1119869" y="1196459"/>
                </a:lnTo>
                <a:lnTo>
                  <a:pt x="1147568" y="1150965"/>
                </a:lnTo>
                <a:lnTo>
                  <a:pt x="1174326" y="1103879"/>
                </a:lnTo>
                <a:lnTo>
                  <a:pt x="1200173" y="1055205"/>
                </a:lnTo>
                <a:lnTo>
                  <a:pt x="1225142" y="1004954"/>
                </a:lnTo>
                <a:lnTo>
                  <a:pt x="1249262" y="953144"/>
                </a:lnTo>
                <a:lnTo>
                  <a:pt x="1272561" y="899803"/>
                </a:lnTo>
                <a:lnTo>
                  <a:pt x="1295068" y="844965"/>
                </a:lnTo>
                <a:lnTo>
                  <a:pt x="1316810" y="788677"/>
                </a:lnTo>
                <a:lnTo>
                  <a:pt x="1337812" y="730995"/>
                </a:lnTo>
                <a:lnTo>
                  <a:pt x="1358100" y="671986"/>
                </a:lnTo>
                <a:lnTo>
                  <a:pt x="1377699" y="611727"/>
                </a:lnTo>
                <a:lnTo>
                  <a:pt x="1396631" y="550310"/>
                </a:lnTo>
                <a:lnTo>
                  <a:pt x="1414919" y="487836"/>
                </a:lnTo>
                <a:lnTo>
                  <a:pt x="1432585" y="424421"/>
                </a:lnTo>
                <a:lnTo>
                  <a:pt x="1449651" y="360192"/>
                </a:lnTo>
                <a:lnTo>
                  <a:pt x="1466136" y="295289"/>
                </a:lnTo>
                <a:lnTo>
                  <a:pt x="1482060" y="229865"/>
                </a:lnTo>
                <a:lnTo>
                  <a:pt x="1497444" y="164082"/>
                </a:lnTo>
                <a:lnTo>
                  <a:pt x="1512304" y="98115"/>
                </a:lnTo>
                <a:lnTo>
                  <a:pt x="1526658" y="32149"/>
                </a:lnTo>
                <a:lnTo>
                  <a:pt x="1533436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5" name="ensemble.curve-Sample-4-1.segment0">
            <a:extLst>
              <a:ext uri="{FF2B5EF4-FFF2-40B4-BE49-F238E27FC236}">
                <a16:creationId xmlns:a16="http://schemas.microsoft.com/office/drawing/2014/main" id="{9A2D70EB-B8E2-4276-8C6A-730390CBFFC5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023785" cy="2192038"/>
          </a:xfrm>
          <a:custGeom>
            <a:avLst/>
            <a:gdLst/>
            <a:ahLst/>
            <a:cxnLst/>
            <a:rect l="0" t="0" r="0" b="0"/>
            <a:pathLst>
              <a:path w="2023785" h="2192038">
                <a:moveTo>
                  <a:pt x="0" y="2149653"/>
                </a:moveTo>
                <a:lnTo>
                  <a:pt x="74684" y="2151030"/>
                </a:lnTo>
                <a:lnTo>
                  <a:pt x="146829" y="2152464"/>
                </a:lnTo>
                <a:lnTo>
                  <a:pt x="216521" y="2153953"/>
                </a:lnTo>
                <a:lnTo>
                  <a:pt x="283842" y="2155498"/>
                </a:lnTo>
                <a:lnTo>
                  <a:pt x="348874" y="2157098"/>
                </a:lnTo>
                <a:lnTo>
                  <a:pt x="411695" y="2158752"/>
                </a:lnTo>
                <a:lnTo>
                  <a:pt x="472380" y="2160456"/>
                </a:lnTo>
                <a:lnTo>
                  <a:pt x="531001" y="2162210"/>
                </a:lnTo>
                <a:lnTo>
                  <a:pt x="587629" y="2164008"/>
                </a:lnTo>
                <a:lnTo>
                  <a:pt x="642331" y="2165848"/>
                </a:lnTo>
                <a:lnTo>
                  <a:pt x="695173" y="2167723"/>
                </a:lnTo>
                <a:lnTo>
                  <a:pt x="746218" y="2169628"/>
                </a:lnTo>
                <a:lnTo>
                  <a:pt x="795528" y="2171554"/>
                </a:lnTo>
                <a:lnTo>
                  <a:pt x="843160" y="2173493"/>
                </a:lnTo>
                <a:lnTo>
                  <a:pt x="889173" y="2175434"/>
                </a:lnTo>
                <a:lnTo>
                  <a:pt x="933621" y="2177365"/>
                </a:lnTo>
                <a:lnTo>
                  <a:pt x="976558" y="2179271"/>
                </a:lnTo>
                <a:lnTo>
                  <a:pt x="1018035" y="2181136"/>
                </a:lnTo>
                <a:lnTo>
                  <a:pt x="1058101" y="2182942"/>
                </a:lnTo>
                <a:lnTo>
                  <a:pt x="1096805" y="2184667"/>
                </a:lnTo>
                <a:lnTo>
                  <a:pt x="1134192" y="2186288"/>
                </a:lnTo>
                <a:lnTo>
                  <a:pt x="1170309" y="2187776"/>
                </a:lnTo>
                <a:lnTo>
                  <a:pt x="1205197" y="2189103"/>
                </a:lnTo>
                <a:lnTo>
                  <a:pt x="1238899" y="2190232"/>
                </a:lnTo>
                <a:lnTo>
                  <a:pt x="1271455" y="2191127"/>
                </a:lnTo>
                <a:lnTo>
                  <a:pt x="1302903" y="2191745"/>
                </a:lnTo>
                <a:lnTo>
                  <a:pt x="1333283" y="2192038"/>
                </a:lnTo>
                <a:lnTo>
                  <a:pt x="1362629" y="2191956"/>
                </a:lnTo>
                <a:lnTo>
                  <a:pt x="1390977" y="2191440"/>
                </a:lnTo>
                <a:lnTo>
                  <a:pt x="1418362" y="2190429"/>
                </a:lnTo>
                <a:lnTo>
                  <a:pt x="1444815" y="2188854"/>
                </a:lnTo>
                <a:lnTo>
                  <a:pt x="1470369" y="2186640"/>
                </a:lnTo>
                <a:lnTo>
                  <a:pt x="1495053" y="2183708"/>
                </a:lnTo>
                <a:lnTo>
                  <a:pt x="1518899" y="2179969"/>
                </a:lnTo>
                <a:lnTo>
                  <a:pt x="1541933" y="2175331"/>
                </a:lnTo>
                <a:lnTo>
                  <a:pt x="1564184" y="2169692"/>
                </a:lnTo>
                <a:lnTo>
                  <a:pt x="1585679" y="2162946"/>
                </a:lnTo>
                <a:lnTo>
                  <a:pt x="1606443" y="2154979"/>
                </a:lnTo>
                <a:lnTo>
                  <a:pt x="1626500" y="2145671"/>
                </a:lnTo>
                <a:lnTo>
                  <a:pt x="1645876" y="2134896"/>
                </a:lnTo>
                <a:lnTo>
                  <a:pt x="1661869" y="2124456"/>
                </a:lnTo>
                <a:lnTo>
                  <a:pt x="1664592" y="2122523"/>
                </a:lnTo>
                <a:lnTo>
                  <a:pt x="1682673" y="2108413"/>
                </a:lnTo>
                <a:lnTo>
                  <a:pt x="1700138" y="2092425"/>
                </a:lnTo>
                <a:lnTo>
                  <a:pt x="1717009" y="2074413"/>
                </a:lnTo>
                <a:lnTo>
                  <a:pt x="1733307" y="2054229"/>
                </a:lnTo>
                <a:lnTo>
                  <a:pt x="1749051" y="2031720"/>
                </a:lnTo>
                <a:lnTo>
                  <a:pt x="1764259" y="2006733"/>
                </a:lnTo>
                <a:lnTo>
                  <a:pt x="1778950" y="1979116"/>
                </a:lnTo>
                <a:lnTo>
                  <a:pt x="1793141" y="1948716"/>
                </a:lnTo>
                <a:lnTo>
                  <a:pt x="1806850" y="1915381"/>
                </a:lnTo>
                <a:lnTo>
                  <a:pt x="1820093" y="1878964"/>
                </a:lnTo>
                <a:lnTo>
                  <a:pt x="1832885" y="1839319"/>
                </a:lnTo>
                <a:lnTo>
                  <a:pt x="1845243" y="1796305"/>
                </a:lnTo>
                <a:lnTo>
                  <a:pt x="1857180" y="1749788"/>
                </a:lnTo>
                <a:lnTo>
                  <a:pt x="1868711" y="1699638"/>
                </a:lnTo>
                <a:lnTo>
                  <a:pt x="1879850" y="1645732"/>
                </a:lnTo>
                <a:lnTo>
                  <a:pt x="1890611" y="1587954"/>
                </a:lnTo>
                <a:lnTo>
                  <a:pt x="1901005" y="1526195"/>
                </a:lnTo>
                <a:lnTo>
                  <a:pt x="1905177" y="1499616"/>
                </a:lnTo>
                <a:lnTo>
                  <a:pt x="1911046" y="1460354"/>
                </a:lnTo>
                <a:lnTo>
                  <a:pt x="1920746" y="1390338"/>
                </a:lnTo>
                <a:lnTo>
                  <a:pt x="1930116" y="1316061"/>
                </a:lnTo>
                <a:lnTo>
                  <a:pt x="1939167" y="1237445"/>
                </a:lnTo>
                <a:lnTo>
                  <a:pt x="1947910" y="1154419"/>
                </a:lnTo>
                <a:lnTo>
                  <a:pt x="1956356" y="1066922"/>
                </a:lnTo>
                <a:lnTo>
                  <a:pt x="1964515" y="974901"/>
                </a:lnTo>
                <a:lnTo>
                  <a:pt x="1972396" y="878308"/>
                </a:lnTo>
                <a:lnTo>
                  <a:pt x="1980010" y="777109"/>
                </a:lnTo>
                <a:lnTo>
                  <a:pt x="1987364" y="671274"/>
                </a:lnTo>
                <a:lnTo>
                  <a:pt x="1994468" y="560785"/>
                </a:lnTo>
                <a:lnTo>
                  <a:pt x="2001331" y="445635"/>
                </a:lnTo>
                <a:lnTo>
                  <a:pt x="2007961" y="325828"/>
                </a:lnTo>
                <a:lnTo>
                  <a:pt x="2014365" y="201377"/>
                </a:lnTo>
                <a:lnTo>
                  <a:pt x="2020551" y="72314"/>
                </a:lnTo>
                <a:lnTo>
                  <a:pt x="2023785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6" name="ensemble.curve-Sample-4-2.segment0">
            <a:extLst>
              <a:ext uri="{FF2B5EF4-FFF2-40B4-BE49-F238E27FC236}">
                <a16:creationId xmlns:a16="http://schemas.microsoft.com/office/drawing/2014/main" id="{7BD4587D-6A6B-4EE6-8B4B-FFB2BC04045A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633924" cy="2086961"/>
          </a:xfrm>
          <a:custGeom>
            <a:avLst/>
            <a:gdLst/>
            <a:ahLst/>
            <a:cxnLst/>
            <a:rect l="0" t="0" r="0" b="0"/>
            <a:pathLst>
              <a:path w="1633924" h="2086961">
                <a:moveTo>
                  <a:pt x="0" y="2086961"/>
                </a:moveTo>
                <a:lnTo>
                  <a:pt x="65753" y="2080530"/>
                </a:lnTo>
                <a:lnTo>
                  <a:pt x="129270" y="2073449"/>
                </a:lnTo>
                <a:lnTo>
                  <a:pt x="190627" y="2065673"/>
                </a:lnTo>
                <a:lnTo>
                  <a:pt x="249897" y="2057153"/>
                </a:lnTo>
                <a:lnTo>
                  <a:pt x="307152" y="2047841"/>
                </a:lnTo>
                <a:lnTo>
                  <a:pt x="362461" y="2037687"/>
                </a:lnTo>
                <a:lnTo>
                  <a:pt x="415888" y="2026636"/>
                </a:lnTo>
                <a:lnTo>
                  <a:pt x="467499" y="2014637"/>
                </a:lnTo>
                <a:lnTo>
                  <a:pt x="517354" y="2001636"/>
                </a:lnTo>
                <a:lnTo>
                  <a:pt x="565515" y="1987576"/>
                </a:lnTo>
                <a:lnTo>
                  <a:pt x="612037" y="1972404"/>
                </a:lnTo>
                <a:lnTo>
                  <a:pt x="656978" y="1956063"/>
                </a:lnTo>
                <a:lnTo>
                  <a:pt x="700390" y="1938497"/>
                </a:lnTo>
                <a:lnTo>
                  <a:pt x="742326" y="1919653"/>
                </a:lnTo>
                <a:lnTo>
                  <a:pt x="782836" y="1899474"/>
                </a:lnTo>
                <a:lnTo>
                  <a:pt x="821969" y="1877909"/>
                </a:lnTo>
                <a:lnTo>
                  <a:pt x="859771" y="1854905"/>
                </a:lnTo>
                <a:lnTo>
                  <a:pt x="896287" y="1830413"/>
                </a:lnTo>
                <a:lnTo>
                  <a:pt x="931562" y="1804386"/>
                </a:lnTo>
                <a:lnTo>
                  <a:pt x="965637" y="1776778"/>
                </a:lnTo>
                <a:lnTo>
                  <a:pt x="998554" y="1747550"/>
                </a:lnTo>
                <a:lnTo>
                  <a:pt x="1030351" y="1716662"/>
                </a:lnTo>
                <a:lnTo>
                  <a:pt x="1061067" y="1684083"/>
                </a:lnTo>
                <a:lnTo>
                  <a:pt x="1090738" y="1649783"/>
                </a:lnTo>
                <a:lnTo>
                  <a:pt x="1119401" y="1613740"/>
                </a:lnTo>
                <a:lnTo>
                  <a:pt x="1147089" y="1575936"/>
                </a:lnTo>
                <a:lnTo>
                  <a:pt x="1173835" y="1536362"/>
                </a:lnTo>
                <a:lnTo>
                  <a:pt x="1196892" y="1499616"/>
                </a:lnTo>
                <a:lnTo>
                  <a:pt x="1199672" y="1495011"/>
                </a:lnTo>
                <a:lnTo>
                  <a:pt x="1224630" y="1451889"/>
                </a:lnTo>
                <a:lnTo>
                  <a:pt x="1248739" y="1407006"/>
                </a:lnTo>
                <a:lnTo>
                  <a:pt x="1272029" y="1360383"/>
                </a:lnTo>
                <a:lnTo>
                  <a:pt x="1294527" y="1312046"/>
                </a:lnTo>
                <a:lnTo>
                  <a:pt x="1316259" y="1262035"/>
                </a:lnTo>
                <a:lnTo>
                  <a:pt x="1337253" y="1210396"/>
                </a:lnTo>
                <a:lnTo>
                  <a:pt x="1357533" y="1157186"/>
                </a:lnTo>
                <a:lnTo>
                  <a:pt x="1377123" y="1102474"/>
                </a:lnTo>
                <a:lnTo>
                  <a:pt x="1396047" y="1046335"/>
                </a:lnTo>
                <a:lnTo>
                  <a:pt x="1414328" y="988859"/>
                </a:lnTo>
                <a:lnTo>
                  <a:pt x="1431986" y="930143"/>
                </a:lnTo>
                <a:lnTo>
                  <a:pt x="1449045" y="870296"/>
                </a:lnTo>
                <a:lnTo>
                  <a:pt x="1465523" y="809436"/>
                </a:lnTo>
                <a:lnTo>
                  <a:pt x="1481441" y="747691"/>
                </a:lnTo>
                <a:lnTo>
                  <a:pt x="1496818" y="685196"/>
                </a:lnTo>
                <a:lnTo>
                  <a:pt x="1511672" y="622098"/>
                </a:lnTo>
                <a:lnTo>
                  <a:pt x="1526020" y="558548"/>
                </a:lnTo>
                <a:lnTo>
                  <a:pt x="1539881" y="494704"/>
                </a:lnTo>
                <a:lnTo>
                  <a:pt x="1553270" y="430730"/>
                </a:lnTo>
                <a:lnTo>
                  <a:pt x="1566205" y="366792"/>
                </a:lnTo>
                <a:lnTo>
                  <a:pt x="1578699" y="303060"/>
                </a:lnTo>
                <a:lnTo>
                  <a:pt x="1590768" y="239705"/>
                </a:lnTo>
                <a:lnTo>
                  <a:pt x="1602427" y="176895"/>
                </a:lnTo>
                <a:lnTo>
                  <a:pt x="1613690" y="114798"/>
                </a:lnTo>
                <a:lnTo>
                  <a:pt x="1624570" y="53576"/>
                </a:lnTo>
                <a:lnTo>
                  <a:pt x="1633924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7" name="ensemble.curve-Sample-4-3.segment0">
            <a:extLst>
              <a:ext uri="{FF2B5EF4-FFF2-40B4-BE49-F238E27FC236}">
                <a16:creationId xmlns:a16="http://schemas.microsoft.com/office/drawing/2014/main" id="{11164EAB-3D97-4858-8508-C3B7A5C5C707}"/>
              </a:ext>
            </a:extLst>
          </p:cNvPr>
          <p:cNvSpPr>
            <a:spLocks noGrp="1"/>
          </p:cNvSpPr>
          <p:nvPr/>
        </p:nvSpPr>
        <p:spPr>
          <a:xfrm>
            <a:off x="7161871" y="8634883"/>
            <a:ext cx="2302163" cy="1590513"/>
          </a:xfrm>
          <a:custGeom>
            <a:avLst/>
            <a:gdLst/>
            <a:ahLst/>
            <a:cxnLst/>
            <a:rect l="0" t="0" r="0" b="0"/>
            <a:pathLst>
              <a:path w="2302163" h="1590513">
                <a:moveTo>
                  <a:pt x="0" y="1590513"/>
                </a:moveTo>
                <a:lnTo>
                  <a:pt x="78285" y="1585987"/>
                </a:lnTo>
                <a:lnTo>
                  <a:pt x="153907" y="1581152"/>
                </a:lnTo>
                <a:lnTo>
                  <a:pt x="226958" y="1575993"/>
                </a:lnTo>
                <a:lnTo>
                  <a:pt x="297525" y="1570489"/>
                </a:lnTo>
                <a:lnTo>
                  <a:pt x="365693" y="1564622"/>
                </a:lnTo>
                <a:lnTo>
                  <a:pt x="431542" y="1558373"/>
                </a:lnTo>
                <a:lnTo>
                  <a:pt x="495152" y="1551720"/>
                </a:lnTo>
                <a:lnTo>
                  <a:pt x="556599" y="1544642"/>
                </a:lnTo>
                <a:lnTo>
                  <a:pt x="615957" y="1537118"/>
                </a:lnTo>
                <a:lnTo>
                  <a:pt x="673296" y="1529127"/>
                </a:lnTo>
                <a:lnTo>
                  <a:pt x="728685" y="1520644"/>
                </a:lnTo>
                <a:lnTo>
                  <a:pt x="782191" y="1511649"/>
                </a:lnTo>
                <a:lnTo>
                  <a:pt x="833878" y="1502116"/>
                </a:lnTo>
                <a:lnTo>
                  <a:pt x="883806" y="1492024"/>
                </a:lnTo>
                <a:lnTo>
                  <a:pt x="932037" y="1481348"/>
                </a:lnTo>
                <a:lnTo>
                  <a:pt x="978628" y="1470066"/>
                </a:lnTo>
                <a:lnTo>
                  <a:pt x="1023635" y="1458154"/>
                </a:lnTo>
                <a:lnTo>
                  <a:pt x="1067111" y="1445590"/>
                </a:lnTo>
                <a:lnTo>
                  <a:pt x="1109109" y="1432350"/>
                </a:lnTo>
                <a:lnTo>
                  <a:pt x="1149678" y="1418414"/>
                </a:lnTo>
                <a:lnTo>
                  <a:pt x="1188868" y="1403761"/>
                </a:lnTo>
                <a:lnTo>
                  <a:pt x="1226726" y="1388371"/>
                </a:lnTo>
                <a:lnTo>
                  <a:pt x="1263296" y="1372224"/>
                </a:lnTo>
                <a:lnTo>
                  <a:pt x="1298622" y="1355305"/>
                </a:lnTo>
                <a:lnTo>
                  <a:pt x="1332748" y="1337598"/>
                </a:lnTo>
                <a:lnTo>
                  <a:pt x="1365712" y="1319089"/>
                </a:lnTo>
                <a:lnTo>
                  <a:pt x="1397556" y="1299767"/>
                </a:lnTo>
                <a:lnTo>
                  <a:pt x="1428317" y="1279624"/>
                </a:lnTo>
                <a:lnTo>
                  <a:pt x="1458032" y="1258654"/>
                </a:lnTo>
                <a:lnTo>
                  <a:pt x="1486737" y="1236854"/>
                </a:lnTo>
                <a:lnTo>
                  <a:pt x="1514465" y="1214225"/>
                </a:lnTo>
                <a:lnTo>
                  <a:pt x="1541251" y="1190771"/>
                </a:lnTo>
                <a:lnTo>
                  <a:pt x="1567125" y="1166500"/>
                </a:lnTo>
                <a:lnTo>
                  <a:pt x="1592120" y="1141426"/>
                </a:lnTo>
                <a:lnTo>
                  <a:pt x="1616265" y="1115564"/>
                </a:lnTo>
                <a:lnTo>
                  <a:pt x="1639589" y="1088936"/>
                </a:lnTo>
                <a:lnTo>
                  <a:pt x="1662120" y="1061570"/>
                </a:lnTo>
                <a:lnTo>
                  <a:pt x="1683884" y="1033496"/>
                </a:lnTo>
                <a:lnTo>
                  <a:pt x="1688253" y="1027658"/>
                </a:lnTo>
                <a:lnTo>
                  <a:pt x="1704909" y="1004751"/>
                </a:lnTo>
                <a:lnTo>
                  <a:pt x="1725218" y="975378"/>
                </a:lnTo>
                <a:lnTo>
                  <a:pt x="1744837" y="945425"/>
                </a:lnTo>
                <a:lnTo>
                  <a:pt x="1763789" y="914943"/>
                </a:lnTo>
                <a:lnTo>
                  <a:pt x="1782096" y="883990"/>
                </a:lnTo>
                <a:lnTo>
                  <a:pt x="1799781" y="852631"/>
                </a:lnTo>
                <a:lnTo>
                  <a:pt x="1816865" y="820932"/>
                </a:lnTo>
                <a:lnTo>
                  <a:pt x="1833367" y="788966"/>
                </a:lnTo>
                <a:lnTo>
                  <a:pt x="1849308" y="756809"/>
                </a:lnTo>
                <a:lnTo>
                  <a:pt x="1864708" y="724541"/>
                </a:lnTo>
                <a:lnTo>
                  <a:pt x="1879583" y="692245"/>
                </a:lnTo>
                <a:lnTo>
                  <a:pt x="1893953" y="660005"/>
                </a:lnTo>
                <a:lnTo>
                  <a:pt x="1907834" y="627908"/>
                </a:lnTo>
                <a:lnTo>
                  <a:pt x="1921243" y="596042"/>
                </a:lnTo>
                <a:lnTo>
                  <a:pt x="1934196" y="564493"/>
                </a:lnTo>
                <a:lnTo>
                  <a:pt x="1946709" y="533350"/>
                </a:lnTo>
                <a:lnTo>
                  <a:pt x="1958796" y="502695"/>
                </a:lnTo>
                <a:lnTo>
                  <a:pt x="1970472" y="472611"/>
                </a:lnTo>
                <a:lnTo>
                  <a:pt x="1981751" y="443177"/>
                </a:lnTo>
                <a:lnTo>
                  <a:pt x="1992647" y="414467"/>
                </a:lnTo>
                <a:lnTo>
                  <a:pt x="2003172" y="386550"/>
                </a:lnTo>
                <a:lnTo>
                  <a:pt x="2013339" y="359489"/>
                </a:lnTo>
                <a:lnTo>
                  <a:pt x="2023161" y="333343"/>
                </a:lnTo>
                <a:lnTo>
                  <a:pt x="2032648" y="308161"/>
                </a:lnTo>
                <a:lnTo>
                  <a:pt x="2041813" y="283986"/>
                </a:lnTo>
                <a:lnTo>
                  <a:pt x="2050666" y="260854"/>
                </a:lnTo>
                <a:lnTo>
                  <a:pt x="2059218" y="238795"/>
                </a:lnTo>
                <a:lnTo>
                  <a:pt x="2067479" y="217828"/>
                </a:lnTo>
                <a:lnTo>
                  <a:pt x="2075460" y="197968"/>
                </a:lnTo>
                <a:lnTo>
                  <a:pt x="2083169" y="179220"/>
                </a:lnTo>
                <a:lnTo>
                  <a:pt x="2090616" y="161584"/>
                </a:lnTo>
                <a:lnTo>
                  <a:pt x="2097809" y="145054"/>
                </a:lnTo>
                <a:lnTo>
                  <a:pt x="2104758" y="129616"/>
                </a:lnTo>
                <a:lnTo>
                  <a:pt x="2111471" y="115252"/>
                </a:lnTo>
                <a:lnTo>
                  <a:pt x="2117956" y="101939"/>
                </a:lnTo>
                <a:lnTo>
                  <a:pt x="2124220" y="89650"/>
                </a:lnTo>
                <a:lnTo>
                  <a:pt x="2130271" y="78352"/>
                </a:lnTo>
                <a:lnTo>
                  <a:pt x="2136116" y="68011"/>
                </a:lnTo>
                <a:lnTo>
                  <a:pt x="2141762" y="58591"/>
                </a:lnTo>
                <a:lnTo>
                  <a:pt x="2147217" y="50053"/>
                </a:lnTo>
                <a:lnTo>
                  <a:pt x="2152485" y="42355"/>
                </a:lnTo>
                <a:lnTo>
                  <a:pt x="2157575" y="35457"/>
                </a:lnTo>
                <a:lnTo>
                  <a:pt x="2162492" y="29316"/>
                </a:lnTo>
                <a:lnTo>
                  <a:pt x="2167241" y="23890"/>
                </a:lnTo>
                <a:lnTo>
                  <a:pt x="2171829" y="19138"/>
                </a:lnTo>
                <a:lnTo>
                  <a:pt x="2176261" y="15016"/>
                </a:lnTo>
                <a:lnTo>
                  <a:pt x="2180543" y="11485"/>
                </a:lnTo>
                <a:lnTo>
                  <a:pt x="2184678" y="8505"/>
                </a:lnTo>
                <a:lnTo>
                  <a:pt x="2188673" y="6037"/>
                </a:lnTo>
                <a:lnTo>
                  <a:pt x="2192533" y="4044"/>
                </a:lnTo>
                <a:lnTo>
                  <a:pt x="2196261" y="2490"/>
                </a:lnTo>
                <a:lnTo>
                  <a:pt x="2199862" y="1341"/>
                </a:lnTo>
                <a:lnTo>
                  <a:pt x="2203341" y="563"/>
                </a:lnTo>
                <a:lnTo>
                  <a:pt x="2206701" y="126"/>
                </a:lnTo>
                <a:lnTo>
                  <a:pt x="2209947" y="0"/>
                </a:lnTo>
                <a:lnTo>
                  <a:pt x="2213083" y="158"/>
                </a:lnTo>
                <a:lnTo>
                  <a:pt x="2216112" y="572"/>
                </a:lnTo>
                <a:lnTo>
                  <a:pt x="2219038" y="1220"/>
                </a:lnTo>
                <a:lnTo>
                  <a:pt x="2221865" y="2076"/>
                </a:lnTo>
                <a:lnTo>
                  <a:pt x="2224596" y="3121"/>
                </a:lnTo>
                <a:lnTo>
                  <a:pt x="2227233" y="4333"/>
                </a:lnTo>
                <a:lnTo>
                  <a:pt x="2229781" y="5695"/>
                </a:lnTo>
                <a:lnTo>
                  <a:pt x="2232243" y="7188"/>
                </a:lnTo>
                <a:lnTo>
                  <a:pt x="2234620" y="8797"/>
                </a:lnTo>
                <a:lnTo>
                  <a:pt x="2236917" y="10507"/>
                </a:lnTo>
                <a:lnTo>
                  <a:pt x="2239136" y="12304"/>
                </a:lnTo>
                <a:lnTo>
                  <a:pt x="2241279" y="14175"/>
                </a:lnTo>
                <a:lnTo>
                  <a:pt x="2243349" y="16109"/>
                </a:lnTo>
                <a:lnTo>
                  <a:pt x="2245349" y="18095"/>
                </a:lnTo>
                <a:lnTo>
                  <a:pt x="2247281" y="20124"/>
                </a:lnTo>
                <a:lnTo>
                  <a:pt x="2249147" y="22186"/>
                </a:lnTo>
                <a:lnTo>
                  <a:pt x="2250950" y="24273"/>
                </a:lnTo>
                <a:lnTo>
                  <a:pt x="2252692" y="26378"/>
                </a:lnTo>
                <a:lnTo>
                  <a:pt x="2254374" y="28495"/>
                </a:lnTo>
                <a:lnTo>
                  <a:pt x="2255999" y="30617"/>
                </a:lnTo>
                <a:lnTo>
                  <a:pt x="2257569" y="32738"/>
                </a:lnTo>
                <a:lnTo>
                  <a:pt x="2259085" y="34854"/>
                </a:lnTo>
                <a:lnTo>
                  <a:pt x="2260550" y="36960"/>
                </a:lnTo>
                <a:lnTo>
                  <a:pt x="2261965" y="39052"/>
                </a:lnTo>
                <a:lnTo>
                  <a:pt x="2263332" y="41127"/>
                </a:lnTo>
                <a:lnTo>
                  <a:pt x="2264653" y="43182"/>
                </a:lnTo>
                <a:lnTo>
                  <a:pt x="2265928" y="45214"/>
                </a:lnTo>
                <a:lnTo>
                  <a:pt x="2267160" y="47219"/>
                </a:lnTo>
                <a:lnTo>
                  <a:pt x="2268351" y="49197"/>
                </a:lnTo>
                <a:lnTo>
                  <a:pt x="2269500" y="51145"/>
                </a:lnTo>
                <a:lnTo>
                  <a:pt x="2270611" y="53062"/>
                </a:lnTo>
                <a:lnTo>
                  <a:pt x="2271684" y="54946"/>
                </a:lnTo>
                <a:lnTo>
                  <a:pt x="2272721" y="56797"/>
                </a:lnTo>
                <a:lnTo>
                  <a:pt x="2273722" y="58612"/>
                </a:lnTo>
                <a:lnTo>
                  <a:pt x="2274689" y="60392"/>
                </a:lnTo>
                <a:lnTo>
                  <a:pt x="2275623" y="62136"/>
                </a:lnTo>
                <a:lnTo>
                  <a:pt x="2276526" y="63843"/>
                </a:lnTo>
                <a:lnTo>
                  <a:pt x="2277397" y="65513"/>
                </a:lnTo>
                <a:lnTo>
                  <a:pt x="2278240" y="67146"/>
                </a:lnTo>
                <a:lnTo>
                  <a:pt x="2279053" y="68741"/>
                </a:lnTo>
                <a:lnTo>
                  <a:pt x="2279839" y="70300"/>
                </a:lnTo>
                <a:lnTo>
                  <a:pt x="2280598" y="71821"/>
                </a:lnTo>
                <a:lnTo>
                  <a:pt x="2281331" y="73305"/>
                </a:lnTo>
                <a:lnTo>
                  <a:pt x="2282040" y="74752"/>
                </a:lnTo>
                <a:lnTo>
                  <a:pt x="2282724" y="76163"/>
                </a:lnTo>
                <a:lnTo>
                  <a:pt x="2283385" y="77538"/>
                </a:lnTo>
                <a:lnTo>
                  <a:pt x="2284024" y="78877"/>
                </a:lnTo>
                <a:lnTo>
                  <a:pt x="2284641" y="80181"/>
                </a:lnTo>
                <a:lnTo>
                  <a:pt x="2285236" y="81450"/>
                </a:lnTo>
                <a:lnTo>
                  <a:pt x="2285812" y="82684"/>
                </a:lnTo>
                <a:lnTo>
                  <a:pt x="2286368" y="83885"/>
                </a:lnTo>
                <a:lnTo>
                  <a:pt x="2286905" y="85053"/>
                </a:lnTo>
                <a:lnTo>
                  <a:pt x="2287424" y="86189"/>
                </a:lnTo>
                <a:lnTo>
                  <a:pt x="2287925" y="87292"/>
                </a:lnTo>
                <a:lnTo>
                  <a:pt x="2288409" y="88364"/>
                </a:lnTo>
                <a:lnTo>
                  <a:pt x="2288877" y="89405"/>
                </a:lnTo>
                <a:lnTo>
                  <a:pt x="2289329" y="90417"/>
                </a:lnTo>
                <a:lnTo>
                  <a:pt x="2289765" y="91399"/>
                </a:lnTo>
                <a:lnTo>
                  <a:pt x="2290187" y="92352"/>
                </a:lnTo>
                <a:lnTo>
                  <a:pt x="2290594" y="93278"/>
                </a:lnTo>
                <a:lnTo>
                  <a:pt x="2290988" y="94176"/>
                </a:lnTo>
                <a:lnTo>
                  <a:pt x="2291368" y="95047"/>
                </a:lnTo>
                <a:lnTo>
                  <a:pt x="2291735" y="95892"/>
                </a:lnTo>
                <a:lnTo>
                  <a:pt x="2292089" y="96711"/>
                </a:lnTo>
                <a:lnTo>
                  <a:pt x="2292432" y="97506"/>
                </a:lnTo>
                <a:lnTo>
                  <a:pt x="2292763" y="98277"/>
                </a:lnTo>
                <a:lnTo>
                  <a:pt x="2293083" y="99024"/>
                </a:lnTo>
                <a:lnTo>
                  <a:pt x="2293391" y="99748"/>
                </a:lnTo>
                <a:lnTo>
                  <a:pt x="2293690" y="100450"/>
                </a:lnTo>
                <a:lnTo>
                  <a:pt x="2293978" y="101130"/>
                </a:lnTo>
                <a:lnTo>
                  <a:pt x="2294256" y="101789"/>
                </a:lnTo>
                <a:lnTo>
                  <a:pt x="2294525" y="102427"/>
                </a:lnTo>
                <a:lnTo>
                  <a:pt x="2294785" y="103046"/>
                </a:lnTo>
                <a:lnTo>
                  <a:pt x="2295036" y="103645"/>
                </a:lnTo>
                <a:lnTo>
                  <a:pt x="2295278" y="104225"/>
                </a:lnTo>
                <a:lnTo>
                  <a:pt x="2295512" y="104787"/>
                </a:lnTo>
                <a:lnTo>
                  <a:pt x="2295738" y="105331"/>
                </a:lnTo>
                <a:lnTo>
                  <a:pt x="2295957" y="105858"/>
                </a:lnTo>
                <a:lnTo>
                  <a:pt x="2296168" y="106368"/>
                </a:lnTo>
                <a:lnTo>
                  <a:pt x="2296372" y="106861"/>
                </a:lnTo>
                <a:lnTo>
                  <a:pt x="2296569" y="107339"/>
                </a:lnTo>
                <a:lnTo>
                  <a:pt x="2296759" y="107802"/>
                </a:lnTo>
                <a:lnTo>
                  <a:pt x="2296943" y="108250"/>
                </a:lnTo>
                <a:lnTo>
                  <a:pt x="2297120" y="108683"/>
                </a:lnTo>
                <a:lnTo>
                  <a:pt x="2297292" y="109102"/>
                </a:lnTo>
                <a:lnTo>
                  <a:pt x="2297457" y="109508"/>
                </a:lnTo>
                <a:lnTo>
                  <a:pt x="2297617" y="109901"/>
                </a:lnTo>
                <a:lnTo>
                  <a:pt x="2297772" y="110280"/>
                </a:lnTo>
                <a:lnTo>
                  <a:pt x="2297921" y="110648"/>
                </a:lnTo>
                <a:lnTo>
                  <a:pt x="2298066" y="111004"/>
                </a:lnTo>
                <a:lnTo>
                  <a:pt x="2298205" y="111347"/>
                </a:lnTo>
                <a:lnTo>
                  <a:pt x="2298340" y="111680"/>
                </a:lnTo>
                <a:lnTo>
                  <a:pt x="2298470" y="112002"/>
                </a:lnTo>
                <a:lnTo>
                  <a:pt x="2298595" y="112313"/>
                </a:lnTo>
                <a:lnTo>
                  <a:pt x="2298717" y="112614"/>
                </a:lnTo>
                <a:lnTo>
                  <a:pt x="2298834" y="112906"/>
                </a:lnTo>
                <a:lnTo>
                  <a:pt x="2298947" y="113187"/>
                </a:lnTo>
                <a:lnTo>
                  <a:pt x="2299056" y="113459"/>
                </a:lnTo>
                <a:lnTo>
                  <a:pt x="2299162" y="113723"/>
                </a:lnTo>
                <a:lnTo>
                  <a:pt x="2299264" y="113977"/>
                </a:lnTo>
                <a:lnTo>
                  <a:pt x="2299363" y="114224"/>
                </a:lnTo>
                <a:lnTo>
                  <a:pt x="2299458" y="114462"/>
                </a:lnTo>
                <a:lnTo>
                  <a:pt x="2299550" y="114692"/>
                </a:lnTo>
                <a:lnTo>
                  <a:pt x="2299639" y="114915"/>
                </a:lnTo>
                <a:lnTo>
                  <a:pt x="2299725" y="115130"/>
                </a:lnTo>
                <a:lnTo>
                  <a:pt x="2299808" y="115338"/>
                </a:lnTo>
                <a:lnTo>
                  <a:pt x="2299888" y="115539"/>
                </a:lnTo>
                <a:lnTo>
                  <a:pt x="2299965" y="115733"/>
                </a:lnTo>
                <a:lnTo>
                  <a:pt x="2300040" y="115921"/>
                </a:lnTo>
                <a:lnTo>
                  <a:pt x="2300112" y="116103"/>
                </a:lnTo>
                <a:lnTo>
                  <a:pt x="2300182" y="116279"/>
                </a:lnTo>
                <a:lnTo>
                  <a:pt x="2300249" y="116449"/>
                </a:lnTo>
                <a:lnTo>
                  <a:pt x="2300314" y="116613"/>
                </a:lnTo>
                <a:lnTo>
                  <a:pt x="2300377" y="116771"/>
                </a:lnTo>
                <a:lnTo>
                  <a:pt x="2300438" y="116925"/>
                </a:lnTo>
                <a:lnTo>
                  <a:pt x="2300497" y="117073"/>
                </a:lnTo>
                <a:lnTo>
                  <a:pt x="2300553" y="117216"/>
                </a:lnTo>
                <a:lnTo>
                  <a:pt x="2300608" y="117355"/>
                </a:lnTo>
                <a:lnTo>
                  <a:pt x="2300661" y="117488"/>
                </a:lnTo>
                <a:lnTo>
                  <a:pt x="2300712" y="117618"/>
                </a:lnTo>
                <a:lnTo>
                  <a:pt x="2300761" y="117743"/>
                </a:lnTo>
                <a:lnTo>
                  <a:pt x="2300809" y="117864"/>
                </a:lnTo>
                <a:lnTo>
                  <a:pt x="2300855" y="117980"/>
                </a:lnTo>
                <a:lnTo>
                  <a:pt x="2300900" y="118093"/>
                </a:lnTo>
                <a:lnTo>
                  <a:pt x="2300943" y="118202"/>
                </a:lnTo>
                <a:lnTo>
                  <a:pt x="2300984" y="118308"/>
                </a:lnTo>
                <a:lnTo>
                  <a:pt x="2301024" y="118409"/>
                </a:lnTo>
                <a:lnTo>
                  <a:pt x="2301063" y="118508"/>
                </a:lnTo>
                <a:lnTo>
                  <a:pt x="2301100" y="118603"/>
                </a:lnTo>
                <a:lnTo>
                  <a:pt x="2301136" y="118695"/>
                </a:lnTo>
                <a:lnTo>
                  <a:pt x="2301171" y="118784"/>
                </a:lnTo>
                <a:lnTo>
                  <a:pt x="2301205" y="118869"/>
                </a:lnTo>
                <a:lnTo>
                  <a:pt x="2301238" y="118952"/>
                </a:lnTo>
                <a:lnTo>
                  <a:pt x="2301269" y="119032"/>
                </a:lnTo>
                <a:lnTo>
                  <a:pt x="2301300" y="119110"/>
                </a:lnTo>
                <a:lnTo>
                  <a:pt x="2301329" y="119185"/>
                </a:lnTo>
                <a:lnTo>
                  <a:pt x="2301357" y="119257"/>
                </a:lnTo>
                <a:lnTo>
                  <a:pt x="2301385" y="119327"/>
                </a:lnTo>
                <a:lnTo>
                  <a:pt x="2301411" y="119394"/>
                </a:lnTo>
                <a:lnTo>
                  <a:pt x="2301437" y="119459"/>
                </a:lnTo>
                <a:lnTo>
                  <a:pt x="2301462" y="119523"/>
                </a:lnTo>
                <a:lnTo>
                  <a:pt x="2301485" y="119583"/>
                </a:lnTo>
                <a:lnTo>
                  <a:pt x="2301508" y="119642"/>
                </a:lnTo>
                <a:lnTo>
                  <a:pt x="2301531" y="119699"/>
                </a:lnTo>
                <a:lnTo>
                  <a:pt x="2301552" y="119754"/>
                </a:lnTo>
                <a:lnTo>
                  <a:pt x="2301573" y="119807"/>
                </a:lnTo>
                <a:lnTo>
                  <a:pt x="2301593" y="119858"/>
                </a:lnTo>
                <a:lnTo>
                  <a:pt x="2301613" y="119908"/>
                </a:lnTo>
                <a:lnTo>
                  <a:pt x="2301631" y="119956"/>
                </a:lnTo>
                <a:lnTo>
                  <a:pt x="2301649" y="120002"/>
                </a:lnTo>
                <a:lnTo>
                  <a:pt x="2301667" y="120047"/>
                </a:lnTo>
                <a:lnTo>
                  <a:pt x="2301684" y="120090"/>
                </a:lnTo>
                <a:lnTo>
                  <a:pt x="2301700" y="120131"/>
                </a:lnTo>
                <a:lnTo>
                  <a:pt x="2301716" y="120172"/>
                </a:lnTo>
                <a:lnTo>
                  <a:pt x="2301731" y="120211"/>
                </a:lnTo>
                <a:lnTo>
                  <a:pt x="2301746" y="120248"/>
                </a:lnTo>
                <a:lnTo>
                  <a:pt x="2301760" y="120285"/>
                </a:lnTo>
                <a:lnTo>
                  <a:pt x="2301774" y="120320"/>
                </a:lnTo>
                <a:lnTo>
                  <a:pt x="2301787" y="120354"/>
                </a:lnTo>
                <a:lnTo>
                  <a:pt x="2301800" y="120386"/>
                </a:lnTo>
                <a:lnTo>
                  <a:pt x="2301812" y="120418"/>
                </a:lnTo>
                <a:lnTo>
                  <a:pt x="2301824" y="120449"/>
                </a:lnTo>
                <a:lnTo>
                  <a:pt x="2301836" y="120478"/>
                </a:lnTo>
                <a:lnTo>
                  <a:pt x="2301847" y="120507"/>
                </a:lnTo>
                <a:lnTo>
                  <a:pt x="2301857" y="120534"/>
                </a:lnTo>
                <a:lnTo>
                  <a:pt x="2301868" y="120561"/>
                </a:lnTo>
                <a:lnTo>
                  <a:pt x="2301878" y="120587"/>
                </a:lnTo>
                <a:lnTo>
                  <a:pt x="2301888" y="120611"/>
                </a:lnTo>
                <a:lnTo>
                  <a:pt x="2301897" y="120635"/>
                </a:lnTo>
                <a:lnTo>
                  <a:pt x="2301906" y="120659"/>
                </a:lnTo>
                <a:lnTo>
                  <a:pt x="2301915" y="120681"/>
                </a:lnTo>
                <a:lnTo>
                  <a:pt x="2301923" y="120703"/>
                </a:lnTo>
                <a:lnTo>
                  <a:pt x="2301931" y="120724"/>
                </a:lnTo>
                <a:lnTo>
                  <a:pt x="2301939" y="120744"/>
                </a:lnTo>
                <a:lnTo>
                  <a:pt x="2301947" y="120763"/>
                </a:lnTo>
                <a:lnTo>
                  <a:pt x="2301954" y="120782"/>
                </a:lnTo>
                <a:lnTo>
                  <a:pt x="2301961" y="120800"/>
                </a:lnTo>
                <a:lnTo>
                  <a:pt x="2301968" y="120818"/>
                </a:lnTo>
                <a:lnTo>
                  <a:pt x="2301975" y="120835"/>
                </a:lnTo>
                <a:lnTo>
                  <a:pt x="2301981" y="120851"/>
                </a:lnTo>
                <a:lnTo>
                  <a:pt x="2301988" y="120867"/>
                </a:lnTo>
                <a:lnTo>
                  <a:pt x="2301994" y="120883"/>
                </a:lnTo>
                <a:lnTo>
                  <a:pt x="2301999" y="120897"/>
                </a:lnTo>
                <a:lnTo>
                  <a:pt x="2302005" y="120912"/>
                </a:lnTo>
                <a:lnTo>
                  <a:pt x="2302010" y="120926"/>
                </a:lnTo>
                <a:lnTo>
                  <a:pt x="2302015" y="120939"/>
                </a:lnTo>
                <a:lnTo>
                  <a:pt x="2302021" y="120952"/>
                </a:lnTo>
                <a:lnTo>
                  <a:pt x="2302025" y="120964"/>
                </a:lnTo>
                <a:lnTo>
                  <a:pt x="2302030" y="120976"/>
                </a:lnTo>
                <a:lnTo>
                  <a:pt x="2302035" y="120988"/>
                </a:lnTo>
                <a:lnTo>
                  <a:pt x="2302039" y="120999"/>
                </a:lnTo>
                <a:lnTo>
                  <a:pt x="2302043" y="121010"/>
                </a:lnTo>
                <a:lnTo>
                  <a:pt x="2302047" y="121021"/>
                </a:lnTo>
                <a:lnTo>
                  <a:pt x="2302051" y="121031"/>
                </a:lnTo>
                <a:lnTo>
                  <a:pt x="2302055" y="121040"/>
                </a:lnTo>
                <a:lnTo>
                  <a:pt x="2302059" y="121050"/>
                </a:lnTo>
                <a:lnTo>
                  <a:pt x="2302062" y="121059"/>
                </a:lnTo>
                <a:lnTo>
                  <a:pt x="2302066" y="121068"/>
                </a:lnTo>
                <a:lnTo>
                  <a:pt x="2302069" y="121076"/>
                </a:lnTo>
                <a:lnTo>
                  <a:pt x="2302072" y="121085"/>
                </a:lnTo>
                <a:lnTo>
                  <a:pt x="2302075" y="121093"/>
                </a:lnTo>
                <a:lnTo>
                  <a:pt x="2302078" y="121100"/>
                </a:lnTo>
                <a:lnTo>
                  <a:pt x="2302081" y="121108"/>
                </a:lnTo>
                <a:lnTo>
                  <a:pt x="2302084" y="121115"/>
                </a:lnTo>
                <a:lnTo>
                  <a:pt x="2302087" y="121122"/>
                </a:lnTo>
                <a:lnTo>
                  <a:pt x="2302089" y="121128"/>
                </a:lnTo>
                <a:lnTo>
                  <a:pt x="2302092" y="121135"/>
                </a:lnTo>
                <a:lnTo>
                  <a:pt x="2302094" y="121141"/>
                </a:lnTo>
                <a:lnTo>
                  <a:pt x="2302097" y="121147"/>
                </a:lnTo>
                <a:lnTo>
                  <a:pt x="2302099" y="121153"/>
                </a:lnTo>
                <a:lnTo>
                  <a:pt x="2302101" y="121159"/>
                </a:lnTo>
                <a:lnTo>
                  <a:pt x="2302103" y="121164"/>
                </a:lnTo>
                <a:lnTo>
                  <a:pt x="2302105" y="121169"/>
                </a:lnTo>
                <a:lnTo>
                  <a:pt x="2302107" y="121174"/>
                </a:lnTo>
                <a:lnTo>
                  <a:pt x="2302109" y="121179"/>
                </a:lnTo>
                <a:lnTo>
                  <a:pt x="2302111" y="121184"/>
                </a:lnTo>
                <a:lnTo>
                  <a:pt x="2302113" y="121189"/>
                </a:lnTo>
                <a:lnTo>
                  <a:pt x="2302115" y="121193"/>
                </a:lnTo>
                <a:lnTo>
                  <a:pt x="2302116" y="121197"/>
                </a:lnTo>
                <a:lnTo>
                  <a:pt x="2302118" y="121201"/>
                </a:lnTo>
                <a:lnTo>
                  <a:pt x="2302119" y="121205"/>
                </a:lnTo>
                <a:lnTo>
                  <a:pt x="2302121" y="121209"/>
                </a:lnTo>
                <a:lnTo>
                  <a:pt x="2302122" y="121213"/>
                </a:lnTo>
                <a:lnTo>
                  <a:pt x="2302124" y="121217"/>
                </a:lnTo>
                <a:lnTo>
                  <a:pt x="2302125" y="121220"/>
                </a:lnTo>
                <a:lnTo>
                  <a:pt x="2302126" y="121223"/>
                </a:lnTo>
                <a:lnTo>
                  <a:pt x="2302128" y="121227"/>
                </a:lnTo>
                <a:lnTo>
                  <a:pt x="2302129" y="121230"/>
                </a:lnTo>
                <a:lnTo>
                  <a:pt x="2302130" y="121233"/>
                </a:lnTo>
                <a:lnTo>
                  <a:pt x="2302131" y="121236"/>
                </a:lnTo>
                <a:lnTo>
                  <a:pt x="2302132" y="121239"/>
                </a:lnTo>
                <a:lnTo>
                  <a:pt x="2302133" y="121241"/>
                </a:lnTo>
                <a:lnTo>
                  <a:pt x="2302134" y="121244"/>
                </a:lnTo>
                <a:lnTo>
                  <a:pt x="2302135" y="121246"/>
                </a:lnTo>
                <a:lnTo>
                  <a:pt x="2302136" y="121249"/>
                </a:lnTo>
                <a:lnTo>
                  <a:pt x="2302137" y="121251"/>
                </a:lnTo>
                <a:lnTo>
                  <a:pt x="2302138" y="121254"/>
                </a:lnTo>
                <a:lnTo>
                  <a:pt x="2302139" y="121256"/>
                </a:lnTo>
                <a:lnTo>
                  <a:pt x="2302140" y="121258"/>
                </a:lnTo>
                <a:lnTo>
                  <a:pt x="2302141" y="121245"/>
                </a:lnTo>
                <a:lnTo>
                  <a:pt x="2302141" y="121248"/>
                </a:lnTo>
                <a:lnTo>
                  <a:pt x="2302142" y="121250"/>
                </a:lnTo>
                <a:lnTo>
                  <a:pt x="2302143" y="121253"/>
                </a:lnTo>
                <a:lnTo>
                  <a:pt x="2302144" y="121255"/>
                </a:lnTo>
                <a:lnTo>
                  <a:pt x="2302144" y="121257"/>
                </a:lnTo>
                <a:lnTo>
                  <a:pt x="2302145" y="121259"/>
                </a:lnTo>
                <a:lnTo>
                  <a:pt x="2302146" y="121261"/>
                </a:lnTo>
                <a:lnTo>
                  <a:pt x="2302146" y="121263"/>
                </a:lnTo>
                <a:lnTo>
                  <a:pt x="2302147" y="121265"/>
                </a:lnTo>
                <a:lnTo>
                  <a:pt x="2302147" y="121267"/>
                </a:lnTo>
                <a:lnTo>
                  <a:pt x="2302148" y="121268"/>
                </a:lnTo>
                <a:lnTo>
                  <a:pt x="2302148" y="121270"/>
                </a:lnTo>
                <a:lnTo>
                  <a:pt x="2302149" y="121272"/>
                </a:lnTo>
                <a:lnTo>
                  <a:pt x="2302149" y="121273"/>
                </a:lnTo>
                <a:lnTo>
                  <a:pt x="2302150" y="121275"/>
                </a:lnTo>
                <a:lnTo>
                  <a:pt x="2302150" y="121276"/>
                </a:lnTo>
                <a:lnTo>
                  <a:pt x="2302151" y="121278"/>
                </a:lnTo>
                <a:lnTo>
                  <a:pt x="2302151" y="121279"/>
                </a:lnTo>
                <a:lnTo>
                  <a:pt x="2302152" y="121281"/>
                </a:lnTo>
                <a:lnTo>
                  <a:pt x="2302152" y="121282"/>
                </a:lnTo>
                <a:lnTo>
                  <a:pt x="2302152" y="121283"/>
                </a:lnTo>
                <a:lnTo>
                  <a:pt x="2302153" y="121284"/>
                </a:lnTo>
                <a:lnTo>
                  <a:pt x="2302153" y="121286"/>
                </a:lnTo>
                <a:lnTo>
                  <a:pt x="2302153" y="121287"/>
                </a:lnTo>
                <a:lnTo>
                  <a:pt x="2302154" y="121288"/>
                </a:lnTo>
                <a:lnTo>
                  <a:pt x="2302154" y="121289"/>
                </a:lnTo>
                <a:lnTo>
                  <a:pt x="2302154" y="121290"/>
                </a:lnTo>
                <a:lnTo>
                  <a:pt x="2302155" y="121291"/>
                </a:lnTo>
                <a:lnTo>
                  <a:pt x="2302155" y="121292"/>
                </a:lnTo>
                <a:lnTo>
                  <a:pt x="2302155" y="121293"/>
                </a:lnTo>
                <a:lnTo>
                  <a:pt x="2302156" y="121294"/>
                </a:lnTo>
                <a:lnTo>
                  <a:pt x="2302156" y="121294"/>
                </a:lnTo>
                <a:lnTo>
                  <a:pt x="2302156" y="121295"/>
                </a:lnTo>
                <a:lnTo>
                  <a:pt x="2302156" y="121296"/>
                </a:lnTo>
                <a:lnTo>
                  <a:pt x="2302157" y="121297"/>
                </a:lnTo>
                <a:lnTo>
                  <a:pt x="2302157" y="121297"/>
                </a:lnTo>
                <a:lnTo>
                  <a:pt x="2302157" y="121298"/>
                </a:lnTo>
                <a:lnTo>
                  <a:pt x="2302157" y="121299"/>
                </a:lnTo>
                <a:lnTo>
                  <a:pt x="2302158" y="121300"/>
                </a:lnTo>
                <a:lnTo>
                  <a:pt x="2302158" y="121300"/>
                </a:lnTo>
                <a:lnTo>
                  <a:pt x="2302158" y="121301"/>
                </a:lnTo>
                <a:lnTo>
                  <a:pt x="2302158" y="121301"/>
                </a:lnTo>
                <a:lnTo>
                  <a:pt x="2302158" y="121302"/>
                </a:lnTo>
                <a:lnTo>
                  <a:pt x="2302158" y="121303"/>
                </a:lnTo>
                <a:lnTo>
                  <a:pt x="2302159" y="121303"/>
                </a:lnTo>
                <a:lnTo>
                  <a:pt x="2302159" y="121304"/>
                </a:lnTo>
                <a:lnTo>
                  <a:pt x="2302159" y="121304"/>
                </a:lnTo>
                <a:lnTo>
                  <a:pt x="2302159" y="121305"/>
                </a:lnTo>
                <a:lnTo>
                  <a:pt x="2302159" y="121305"/>
                </a:lnTo>
                <a:lnTo>
                  <a:pt x="2302159" y="121306"/>
                </a:lnTo>
                <a:lnTo>
                  <a:pt x="2302160" y="121306"/>
                </a:lnTo>
                <a:lnTo>
                  <a:pt x="2302160" y="121306"/>
                </a:lnTo>
                <a:lnTo>
                  <a:pt x="2302160" y="121307"/>
                </a:lnTo>
                <a:lnTo>
                  <a:pt x="2302160" y="121307"/>
                </a:lnTo>
                <a:lnTo>
                  <a:pt x="2302160" y="121308"/>
                </a:lnTo>
                <a:lnTo>
                  <a:pt x="2302160" y="121308"/>
                </a:lnTo>
                <a:lnTo>
                  <a:pt x="2302160" y="121308"/>
                </a:lnTo>
                <a:lnTo>
                  <a:pt x="2302160" y="121309"/>
                </a:lnTo>
                <a:lnTo>
                  <a:pt x="2302160" y="121309"/>
                </a:lnTo>
                <a:lnTo>
                  <a:pt x="2302161" y="121309"/>
                </a:lnTo>
                <a:lnTo>
                  <a:pt x="2302161" y="121310"/>
                </a:lnTo>
                <a:lnTo>
                  <a:pt x="2302161" y="121310"/>
                </a:lnTo>
                <a:lnTo>
                  <a:pt x="2302161" y="121310"/>
                </a:lnTo>
                <a:lnTo>
                  <a:pt x="2302161" y="121311"/>
                </a:lnTo>
                <a:lnTo>
                  <a:pt x="2302161" y="121311"/>
                </a:lnTo>
                <a:lnTo>
                  <a:pt x="2302161" y="121311"/>
                </a:lnTo>
                <a:lnTo>
                  <a:pt x="2302161" y="121311"/>
                </a:lnTo>
                <a:lnTo>
                  <a:pt x="2302161" y="121312"/>
                </a:lnTo>
                <a:lnTo>
                  <a:pt x="2302161" y="121312"/>
                </a:lnTo>
                <a:lnTo>
                  <a:pt x="2302161" y="121312"/>
                </a:lnTo>
                <a:lnTo>
                  <a:pt x="2302161" y="121312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8" name="ensemble.curve-Sample-4-4.segment0">
            <a:extLst>
              <a:ext uri="{FF2B5EF4-FFF2-40B4-BE49-F238E27FC236}">
                <a16:creationId xmlns:a16="http://schemas.microsoft.com/office/drawing/2014/main" id="{1DEA24F0-A274-4E90-ACB3-3114D499C205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717959" cy="2163881"/>
          </a:xfrm>
          <a:custGeom>
            <a:avLst/>
            <a:gdLst/>
            <a:ahLst/>
            <a:cxnLst/>
            <a:rect l="0" t="0" r="0" b="0"/>
            <a:pathLst>
              <a:path w="1717959" h="2163881">
                <a:moveTo>
                  <a:pt x="0" y="2153814"/>
                </a:moveTo>
                <a:lnTo>
                  <a:pt x="65689" y="2154889"/>
                </a:lnTo>
                <a:lnTo>
                  <a:pt x="129145" y="2155954"/>
                </a:lnTo>
                <a:lnTo>
                  <a:pt x="190442" y="2157000"/>
                </a:lnTo>
                <a:lnTo>
                  <a:pt x="249655" y="2158020"/>
                </a:lnTo>
                <a:lnTo>
                  <a:pt x="306855" y="2159002"/>
                </a:lnTo>
                <a:lnTo>
                  <a:pt x="362110" y="2159936"/>
                </a:lnTo>
                <a:lnTo>
                  <a:pt x="415485" y="2160809"/>
                </a:lnTo>
                <a:lnTo>
                  <a:pt x="467046" y="2161608"/>
                </a:lnTo>
                <a:lnTo>
                  <a:pt x="516853" y="2162317"/>
                </a:lnTo>
                <a:lnTo>
                  <a:pt x="564967" y="2162919"/>
                </a:lnTo>
                <a:lnTo>
                  <a:pt x="611444" y="2163395"/>
                </a:lnTo>
                <a:lnTo>
                  <a:pt x="656341" y="2163723"/>
                </a:lnTo>
                <a:lnTo>
                  <a:pt x="699712" y="2163881"/>
                </a:lnTo>
                <a:lnTo>
                  <a:pt x="741607" y="2163842"/>
                </a:lnTo>
                <a:lnTo>
                  <a:pt x="782078" y="2163578"/>
                </a:lnTo>
                <a:lnTo>
                  <a:pt x="821173" y="2163058"/>
                </a:lnTo>
                <a:lnTo>
                  <a:pt x="858938" y="2162248"/>
                </a:lnTo>
                <a:lnTo>
                  <a:pt x="895419" y="2161111"/>
                </a:lnTo>
                <a:lnTo>
                  <a:pt x="930660" y="2159606"/>
                </a:lnTo>
                <a:lnTo>
                  <a:pt x="964702" y="2157688"/>
                </a:lnTo>
                <a:lnTo>
                  <a:pt x="997587" y="2155310"/>
                </a:lnTo>
                <a:lnTo>
                  <a:pt x="1029353" y="2152419"/>
                </a:lnTo>
                <a:lnTo>
                  <a:pt x="1060039" y="2148958"/>
                </a:lnTo>
                <a:lnTo>
                  <a:pt x="1089682" y="2144865"/>
                </a:lnTo>
                <a:lnTo>
                  <a:pt x="1118317" y="2140075"/>
                </a:lnTo>
                <a:lnTo>
                  <a:pt x="1145978" y="2134516"/>
                </a:lnTo>
                <a:lnTo>
                  <a:pt x="1172698" y="2128110"/>
                </a:lnTo>
                <a:lnTo>
                  <a:pt x="1186093" y="2124456"/>
                </a:lnTo>
                <a:lnTo>
                  <a:pt x="1198510" y="2120774"/>
                </a:lnTo>
                <a:lnTo>
                  <a:pt x="1223444" y="2112421"/>
                </a:lnTo>
                <a:lnTo>
                  <a:pt x="1247530" y="2102953"/>
                </a:lnTo>
                <a:lnTo>
                  <a:pt x="1270797" y="2092271"/>
                </a:lnTo>
                <a:lnTo>
                  <a:pt x="1293273" y="2080264"/>
                </a:lnTo>
                <a:lnTo>
                  <a:pt x="1314985" y="2066818"/>
                </a:lnTo>
                <a:lnTo>
                  <a:pt x="1335958" y="2051809"/>
                </a:lnTo>
                <a:lnTo>
                  <a:pt x="1356218" y="2035106"/>
                </a:lnTo>
                <a:lnTo>
                  <a:pt x="1375789" y="2016572"/>
                </a:lnTo>
                <a:lnTo>
                  <a:pt x="1394695" y="1996060"/>
                </a:lnTo>
                <a:lnTo>
                  <a:pt x="1412958" y="1973416"/>
                </a:lnTo>
                <a:lnTo>
                  <a:pt x="1430599" y="1948477"/>
                </a:lnTo>
                <a:lnTo>
                  <a:pt x="1447641" y="1921073"/>
                </a:lnTo>
                <a:lnTo>
                  <a:pt x="1464104" y="1891025"/>
                </a:lnTo>
                <a:lnTo>
                  <a:pt x="1480006" y="1858145"/>
                </a:lnTo>
                <a:lnTo>
                  <a:pt x="1495368" y="1822237"/>
                </a:lnTo>
                <a:lnTo>
                  <a:pt x="1510207" y="1783096"/>
                </a:lnTo>
                <a:lnTo>
                  <a:pt x="1524542" y="1740511"/>
                </a:lnTo>
                <a:lnTo>
                  <a:pt x="1538389" y="1694261"/>
                </a:lnTo>
                <a:lnTo>
                  <a:pt x="1551766" y="1644116"/>
                </a:lnTo>
                <a:lnTo>
                  <a:pt x="1564688" y="1589841"/>
                </a:lnTo>
                <a:lnTo>
                  <a:pt x="1577170" y="1531190"/>
                </a:lnTo>
                <a:lnTo>
                  <a:pt x="1583352" y="1499616"/>
                </a:lnTo>
                <a:lnTo>
                  <a:pt x="1589228" y="1467913"/>
                </a:lnTo>
                <a:lnTo>
                  <a:pt x="1600875" y="1399750"/>
                </a:lnTo>
                <a:lnTo>
                  <a:pt x="1612127" y="1326436"/>
                </a:lnTo>
                <a:lnTo>
                  <a:pt x="1622996" y="1247699"/>
                </a:lnTo>
                <a:lnTo>
                  <a:pt x="1633495" y="1163262"/>
                </a:lnTo>
                <a:lnTo>
                  <a:pt x="1643638" y="1072842"/>
                </a:lnTo>
                <a:lnTo>
                  <a:pt x="1653435" y="976151"/>
                </a:lnTo>
                <a:lnTo>
                  <a:pt x="1662900" y="872897"/>
                </a:lnTo>
                <a:lnTo>
                  <a:pt x="1672042" y="762785"/>
                </a:lnTo>
                <a:lnTo>
                  <a:pt x="1680874" y="645516"/>
                </a:lnTo>
                <a:lnTo>
                  <a:pt x="1689405" y="520791"/>
                </a:lnTo>
                <a:lnTo>
                  <a:pt x="1697646" y="388309"/>
                </a:lnTo>
                <a:lnTo>
                  <a:pt x="1705607" y="247768"/>
                </a:lnTo>
                <a:lnTo>
                  <a:pt x="1713298" y="98869"/>
                </a:lnTo>
                <a:lnTo>
                  <a:pt x="171795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9" name="ensemble.curve-Sample-4-5.segment0">
            <a:extLst>
              <a:ext uri="{FF2B5EF4-FFF2-40B4-BE49-F238E27FC236}">
                <a16:creationId xmlns:a16="http://schemas.microsoft.com/office/drawing/2014/main" id="{0D99FF23-554D-4FD7-B235-306A2A34F023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321599" cy="2341027"/>
          </a:xfrm>
          <a:custGeom>
            <a:avLst/>
            <a:gdLst/>
            <a:ahLst/>
            <a:cxnLst/>
            <a:rect l="0" t="0" r="0" b="0"/>
            <a:pathLst>
              <a:path w="2321599" h="2341027">
                <a:moveTo>
                  <a:pt x="0" y="2161902"/>
                </a:moveTo>
                <a:lnTo>
                  <a:pt x="82436" y="2163998"/>
                </a:lnTo>
                <a:lnTo>
                  <a:pt x="162069" y="2166192"/>
                </a:lnTo>
                <a:lnTo>
                  <a:pt x="238994" y="2168490"/>
                </a:lnTo>
                <a:lnTo>
                  <a:pt x="313303" y="2170892"/>
                </a:lnTo>
                <a:lnTo>
                  <a:pt x="385085" y="2173403"/>
                </a:lnTo>
                <a:lnTo>
                  <a:pt x="454426" y="2176024"/>
                </a:lnTo>
                <a:lnTo>
                  <a:pt x="521410" y="2178759"/>
                </a:lnTo>
                <a:lnTo>
                  <a:pt x="586115" y="2181610"/>
                </a:lnTo>
                <a:lnTo>
                  <a:pt x="648621" y="2184579"/>
                </a:lnTo>
                <a:lnTo>
                  <a:pt x="709000" y="2187669"/>
                </a:lnTo>
                <a:lnTo>
                  <a:pt x="767327" y="2190881"/>
                </a:lnTo>
                <a:lnTo>
                  <a:pt x="823670" y="2194217"/>
                </a:lnTo>
                <a:lnTo>
                  <a:pt x="878098" y="2197677"/>
                </a:lnTo>
                <a:lnTo>
                  <a:pt x="930674" y="2201263"/>
                </a:lnTo>
                <a:lnTo>
                  <a:pt x="981463" y="2204975"/>
                </a:lnTo>
                <a:lnTo>
                  <a:pt x="1030524" y="2208812"/>
                </a:lnTo>
                <a:lnTo>
                  <a:pt x="1077918" y="2212775"/>
                </a:lnTo>
                <a:lnTo>
                  <a:pt x="1123699" y="2216861"/>
                </a:lnTo>
                <a:lnTo>
                  <a:pt x="1167924" y="2221068"/>
                </a:lnTo>
                <a:lnTo>
                  <a:pt x="1210645" y="2225395"/>
                </a:lnTo>
                <a:lnTo>
                  <a:pt x="1251913" y="2229836"/>
                </a:lnTo>
                <a:lnTo>
                  <a:pt x="1291778" y="2234389"/>
                </a:lnTo>
                <a:lnTo>
                  <a:pt x="1330288" y="2239047"/>
                </a:lnTo>
                <a:lnTo>
                  <a:pt x="1367487" y="2243804"/>
                </a:lnTo>
                <a:lnTo>
                  <a:pt x="1403422" y="2248652"/>
                </a:lnTo>
                <a:lnTo>
                  <a:pt x="1438135" y="2253582"/>
                </a:lnTo>
                <a:lnTo>
                  <a:pt x="1471668" y="2258585"/>
                </a:lnTo>
                <a:lnTo>
                  <a:pt x="1504060" y="2263648"/>
                </a:lnTo>
                <a:lnTo>
                  <a:pt x="1535351" y="2268758"/>
                </a:lnTo>
                <a:lnTo>
                  <a:pt x="1565577" y="2273900"/>
                </a:lnTo>
                <a:lnTo>
                  <a:pt x="1594776" y="2279058"/>
                </a:lnTo>
                <a:lnTo>
                  <a:pt x="1622982" y="2284212"/>
                </a:lnTo>
                <a:lnTo>
                  <a:pt x="1650229" y="2289341"/>
                </a:lnTo>
                <a:lnTo>
                  <a:pt x="1676549" y="2294423"/>
                </a:lnTo>
                <a:lnTo>
                  <a:pt x="1701975" y="2299432"/>
                </a:lnTo>
                <a:lnTo>
                  <a:pt x="1726535" y="2304340"/>
                </a:lnTo>
                <a:lnTo>
                  <a:pt x="1750261" y="2309117"/>
                </a:lnTo>
                <a:lnTo>
                  <a:pt x="1773180" y="2313728"/>
                </a:lnTo>
                <a:lnTo>
                  <a:pt x="1795319" y="2318137"/>
                </a:lnTo>
                <a:lnTo>
                  <a:pt x="1816706" y="2322305"/>
                </a:lnTo>
                <a:lnTo>
                  <a:pt x="1837365" y="2326188"/>
                </a:lnTo>
                <a:lnTo>
                  <a:pt x="1857322" y="2329741"/>
                </a:lnTo>
                <a:lnTo>
                  <a:pt x="1876600" y="2332912"/>
                </a:lnTo>
                <a:lnTo>
                  <a:pt x="1895222" y="2335649"/>
                </a:lnTo>
                <a:lnTo>
                  <a:pt x="1913212" y="2337893"/>
                </a:lnTo>
                <a:lnTo>
                  <a:pt x="1930589" y="2339582"/>
                </a:lnTo>
                <a:lnTo>
                  <a:pt x="1947376" y="2340650"/>
                </a:lnTo>
                <a:lnTo>
                  <a:pt x="1963592" y="2341027"/>
                </a:lnTo>
                <a:lnTo>
                  <a:pt x="1979256" y="2340637"/>
                </a:lnTo>
                <a:lnTo>
                  <a:pt x="1994388" y="2339401"/>
                </a:lnTo>
                <a:lnTo>
                  <a:pt x="2009005" y="2337235"/>
                </a:lnTo>
                <a:lnTo>
                  <a:pt x="2023126" y="2334049"/>
                </a:lnTo>
                <a:lnTo>
                  <a:pt x="2036766" y="2329750"/>
                </a:lnTo>
                <a:lnTo>
                  <a:pt x="2049942" y="2324239"/>
                </a:lnTo>
                <a:lnTo>
                  <a:pt x="2062670" y="2317413"/>
                </a:lnTo>
                <a:lnTo>
                  <a:pt x="2074965" y="2309162"/>
                </a:lnTo>
                <a:lnTo>
                  <a:pt x="2086842" y="2299374"/>
                </a:lnTo>
                <a:lnTo>
                  <a:pt x="2098316" y="2287931"/>
                </a:lnTo>
                <a:lnTo>
                  <a:pt x="2109399" y="2274711"/>
                </a:lnTo>
                <a:lnTo>
                  <a:pt x="2120105" y="2259585"/>
                </a:lnTo>
                <a:lnTo>
                  <a:pt x="2130447" y="2242424"/>
                </a:lnTo>
                <a:lnTo>
                  <a:pt x="2140438" y="2223091"/>
                </a:lnTo>
                <a:lnTo>
                  <a:pt x="2150089" y="2201448"/>
                </a:lnTo>
                <a:lnTo>
                  <a:pt x="2159412" y="2177352"/>
                </a:lnTo>
                <a:lnTo>
                  <a:pt x="2168417" y="2150656"/>
                </a:lnTo>
                <a:lnTo>
                  <a:pt x="2176212" y="2124456"/>
                </a:lnTo>
                <a:lnTo>
                  <a:pt x="2177117" y="2121212"/>
                </a:lnTo>
                <a:lnTo>
                  <a:pt x="2185520" y="2088868"/>
                </a:lnTo>
                <a:lnTo>
                  <a:pt x="2193638" y="2053471"/>
                </a:lnTo>
                <a:lnTo>
                  <a:pt x="2201480" y="2014866"/>
                </a:lnTo>
                <a:lnTo>
                  <a:pt x="2209055" y="1972897"/>
                </a:lnTo>
                <a:lnTo>
                  <a:pt x="2216372" y="1927407"/>
                </a:lnTo>
                <a:lnTo>
                  <a:pt x="2223441" y="1878239"/>
                </a:lnTo>
                <a:lnTo>
                  <a:pt x="2230269" y="1825236"/>
                </a:lnTo>
                <a:lnTo>
                  <a:pt x="2236866" y="1768245"/>
                </a:lnTo>
                <a:lnTo>
                  <a:pt x="2243237" y="1707111"/>
                </a:lnTo>
                <a:lnTo>
                  <a:pt x="2249392" y="1641684"/>
                </a:lnTo>
                <a:lnTo>
                  <a:pt x="2255338" y="1571816"/>
                </a:lnTo>
                <a:lnTo>
                  <a:pt x="2260916" y="1499616"/>
                </a:lnTo>
                <a:lnTo>
                  <a:pt x="2261082" y="1497365"/>
                </a:lnTo>
                <a:lnTo>
                  <a:pt x="2266630" y="1418190"/>
                </a:lnTo>
                <a:lnTo>
                  <a:pt x="2271990" y="1334159"/>
                </a:lnTo>
                <a:lnTo>
                  <a:pt x="2277167" y="1245146"/>
                </a:lnTo>
                <a:lnTo>
                  <a:pt x="2282169" y="1151031"/>
                </a:lnTo>
                <a:lnTo>
                  <a:pt x="2287000" y="1051702"/>
                </a:lnTo>
                <a:lnTo>
                  <a:pt x="2291667" y="947059"/>
                </a:lnTo>
                <a:lnTo>
                  <a:pt x="2296175" y="837011"/>
                </a:lnTo>
                <a:lnTo>
                  <a:pt x="2300530" y="721478"/>
                </a:lnTo>
                <a:lnTo>
                  <a:pt x="2304737" y="600394"/>
                </a:lnTo>
                <a:lnTo>
                  <a:pt x="2308801" y="473708"/>
                </a:lnTo>
                <a:lnTo>
                  <a:pt x="2312727" y="341384"/>
                </a:lnTo>
                <a:lnTo>
                  <a:pt x="2316519" y="203404"/>
                </a:lnTo>
                <a:lnTo>
                  <a:pt x="2320182" y="59769"/>
                </a:lnTo>
                <a:lnTo>
                  <a:pt x="232159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0" name="ensemble.curve-Sample-5-1.segment0">
            <a:extLst>
              <a:ext uri="{FF2B5EF4-FFF2-40B4-BE49-F238E27FC236}">
                <a16:creationId xmlns:a16="http://schemas.microsoft.com/office/drawing/2014/main" id="{5E3260A6-0839-4B77-96CB-1691EC27F78C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333328" cy="2099788"/>
          </a:xfrm>
          <a:custGeom>
            <a:avLst/>
            <a:gdLst/>
            <a:ahLst/>
            <a:cxnLst/>
            <a:rect l="0" t="0" r="0" b="0"/>
            <a:pathLst>
              <a:path w="2333328" h="2099788">
                <a:moveTo>
                  <a:pt x="0" y="2099788"/>
                </a:moveTo>
                <a:lnTo>
                  <a:pt x="85648" y="2098132"/>
                </a:lnTo>
                <a:lnTo>
                  <a:pt x="168384" y="2096367"/>
                </a:lnTo>
                <a:lnTo>
                  <a:pt x="248306" y="2094489"/>
                </a:lnTo>
                <a:lnTo>
                  <a:pt x="325511" y="2092490"/>
                </a:lnTo>
                <a:lnTo>
                  <a:pt x="400090" y="2090362"/>
                </a:lnTo>
                <a:lnTo>
                  <a:pt x="472134" y="2088099"/>
                </a:lnTo>
                <a:lnTo>
                  <a:pt x="541727" y="2085691"/>
                </a:lnTo>
                <a:lnTo>
                  <a:pt x="608954" y="2083130"/>
                </a:lnTo>
                <a:lnTo>
                  <a:pt x="673895" y="2080408"/>
                </a:lnTo>
                <a:lnTo>
                  <a:pt x="736627" y="2077513"/>
                </a:lnTo>
                <a:lnTo>
                  <a:pt x="797227" y="2074436"/>
                </a:lnTo>
                <a:lnTo>
                  <a:pt x="855765" y="2071166"/>
                </a:lnTo>
                <a:lnTo>
                  <a:pt x="912313" y="2067691"/>
                </a:lnTo>
                <a:lnTo>
                  <a:pt x="966939" y="2064000"/>
                </a:lnTo>
                <a:lnTo>
                  <a:pt x="1019706" y="2060080"/>
                </a:lnTo>
                <a:lnTo>
                  <a:pt x="1070680" y="2055917"/>
                </a:lnTo>
                <a:lnTo>
                  <a:pt x="1119920" y="2051497"/>
                </a:lnTo>
                <a:lnTo>
                  <a:pt x="1167485" y="2046806"/>
                </a:lnTo>
                <a:lnTo>
                  <a:pt x="1213433" y="2041826"/>
                </a:lnTo>
                <a:lnTo>
                  <a:pt x="1257819" y="2036543"/>
                </a:lnTo>
                <a:lnTo>
                  <a:pt x="1300695" y="2030937"/>
                </a:lnTo>
                <a:lnTo>
                  <a:pt x="1342114" y="2024991"/>
                </a:lnTo>
                <a:lnTo>
                  <a:pt x="1382124" y="2018686"/>
                </a:lnTo>
                <a:lnTo>
                  <a:pt x="1420773" y="2012000"/>
                </a:lnTo>
                <a:lnTo>
                  <a:pt x="1458108" y="2004911"/>
                </a:lnTo>
                <a:lnTo>
                  <a:pt x="1494174" y="1997398"/>
                </a:lnTo>
                <a:lnTo>
                  <a:pt x="1529013" y="1989435"/>
                </a:lnTo>
                <a:lnTo>
                  <a:pt x="1562667" y="1980998"/>
                </a:lnTo>
                <a:lnTo>
                  <a:pt x="1595177" y="1972060"/>
                </a:lnTo>
                <a:lnTo>
                  <a:pt x="1626582" y="1962593"/>
                </a:lnTo>
                <a:lnTo>
                  <a:pt x="1656918" y="1952566"/>
                </a:lnTo>
                <a:lnTo>
                  <a:pt x="1686223" y="1941949"/>
                </a:lnTo>
                <a:lnTo>
                  <a:pt x="1714532" y="1930708"/>
                </a:lnTo>
                <a:lnTo>
                  <a:pt x="1741878" y="1918810"/>
                </a:lnTo>
                <a:lnTo>
                  <a:pt x="1768294" y="1906217"/>
                </a:lnTo>
                <a:lnTo>
                  <a:pt x="1793811" y="1892890"/>
                </a:lnTo>
                <a:lnTo>
                  <a:pt x="1818461" y="1878790"/>
                </a:lnTo>
                <a:lnTo>
                  <a:pt x="1842273" y="1863874"/>
                </a:lnTo>
                <a:lnTo>
                  <a:pt x="1865275" y="1848097"/>
                </a:lnTo>
                <a:lnTo>
                  <a:pt x="1887495" y="1831411"/>
                </a:lnTo>
                <a:lnTo>
                  <a:pt x="1908959" y="1813767"/>
                </a:lnTo>
                <a:lnTo>
                  <a:pt x="1929694" y="1795113"/>
                </a:lnTo>
                <a:lnTo>
                  <a:pt x="1949723" y="1775393"/>
                </a:lnTo>
                <a:lnTo>
                  <a:pt x="1969071" y="1754549"/>
                </a:lnTo>
                <a:lnTo>
                  <a:pt x="1987762" y="1732521"/>
                </a:lnTo>
                <a:lnTo>
                  <a:pt x="2005817" y="1709243"/>
                </a:lnTo>
                <a:lnTo>
                  <a:pt x="2023257" y="1684650"/>
                </a:lnTo>
                <a:lnTo>
                  <a:pt x="2040105" y="1658669"/>
                </a:lnTo>
                <a:lnTo>
                  <a:pt x="2056380" y="1631227"/>
                </a:lnTo>
                <a:lnTo>
                  <a:pt x="2072101" y="1602244"/>
                </a:lnTo>
                <a:lnTo>
                  <a:pt x="2087288" y="1571639"/>
                </a:lnTo>
                <a:lnTo>
                  <a:pt x="2101958" y="1539325"/>
                </a:lnTo>
                <a:lnTo>
                  <a:pt x="2116130" y="1505210"/>
                </a:lnTo>
                <a:lnTo>
                  <a:pt x="2118338" y="1499616"/>
                </a:lnTo>
                <a:lnTo>
                  <a:pt x="2129820" y="1469201"/>
                </a:lnTo>
                <a:lnTo>
                  <a:pt x="2143044" y="1431196"/>
                </a:lnTo>
                <a:lnTo>
                  <a:pt x="2155818" y="1391090"/>
                </a:lnTo>
                <a:lnTo>
                  <a:pt x="2168158" y="1348773"/>
                </a:lnTo>
                <a:lnTo>
                  <a:pt x="2180079" y="1304129"/>
                </a:lnTo>
                <a:lnTo>
                  <a:pt x="2191594" y="1257038"/>
                </a:lnTo>
                <a:lnTo>
                  <a:pt x="2202717" y="1207372"/>
                </a:lnTo>
                <a:lnTo>
                  <a:pt x="2213462" y="1154999"/>
                </a:lnTo>
                <a:lnTo>
                  <a:pt x="2223842" y="1099779"/>
                </a:lnTo>
                <a:lnTo>
                  <a:pt x="2233869" y="1041568"/>
                </a:lnTo>
                <a:lnTo>
                  <a:pt x="2243555" y="980213"/>
                </a:lnTo>
                <a:lnTo>
                  <a:pt x="2252912" y="915556"/>
                </a:lnTo>
                <a:lnTo>
                  <a:pt x="2261950" y="847432"/>
                </a:lnTo>
                <a:lnTo>
                  <a:pt x="2270681" y="775668"/>
                </a:lnTo>
                <a:lnTo>
                  <a:pt x="2279115" y="700086"/>
                </a:lnTo>
                <a:lnTo>
                  <a:pt x="2287262" y="620498"/>
                </a:lnTo>
                <a:lnTo>
                  <a:pt x="2295133" y="536712"/>
                </a:lnTo>
                <a:lnTo>
                  <a:pt x="2302735" y="448527"/>
                </a:lnTo>
                <a:lnTo>
                  <a:pt x="2310080" y="355735"/>
                </a:lnTo>
                <a:lnTo>
                  <a:pt x="2317174" y="258122"/>
                </a:lnTo>
                <a:lnTo>
                  <a:pt x="2324027" y="155467"/>
                </a:lnTo>
                <a:lnTo>
                  <a:pt x="2330647" y="47542"/>
                </a:lnTo>
                <a:lnTo>
                  <a:pt x="233332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1" name="ensemble.curve-Sample-5-2.segment0">
            <a:extLst>
              <a:ext uri="{FF2B5EF4-FFF2-40B4-BE49-F238E27FC236}">
                <a16:creationId xmlns:a16="http://schemas.microsoft.com/office/drawing/2014/main" id="{74DA5FC2-B620-4259-9162-8E15D017320D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660318" cy="1979573"/>
          </a:xfrm>
          <a:custGeom>
            <a:avLst/>
            <a:gdLst/>
            <a:ahLst/>
            <a:cxnLst/>
            <a:rect l="0" t="0" r="0" b="0"/>
            <a:pathLst>
              <a:path w="1660318" h="1979573">
                <a:moveTo>
                  <a:pt x="0" y="1979573"/>
                </a:moveTo>
                <a:lnTo>
                  <a:pt x="67742" y="1970993"/>
                </a:lnTo>
                <a:lnTo>
                  <a:pt x="133180" y="1961939"/>
                </a:lnTo>
                <a:lnTo>
                  <a:pt x="196393" y="1952389"/>
                </a:lnTo>
                <a:lnTo>
                  <a:pt x="257456" y="1942316"/>
                </a:lnTo>
                <a:lnTo>
                  <a:pt x="316443" y="1931697"/>
                </a:lnTo>
                <a:lnTo>
                  <a:pt x="373424" y="1920503"/>
                </a:lnTo>
                <a:lnTo>
                  <a:pt x="428467" y="1908707"/>
                </a:lnTo>
                <a:lnTo>
                  <a:pt x="481639" y="1896279"/>
                </a:lnTo>
                <a:lnTo>
                  <a:pt x="533003" y="1883188"/>
                </a:lnTo>
                <a:lnTo>
                  <a:pt x="582620" y="1869402"/>
                </a:lnTo>
                <a:lnTo>
                  <a:pt x="630549" y="1854889"/>
                </a:lnTo>
                <a:lnTo>
                  <a:pt x="676849" y="1839613"/>
                </a:lnTo>
                <a:lnTo>
                  <a:pt x="721575" y="1823538"/>
                </a:lnTo>
                <a:lnTo>
                  <a:pt x="764779" y="1806626"/>
                </a:lnTo>
                <a:lnTo>
                  <a:pt x="806515" y="1788838"/>
                </a:lnTo>
                <a:lnTo>
                  <a:pt x="846831" y="1770133"/>
                </a:lnTo>
                <a:lnTo>
                  <a:pt x="885776" y="1750468"/>
                </a:lnTo>
                <a:lnTo>
                  <a:pt x="923397" y="1729800"/>
                </a:lnTo>
                <a:lnTo>
                  <a:pt x="959739" y="1708081"/>
                </a:lnTo>
                <a:lnTo>
                  <a:pt x="994845" y="1685264"/>
                </a:lnTo>
                <a:lnTo>
                  <a:pt x="1028757" y="1661299"/>
                </a:lnTo>
                <a:lnTo>
                  <a:pt x="1061516" y="1636135"/>
                </a:lnTo>
                <a:lnTo>
                  <a:pt x="1093161" y="1609717"/>
                </a:lnTo>
                <a:lnTo>
                  <a:pt x="1123730" y="1581990"/>
                </a:lnTo>
                <a:lnTo>
                  <a:pt x="1153259" y="1552896"/>
                </a:lnTo>
                <a:lnTo>
                  <a:pt x="1181785" y="1522375"/>
                </a:lnTo>
                <a:lnTo>
                  <a:pt x="1201607" y="1499616"/>
                </a:lnTo>
                <a:lnTo>
                  <a:pt x="1209340" y="1490365"/>
                </a:lnTo>
                <a:lnTo>
                  <a:pt x="1235958" y="1456802"/>
                </a:lnTo>
                <a:lnTo>
                  <a:pt x="1261671" y="1421618"/>
                </a:lnTo>
                <a:lnTo>
                  <a:pt x="1286510" y="1384746"/>
                </a:lnTo>
                <a:lnTo>
                  <a:pt x="1310504" y="1346114"/>
                </a:lnTo>
                <a:lnTo>
                  <a:pt x="1333682" y="1305649"/>
                </a:lnTo>
                <a:lnTo>
                  <a:pt x="1356072" y="1263276"/>
                </a:lnTo>
                <a:lnTo>
                  <a:pt x="1377701" y="1218917"/>
                </a:lnTo>
                <a:lnTo>
                  <a:pt x="1398594" y="1172492"/>
                </a:lnTo>
                <a:lnTo>
                  <a:pt x="1418777" y="1123919"/>
                </a:lnTo>
                <a:lnTo>
                  <a:pt x="1438273" y="1073114"/>
                </a:lnTo>
                <a:lnTo>
                  <a:pt x="1457107" y="1019991"/>
                </a:lnTo>
                <a:lnTo>
                  <a:pt x="1475300" y="964462"/>
                </a:lnTo>
                <a:lnTo>
                  <a:pt x="1492874" y="906438"/>
                </a:lnTo>
                <a:lnTo>
                  <a:pt x="1509851" y="845829"/>
                </a:lnTo>
                <a:lnTo>
                  <a:pt x="1526250" y="782542"/>
                </a:lnTo>
                <a:lnTo>
                  <a:pt x="1542092" y="716484"/>
                </a:lnTo>
                <a:lnTo>
                  <a:pt x="1557395" y="647563"/>
                </a:lnTo>
                <a:lnTo>
                  <a:pt x="1572178" y="575684"/>
                </a:lnTo>
                <a:lnTo>
                  <a:pt x="1586458" y="500755"/>
                </a:lnTo>
                <a:lnTo>
                  <a:pt x="1600252" y="422683"/>
                </a:lnTo>
                <a:lnTo>
                  <a:pt x="1613577" y="341378"/>
                </a:lnTo>
                <a:lnTo>
                  <a:pt x="1626450" y="256753"/>
                </a:lnTo>
                <a:lnTo>
                  <a:pt x="1638884" y="168722"/>
                </a:lnTo>
                <a:lnTo>
                  <a:pt x="1650896" y="77205"/>
                </a:lnTo>
                <a:lnTo>
                  <a:pt x="166031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2" name="ensemble.curve-Sample-5-3.segment0">
            <a:extLst>
              <a:ext uri="{FF2B5EF4-FFF2-40B4-BE49-F238E27FC236}">
                <a16:creationId xmlns:a16="http://schemas.microsoft.com/office/drawing/2014/main" id="{D677539C-F1C4-4164-8EC1-7DAD211DC009}"/>
              </a:ext>
            </a:extLst>
          </p:cNvPr>
          <p:cNvSpPr>
            <a:spLocks noGrp="1"/>
          </p:cNvSpPr>
          <p:nvPr/>
        </p:nvSpPr>
        <p:spPr>
          <a:xfrm>
            <a:off x="7161871" y="10354105"/>
            <a:ext cx="1460251" cy="151970"/>
          </a:xfrm>
          <a:custGeom>
            <a:avLst/>
            <a:gdLst/>
            <a:ahLst/>
            <a:cxnLst/>
            <a:rect l="0" t="0" r="0" b="0"/>
            <a:pathLst>
              <a:path w="1460251" h="151970">
                <a:moveTo>
                  <a:pt x="0" y="0"/>
                </a:moveTo>
                <a:lnTo>
                  <a:pt x="89070" y="3701"/>
                </a:lnTo>
                <a:lnTo>
                  <a:pt x="175112" y="7585"/>
                </a:lnTo>
                <a:lnTo>
                  <a:pt x="258227" y="11658"/>
                </a:lnTo>
                <a:lnTo>
                  <a:pt x="338517" y="15928"/>
                </a:lnTo>
                <a:lnTo>
                  <a:pt x="416076" y="20403"/>
                </a:lnTo>
                <a:lnTo>
                  <a:pt x="490998" y="25092"/>
                </a:lnTo>
                <a:lnTo>
                  <a:pt x="563372" y="30001"/>
                </a:lnTo>
                <a:lnTo>
                  <a:pt x="633284" y="35141"/>
                </a:lnTo>
                <a:lnTo>
                  <a:pt x="700820" y="40518"/>
                </a:lnTo>
                <a:lnTo>
                  <a:pt x="766059" y="46143"/>
                </a:lnTo>
                <a:lnTo>
                  <a:pt x="829080" y="52024"/>
                </a:lnTo>
                <a:lnTo>
                  <a:pt x="889957" y="58171"/>
                </a:lnTo>
                <a:lnTo>
                  <a:pt x="948765" y="64593"/>
                </a:lnTo>
                <a:lnTo>
                  <a:pt x="1005572" y="71299"/>
                </a:lnTo>
                <a:lnTo>
                  <a:pt x="1060448" y="78301"/>
                </a:lnTo>
                <a:lnTo>
                  <a:pt x="1113458" y="85607"/>
                </a:lnTo>
                <a:lnTo>
                  <a:pt x="1164666" y="93229"/>
                </a:lnTo>
                <a:lnTo>
                  <a:pt x="1214132" y="101177"/>
                </a:lnTo>
                <a:lnTo>
                  <a:pt x="1261916" y="109462"/>
                </a:lnTo>
                <a:lnTo>
                  <a:pt x="1308075" y="118094"/>
                </a:lnTo>
                <a:lnTo>
                  <a:pt x="1352664" y="127086"/>
                </a:lnTo>
                <a:lnTo>
                  <a:pt x="1395737" y="136448"/>
                </a:lnTo>
                <a:lnTo>
                  <a:pt x="1437346" y="146192"/>
                </a:lnTo>
                <a:lnTo>
                  <a:pt x="1460251" y="15197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3" name="ensemble.curve-Sample-5-3.segment1">
            <a:extLst>
              <a:ext uri="{FF2B5EF4-FFF2-40B4-BE49-F238E27FC236}">
                <a16:creationId xmlns:a16="http://schemas.microsoft.com/office/drawing/2014/main" id="{32A052A6-F97E-40F0-A12B-4C7D6CE2CC76}"/>
              </a:ext>
            </a:extLst>
          </p:cNvPr>
          <p:cNvSpPr>
            <a:spLocks noGrp="1"/>
          </p:cNvSpPr>
          <p:nvPr/>
        </p:nvSpPr>
        <p:spPr>
          <a:xfrm>
            <a:off x="9766408" y="8162925"/>
            <a:ext cx="2479" cy="2343150"/>
          </a:xfrm>
          <a:custGeom>
            <a:avLst/>
            <a:gdLst/>
            <a:ahLst/>
            <a:cxnLst/>
            <a:rect l="0" t="0" r="0" b="0"/>
            <a:pathLst>
              <a:path w="2479" h="2343150">
                <a:moveTo>
                  <a:pt x="0" y="2343150"/>
                </a:moveTo>
                <a:lnTo>
                  <a:pt x="203" y="2197644"/>
                </a:lnTo>
                <a:lnTo>
                  <a:pt x="299" y="2124456"/>
                </a:lnTo>
                <a:lnTo>
                  <a:pt x="700" y="1803907"/>
                </a:lnTo>
                <a:lnTo>
                  <a:pt x="1052" y="1499616"/>
                </a:lnTo>
                <a:lnTo>
                  <a:pt x="1179" y="1383322"/>
                </a:lnTo>
                <a:lnTo>
                  <a:pt x="1643" y="934673"/>
                </a:lnTo>
                <a:lnTo>
                  <a:pt x="2090" y="456692"/>
                </a:lnTo>
                <a:lnTo>
                  <a:pt x="247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4" name="ensemble.curve-Sample-5-4.segment0">
            <a:extLst>
              <a:ext uri="{FF2B5EF4-FFF2-40B4-BE49-F238E27FC236}">
                <a16:creationId xmlns:a16="http://schemas.microsoft.com/office/drawing/2014/main" id="{C70B3CEB-5EE4-4B64-AB31-45AAE24852B6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819095" cy="2071025"/>
          </a:xfrm>
          <a:custGeom>
            <a:avLst/>
            <a:gdLst/>
            <a:ahLst/>
            <a:cxnLst/>
            <a:rect l="0" t="0" r="0" b="0"/>
            <a:pathLst>
              <a:path w="1819095" h="2071025">
                <a:moveTo>
                  <a:pt x="0" y="2071025"/>
                </a:moveTo>
                <a:lnTo>
                  <a:pt x="67296" y="2067849"/>
                </a:lnTo>
                <a:lnTo>
                  <a:pt x="132303" y="2064497"/>
                </a:lnTo>
                <a:lnTo>
                  <a:pt x="195099" y="2060960"/>
                </a:lnTo>
                <a:lnTo>
                  <a:pt x="255761" y="2057228"/>
                </a:lnTo>
                <a:lnTo>
                  <a:pt x="314359" y="2053293"/>
                </a:lnTo>
                <a:lnTo>
                  <a:pt x="370965" y="2049144"/>
                </a:lnTo>
                <a:lnTo>
                  <a:pt x="425646" y="2044770"/>
                </a:lnTo>
                <a:lnTo>
                  <a:pt x="478468" y="2040160"/>
                </a:lnTo>
                <a:lnTo>
                  <a:pt x="529493" y="2035302"/>
                </a:lnTo>
                <a:lnTo>
                  <a:pt x="578783" y="2030186"/>
                </a:lnTo>
                <a:lnTo>
                  <a:pt x="626398" y="2024797"/>
                </a:lnTo>
                <a:lnTo>
                  <a:pt x="672393" y="2019122"/>
                </a:lnTo>
                <a:lnTo>
                  <a:pt x="716824" y="2013148"/>
                </a:lnTo>
                <a:lnTo>
                  <a:pt x="759744" y="2006861"/>
                </a:lnTo>
                <a:lnTo>
                  <a:pt x="801204" y="2000245"/>
                </a:lnTo>
                <a:lnTo>
                  <a:pt x="841255" y="1993284"/>
                </a:lnTo>
                <a:lnTo>
                  <a:pt x="879944" y="1985963"/>
                </a:lnTo>
                <a:lnTo>
                  <a:pt x="917317" y="1978264"/>
                </a:lnTo>
                <a:lnTo>
                  <a:pt x="953420" y="1970169"/>
                </a:lnTo>
                <a:lnTo>
                  <a:pt x="988294" y="1961660"/>
                </a:lnTo>
                <a:lnTo>
                  <a:pt x="1021983" y="1952717"/>
                </a:lnTo>
                <a:lnTo>
                  <a:pt x="1054526" y="1943321"/>
                </a:lnTo>
                <a:lnTo>
                  <a:pt x="1085963" y="1933449"/>
                </a:lnTo>
                <a:lnTo>
                  <a:pt x="1116331" y="1923081"/>
                </a:lnTo>
                <a:lnTo>
                  <a:pt x="1145666" y="1912193"/>
                </a:lnTo>
                <a:lnTo>
                  <a:pt x="1174003" y="1900761"/>
                </a:lnTo>
                <a:lnTo>
                  <a:pt x="1201377" y="1888761"/>
                </a:lnTo>
                <a:lnTo>
                  <a:pt x="1227820" y="1876166"/>
                </a:lnTo>
                <a:lnTo>
                  <a:pt x="1253364" y="1862950"/>
                </a:lnTo>
                <a:lnTo>
                  <a:pt x="1278039" y="1849085"/>
                </a:lnTo>
                <a:lnTo>
                  <a:pt x="1301875" y="1834541"/>
                </a:lnTo>
                <a:lnTo>
                  <a:pt x="1324901" y="1819288"/>
                </a:lnTo>
                <a:lnTo>
                  <a:pt x="1347143" y="1803295"/>
                </a:lnTo>
                <a:lnTo>
                  <a:pt x="1368629" y="1786527"/>
                </a:lnTo>
                <a:lnTo>
                  <a:pt x="1389385" y="1768952"/>
                </a:lnTo>
                <a:lnTo>
                  <a:pt x="1409435" y="1750533"/>
                </a:lnTo>
                <a:lnTo>
                  <a:pt x="1428803" y="1731234"/>
                </a:lnTo>
                <a:lnTo>
                  <a:pt x="1447512" y="1711014"/>
                </a:lnTo>
                <a:lnTo>
                  <a:pt x="1465585" y="1689835"/>
                </a:lnTo>
                <a:lnTo>
                  <a:pt x="1483044" y="1667655"/>
                </a:lnTo>
                <a:lnTo>
                  <a:pt x="1499909" y="1644429"/>
                </a:lnTo>
                <a:lnTo>
                  <a:pt x="1516201" y="1620114"/>
                </a:lnTo>
                <a:lnTo>
                  <a:pt x="1531938" y="1594661"/>
                </a:lnTo>
                <a:lnTo>
                  <a:pt x="1547140" y="1568022"/>
                </a:lnTo>
                <a:lnTo>
                  <a:pt x="1561826" y="1540146"/>
                </a:lnTo>
                <a:lnTo>
                  <a:pt x="1576012" y="1510981"/>
                </a:lnTo>
                <a:lnTo>
                  <a:pt x="1581244" y="1499616"/>
                </a:lnTo>
                <a:lnTo>
                  <a:pt x="1589715" y="1480471"/>
                </a:lnTo>
                <a:lnTo>
                  <a:pt x="1602953" y="1448560"/>
                </a:lnTo>
                <a:lnTo>
                  <a:pt x="1615740" y="1415188"/>
                </a:lnTo>
                <a:lnTo>
                  <a:pt x="1628093" y="1380294"/>
                </a:lnTo>
                <a:lnTo>
                  <a:pt x="1640026" y="1343813"/>
                </a:lnTo>
                <a:lnTo>
                  <a:pt x="1651552" y="1305680"/>
                </a:lnTo>
                <a:lnTo>
                  <a:pt x="1662687" y="1265825"/>
                </a:lnTo>
                <a:lnTo>
                  <a:pt x="1673443" y="1224178"/>
                </a:lnTo>
                <a:lnTo>
                  <a:pt x="1683834" y="1180662"/>
                </a:lnTo>
                <a:lnTo>
                  <a:pt x="1693871" y="1135202"/>
                </a:lnTo>
                <a:lnTo>
                  <a:pt x="1703567" y="1087717"/>
                </a:lnTo>
                <a:lnTo>
                  <a:pt x="1712933" y="1038123"/>
                </a:lnTo>
                <a:lnTo>
                  <a:pt x="1721981" y="986335"/>
                </a:lnTo>
                <a:lnTo>
                  <a:pt x="1730721" y="932263"/>
                </a:lnTo>
                <a:lnTo>
                  <a:pt x="1739163" y="875812"/>
                </a:lnTo>
                <a:lnTo>
                  <a:pt x="1747319" y="816888"/>
                </a:lnTo>
                <a:lnTo>
                  <a:pt x="1755197" y="755389"/>
                </a:lnTo>
                <a:lnTo>
                  <a:pt x="1762808" y="691211"/>
                </a:lnTo>
                <a:lnTo>
                  <a:pt x="1770159" y="624247"/>
                </a:lnTo>
                <a:lnTo>
                  <a:pt x="1777261" y="554383"/>
                </a:lnTo>
                <a:lnTo>
                  <a:pt x="1784121" y="481505"/>
                </a:lnTo>
                <a:lnTo>
                  <a:pt x="1790748" y="405490"/>
                </a:lnTo>
                <a:lnTo>
                  <a:pt x="1797150" y="326215"/>
                </a:lnTo>
                <a:lnTo>
                  <a:pt x="1803333" y="243549"/>
                </a:lnTo>
                <a:lnTo>
                  <a:pt x="1809307" y="157358"/>
                </a:lnTo>
                <a:lnTo>
                  <a:pt x="1815077" y="67502"/>
                </a:lnTo>
                <a:lnTo>
                  <a:pt x="1819095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5" name="ensemble.curve-Sample-5-5.segment0">
            <a:extLst>
              <a:ext uri="{FF2B5EF4-FFF2-40B4-BE49-F238E27FC236}">
                <a16:creationId xmlns:a16="http://schemas.microsoft.com/office/drawing/2014/main" id="{DA5A0377-D9FF-486E-80E3-B823E7793CD3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925252" cy="2112142"/>
          </a:xfrm>
          <a:custGeom>
            <a:avLst/>
            <a:gdLst/>
            <a:ahLst/>
            <a:cxnLst/>
            <a:rect l="0" t="0" r="0" b="0"/>
            <a:pathLst>
              <a:path w="1925252" h="2112142">
                <a:moveTo>
                  <a:pt x="0" y="2112142"/>
                </a:moveTo>
                <a:lnTo>
                  <a:pt x="74404" y="2110179"/>
                </a:lnTo>
                <a:lnTo>
                  <a:pt x="146277" y="2108004"/>
                </a:lnTo>
                <a:lnTo>
                  <a:pt x="215706" y="2105597"/>
                </a:lnTo>
                <a:lnTo>
                  <a:pt x="282775" y="2102939"/>
                </a:lnTo>
                <a:lnTo>
                  <a:pt x="347563" y="2100009"/>
                </a:lnTo>
                <a:lnTo>
                  <a:pt x="410147" y="2096784"/>
                </a:lnTo>
                <a:lnTo>
                  <a:pt x="470604" y="2093240"/>
                </a:lnTo>
                <a:lnTo>
                  <a:pt x="529005" y="2089353"/>
                </a:lnTo>
                <a:lnTo>
                  <a:pt x="585419" y="2085094"/>
                </a:lnTo>
                <a:lnTo>
                  <a:pt x="639916" y="2080436"/>
                </a:lnTo>
                <a:lnTo>
                  <a:pt x="692559" y="2075348"/>
                </a:lnTo>
                <a:lnTo>
                  <a:pt x="743412" y="2069798"/>
                </a:lnTo>
                <a:lnTo>
                  <a:pt x="792536" y="2063752"/>
                </a:lnTo>
                <a:lnTo>
                  <a:pt x="839990" y="2057175"/>
                </a:lnTo>
                <a:lnTo>
                  <a:pt x="885829" y="2050030"/>
                </a:lnTo>
                <a:lnTo>
                  <a:pt x="930111" y="2042277"/>
                </a:lnTo>
                <a:lnTo>
                  <a:pt x="972886" y="2033875"/>
                </a:lnTo>
                <a:lnTo>
                  <a:pt x="1014207" y="2024781"/>
                </a:lnTo>
                <a:lnTo>
                  <a:pt x="1054122" y="2014951"/>
                </a:lnTo>
                <a:lnTo>
                  <a:pt x="1092680" y="2004335"/>
                </a:lnTo>
                <a:lnTo>
                  <a:pt x="1129928" y="1992887"/>
                </a:lnTo>
                <a:lnTo>
                  <a:pt x="1165908" y="1980554"/>
                </a:lnTo>
                <a:lnTo>
                  <a:pt x="1200665" y="1967283"/>
                </a:lnTo>
                <a:lnTo>
                  <a:pt x="1234240" y="1953018"/>
                </a:lnTo>
                <a:lnTo>
                  <a:pt x="1266674" y="1937703"/>
                </a:lnTo>
                <a:lnTo>
                  <a:pt x="1298004" y="1921277"/>
                </a:lnTo>
                <a:lnTo>
                  <a:pt x="1328269" y="1903679"/>
                </a:lnTo>
                <a:lnTo>
                  <a:pt x="1357505" y="1884845"/>
                </a:lnTo>
                <a:lnTo>
                  <a:pt x="1385747" y="1864709"/>
                </a:lnTo>
                <a:lnTo>
                  <a:pt x="1413028" y="1843202"/>
                </a:lnTo>
                <a:lnTo>
                  <a:pt x="1439382" y="1820256"/>
                </a:lnTo>
                <a:lnTo>
                  <a:pt x="1464840" y="1795796"/>
                </a:lnTo>
                <a:lnTo>
                  <a:pt x="1489432" y="1769749"/>
                </a:lnTo>
                <a:lnTo>
                  <a:pt x="1513187" y="1742039"/>
                </a:lnTo>
                <a:lnTo>
                  <a:pt x="1536135" y="1712585"/>
                </a:lnTo>
                <a:lnTo>
                  <a:pt x="1558303" y="1681308"/>
                </a:lnTo>
                <a:lnTo>
                  <a:pt x="1579716" y="1648125"/>
                </a:lnTo>
                <a:lnTo>
                  <a:pt x="1600402" y="1612950"/>
                </a:lnTo>
                <a:lnTo>
                  <a:pt x="1620384" y="1575696"/>
                </a:lnTo>
                <a:lnTo>
                  <a:pt x="1639687" y="1536274"/>
                </a:lnTo>
                <a:lnTo>
                  <a:pt x="1656173" y="1499616"/>
                </a:lnTo>
                <a:lnTo>
                  <a:pt x="1658333" y="1494593"/>
                </a:lnTo>
                <a:lnTo>
                  <a:pt x="1676345" y="1450559"/>
                </a:lnTo>
                <a:lnTo>
                  <a:pt x="1693745" y="1404077"/>
                </a:lnTo>
                <a:lnTo>
                  <a:pt x="1710553" y="1355050"/>
                </a:lnTo>
                <a:lnTo>
                  <a:pt x="1726789" y="1303378"/>
                </a:lnTo>
                <a:lnTo>
                  <a:pt x="1742474" y="1248959"/>
                </a:lnTo>
                <a:lnTo>
                  <a:pt x="1757625" y="1191692"/>
                </a:lnTo>
                <a:lnTo>
                  <a:pt x="1772261" y="1131471"/>
                </a:lnTo>
                <a:lnTo>
                  <a:pt x="1786399" y="1068190"/>
                </a:lnTo>
                <a:lnTo>
                  <a:pt x="1800056" y="1001741"/>
                </a:lnTo>
                <a:lnTo>
                  <a:pt x="1813249" y="932014"/>
                </a:lnTo>
                <a:lnTo>
                  <a:pt x="1825993" y="858900"/>
                </a:lnTo>
                <a:lnTo>
                  <a:pt x="1838304" y="782287"/>
                </a:lnTo>
                <a:lnTo>
                  <a:pt x="1850196" y="702064"/>
                </a:lnTo>
                <a:lnTo>
                  <a:pt x="1861684" y="618117"/>
                </a:lnTo>
                <a:lnTo>
                  <a:pt x="1872782" y="530335"/>
                </a:lnTo>
                <a:lnTo>
                  <a:pt x="1883502" y="438605"/>
                </a:lnTo>
                <a:lnTo>
                  <a:pt x="1893857" y="342818"/>
                </a:lnTo>
                <a:lnTo>
                  <a:pt x="1903860" y="242863"/>
                </a:lnTo>
                <a:lnTo>
                  <a:pt x="1913523" y="138634"/>
                </a:lnTo>
                <a:lnTo>
                  <a:pt x="1922858" y="30025"/>
                </a:lnTo>
                <a:lnTo>
                  <a:pt x="1925252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6" name="ensemble.curve-Sample-6-1.segment0">
            <a:extLst>
              <a:ext uri="{FF2B5EF4-FFF2-40B4-BE49-F238E27FC236}">
                <a16:creationId xmlns:a16="http://schemas.microsoft.com/office/drawing/2014/main" id="{642C4867-62AF-45C0-9817-2668C776B334}"/>
              </a:ext>
            </a:extLst>
          </p:cNvPr>
          <p:cNvSpPr>
            <a:spLocks noGrp="1"/>
          </p:cNvSpPr>
          <p:nvPr/>
        </p:nvSpPr>
        <p:spPr>
          <a:xfrm>
            <a:off x="7161871" y="10420209"/>
            <a:ext cx="654436" cy="85866"/>
          </a:xfrm>
          <a:custGeom>
            <a:avLst/>
            <a:gdLst/>
            <a:ahLst/>
            <a:cxnLst/>
            <a:rect l="0" t="0" r="0" b="0"/>
            <a:pathLst>
              <a:path w="654436" h="85866">
                <a:moveTo>
                  <a:pt x="0" y="0"/>
                </a:moveTo>
                <a:lnTo>
                  <a:pt x="79781" y="7380"/>
                </a:lnTo>
                <a:lnTo>
                  <a:pt x="156849" y="15125"/>
                </a:lnTo>
                <a:lnTo>
                  <a:pt x="231297" y="23247"/>
                </a:lnTo>
                <a:lnTo>
                  <a:pt x="303213" y="31762"/>
                </a:lnTo>
                <a:lnTo>
                  <a:pt x="372683" y="40684"/>
                </a:lnTo>
                <a:lnTo>
                  <a:pt x="439791" y="50028"/>
                </a:lnTo>
                <a:lnTo>
                  <a:pt x="504617" y="59811"/>
                </a:lnTo>
                <a:lnTo>
                  <a:pt x="567239" y="70047"/>
                </a:lnTo>
                <a:lnTo>
                  <a:pt x="627731" y="80752"/>
                </a:lnTo>
                <a:lnTo>
                  <a:pt x="654436" y="85866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7" name="ensemble.curve-Sample-6-1.segment1">
            <a:extLst>
              <a:ext uri="{FF2B5EF4-FFF2-40B4-BE49-F238E27FC236}">
                <a16:creationId xmlns:a16="http://schemas.microsoft.com/office/drawing/2014/main" id="{050B2F5A-B1B5-4728-95E1-6EB3A97817F4}"/>
              </a:ext>
            </a:extLst>
          </p:cNvPr>
          <p:cNvSpPr>
            <a:spLocks noGrp="1"/>
          </p:cNvSpPr>
          <p:nvPr/>
        </p:nvSpPr>
        <p:spPr>
          <a:xfrm>
            <a:off x="9309340" y="8162925"/>
            <a:ext cx="61606" cy="2343150"/>
          </a:xfrm>
          <a:custGeom>
            <a:avLst/>
            <a:gdLst/>
            <a:ahLst/>
            <a:cxnLst/>
            <a:rect l="0" t="0" r="0" b="0"/>
            <a:pathLst>
              <a:path w="61606" h="2343150">
                <a:moveTo>
                  <a:pt x="0" y="2343150"/>
                </a:moveTo>
                <a:lnTo>
                  <a:pt x="4365" y="2249072"/>
                </a:lnTo>
                <a:lnTo>
                  <a:pt x="9543" y="2124456"/>
                </a:lnTo>
                <a:lnTo>
                  <a:pt x="10973" y="2087907"/>
                </a:lnTo>
                <a:lnTo>
                  <a:pt x="17357" y="1912855"/>
                </a:lnTo>
                <a:lnTo>
                  <a:pt x="23524" y="1723843"/>
                </a:lnTo>
                <a:lnTo>
                  <a:pt x="29481" y="1520899"/>
                </a:lnTo>
                <a:lnTo>
                  <a:pt x="30071" y="1499616"/>
                </a:lnTo>
                <a:lnTo>
                  <a:pt x="35235" y="1304154"/>
                </a:lnTo>
                <a:lnTo>
                  <a:pt x="40794" y="1073847"/>
                </a:lnTo>
                <a:lnTo>
                  <a:pt x="46163" y="830314"/>
                </a:lnTo>
                <a:lnTo>
                  <a:pt x="51350" y="573994"/>
                </a:lnTo>
                <a:lnTo>
                  <a:pt x="56361" y="305418"/>
                </a:lnTo>
                <a:lnTo>
                  <a:pt x="61201" y="25202"/>
                </a:lnTo>
                <a:lnTo>
                  <a:pt x="61606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8" name="ensemble.curve-Sample-6-2.segment0">
            <a:extLst>
              <a:ext uri="{FF2B5EF4-FFF2-40B4-BE49-F238E27FC236}">
                <a16:creationId xmlns:a16="http://schemas.microsoft.com/office/drawing/2014/main" id="{1FB62DAD-8AEA-45CD-8731-0D29C1697D28}"/>
              </a:ext>
            </a:extLst>
          </p:cNvPr>
          <p:cNvSpPr>
            <a:spLocks noGrp="1"/>
          </p:cNvSpPr>
          <p:nvPr/>
        </p:nvSpPr>
        <p:spPr>
          <a:xfrm>
            <a:off x="7161871" y="10303609"/>
            <a:ext cx="2155425" cy="202466"/>
          </a:xfrm>
          <a:custGeom>
            <a:avLst/>
            <a:gdLst/>
            <a:ahLst/>
            <a:cxnLst/>
            <a:rect l="0" t="0" r="0" b="0"/>
            <a:pathLst>
              <a:path w="2155425" h="202466">
                <a:moveTo>
                  <a:pt x="0" y="0"/>
                </a:moveTo>
                <a:lnTo>
                  <a:pt x="92158" y="1060"/>
                </a:lnTo>
                <a:lnTo>
                  <a:pt x="181182" y="2186"/>
                </a:lnTo>
                <a:lnTo>
                  <a:pt x="267179" y="3382"/>
                </a:lnTo>
                <a:lnTo>
                  <a:pt x="350251" y="4650"/>
                </a:lnTo>
                <a:lnTo>
                  <a:pt x="430499" y="5996"/>
                </a:lnTo>
                <a:lnTo>
                  <a:pt x="508018" y="7423"/>
                </a:lnTo>
                <a:lnTo>
                  <a:pt x="582901" y="8936"/>
                </a:lnTo>
                <a:lnTo>
                  <a:pt x="655237" y="10539"/>
                </a:lnTo>
                <a:lnTo>
                  <a:pt x="725114" y="12238"/>
                </a:lnTo>
                <a:lnTo>
                  <a:pt x="792615" y="14036"/>
                </a:lnTo>
                <a:lnTo>
                  <a:pt x="857820" y="15941"/>
                </a:lnTo>
                <a:lnTo>
                  <a:pt x="920808" y="17956"/>
                </a:lnTo>
                <a:lnTo>
                  <a:pt x="981654" y="20088"/>
                </a:lnTo>
                <a:lnTo>
                  <a:pt x="1040431" y="22343"/>
                </a:lnTo>
                <a:lnTo>
                  <a:pt x="1097209" y="24726"/>
                </a:lnTo>
                <a:lnTo>
                  <a:pt x="1152056" y="27244"/>
                </a:lnTo>
                <a:lnTo>
                  <a:pt x="1205039" y="29903"/>
                </a:lnTo>
                <a:lnTo>
                  <a:pt x="1256220" y="32711"/>
                </a:lnTo>
                <a:lnTo>
                  <a:pt x="1305660" y="35673"/>
                </a:lnTo>
                <a:lnTo>
                  <a:pt x="1353419" y="38798"/>
                </a:lnTo>
                <a:lnTo>
                  <a:pt x="1399554" y="42092"/>
                </a:lnTo>
                <a:lnTo>
                  <a:pt x="1444121" y="45563"/>
                </a:lnTo>
                <a:lnTo>
                  <a:pt x="1487171" y="49220"/>
                </a:lnTo>
                <a:lnTo>
                  <a:pt x="1528758" y="53069"/>
                </a:lnTo>
                <a:lnTo>
                  <a:pt x="1568931" y="57119"/>
                </a:lnTo>
                <a:lnTo>
                  <a:pt x="1607738" y="61379"/>
                </a:lnTo>
                <a:lnTo>
                  <a:pt x="1645225" y="65857"/>
                </a:lnTo>
                <a:lnTo>
                  <a:pt x="1681437" y="70562"/>
                </a:lnTo>
                <a:lnTo>
                  <a:pt x="1716418" y="75502"/>
                </a:lnTo>
                <a:lnTo>
                  <a:pt x="1750210" y="80686"/>
                </a:lnTo>
                <a:lnTo>
                  <a:pt x="1782852" y="86123"/>
                </a:lnTo>
                <a:lnTo>
                  <a:pt x="1814384" y="91822"/>
                </a:lnTo>
                <a:lnTo>
                  <a:pt x="1844844" y="97793"/>
                </a:lnTo>
                <a:lnTo>
                  <a:pt x="1874269" y="104044"/>
                </a:lnTo>
                <a:lnTo>
                  <a:pt x="1902692" y="110584"/>
                </a:lnTo>
                <a:lnTo>
                  <a:pt x="1930150" y="117422"/>
                </a:lnTo>
                <a:lnTo>
                  <a:pt x="1956673" y="124567"/>
                </a:lnTo>
                <a:lnTo>
                  <a:pt x="1982295" y="132027"/>
                </a:lnTo>
                <a:lnTo>
                  <a:pt x="2007045" y="139811"/>
                </a:lnTo>
                <a:lnTo>
                  <a:pt x="2030954" y="147927"/>
                </a:lnTo>
                <a:lnTo>
                  <a:pt x="2054049" y="156381"/>
                </a:lnTo>
                <a:lnTo>
                  <a:pt x="2076360" y="165182"/>
                </a:lnTo>
                <a:lnTo>
                  <a:pt x="2097911" y="174335"/>
                </a:lnTo>
                <a:lnTo>
                  <a:pt x="2118730" y="183847"/>
                </a:lnTo>
                <a:lnTo>
                  <a:pt x="2138841" y="193723"/>
                </a:lnTo>
                <a:lnTo>
                  <a:pt x="2155425" y="202466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9" name="ensemble.curve-Sample-6-2.segment1">
            <a:extLst>
              <a:ext uri="{FF2B5EF4-FFF2-40B4-BE49-F238E27FC236}">
                <a16:creationId xmlns:a16="http://schemas.microsoft.com/office/drawing/2014/main" id="{F2D2BB8F-2C00-4082-9ED7-69963D2A4BA1}"/>
              </a:ext>
            </a:extLst>
          </p:cNvPr>
          <p:cNvSpPr>
            <a:spLocks noGrp="1"/>
          </p:cNvSpPr>
          <p:nvPr/>
        </p:nvSpPr>
        <p:spPr>
          <a:xfrm>
            <a:off x="9764659" y="8162925"/>
            <a:ext cx="41321" cy="2343150"/>
          </a:xfrm>
          <a:custGeom>
            <a:avLst/>
            <a:gdLst/>
            <a:ahLst/>
            <a:cxnLst/>
            <a:rect l="0" t="0" r="0" b="0"/>
            <a:pathLst>
              <a:path w="41321" h="2343150">
                <a:moveTo>
                  <a:pt x="0" y="2343150"/>
                </a:moveTo>
                <a:lnTo>
                  <a:pt x="2488" y="2291182"/>
                </a:lnTo>
                <a:lnTo>
                  <a:pt x="6054" y="2204245"/>
                </a:lnTo>
                <a:lnTo>
                  <a:pt x="8909" y="2124456"/>
                </a:lnTo>
                <a:lnTo>
                  <a:pt x="9499" y="2106750"/>
                </a:lnTo>
                <a:lnTo>
                  <a:pt x="12826" y="1997941"/>
                </a:lnTo>
                <a:lnTo>
                  <a:pt x="16041" y="1877039"/>
                </a:lnTo>
                <a:lnTo>
                  <a:pt x="19146" y="1743243"/>
                </a:lnTo>
                <a:lnTo>
                  <a:pt x="22145" y="1595731"/>
                </a:lnTo>
                <a:lnTo>
                  <a:pt x="23908" y="1499616"/>
                </a:lnTo>
                <a:lnTo>
                  <a:pt x="25043" y="1433667"/>
                </a:lnTo>
                <a:lnTo>
                  <a:pt x="27842" y="1256199"/>
                </a:lnTo>
                <a:lnTo>
                  <a:pt x="30546" y="1062467"/>
                </a:lnTo>
                <a:lnTo>
                  <a:pt x="33157" y="851606"/>
                </a:lnTo>
                <a:lnTo>
                  <a:pt x="35680" y="622744"/>
                </a:lnTo>
                <a:lnTo>
                  <a:pt x="38118" y="375014"/>
                </a:lnTo>
                <a:lnTo>
                  <a:pt x="40472" y="107551"/>
                </a:lnTo>
                <a:lnTo>
                  <a:pt x="4132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0" name="ensemble.curve-Sample-6-3.segment0">
            <a:extLst>
              <a:ext uri="{FF2B5EF4-FFF2-40B4-BE49-F238E27FC236}">
                <a16:creationId xmlns:a16="http://schemas.microsoft.com/office/drawing/2014/main" id="{C9BE22EF-B22E-4E44-B527-AA568C4F0E72}"/>
              </a:ext>
            </a:extLst>
          </p:cNvPr>
          <p:cNvSpPr>
            <a:spLocks noGrp="1"/>
          </p:cNvSpPr>
          <p:nvPr/>
        </p:nvSpPr>
        <p:spPr>
          <a:xfrm>
            <a:off x="7161871" y="10359001"/>
            <a:ext cx="1258986" cy="147074"/>
          </a:xfrm>
          <a:custGeom>
            <a:avLst/>
            <a:gdLst/>
            <a:ahLst/>
            <a:cxnLst/>
            <a:rect l="0" t="0" r="0" b="0"/>
            <a:pathLst>
              <a:path w="1258986" h="147074">
                <a:moveTo>
                  <a:pt x="0" y="0"/>
                </a:moveTo>
                <a:lnTo>
                  <a:pt x="81379" y="4026"/>
                </a:lnTo>
                <a:lnTo>
                  <a:pt x="159990" y="8256"/>
                </a:lnTo>
                <a:lnTo>
                  <a:pt x="235928" y="12698"/>
                </a:lnTo>
                <a:lnTo>
                  <a:pt x="309284" y="17362"/>
                </a:lnTo>
                <a:lnTo>
                  <a:pt x="380145" y="22256"/>
                </a:lnTo>
                <a:lnTo>
                  <a:pt x="448597" y="27391"/>
                </a:lnTo>
                <a:lnTo>
                  <a:pt x="514721" y="32776"/>
                </a:lnTo>
                <a:lnTo>
                  <a:pt x="578597" y="38421"/>
                </a:lnTo>
                <a:lnTo>
                  <a:pt x="640300" y="44338"/>
                </a:lnTo>
                <a:lnTo>
                  <a:pt x="699906" y="50537"/>
                </a:lnTo>
                <a:lnTo>
                  <a:pt x="757484" y="57029"/>
                </a:lnTo>
                <a:lnTo>
                  <a:pt x="813104" y="63827"/>
                </a:lnTo>
                <a:lnTo>
                  <a:pt x="866833" y="70942"/>
                </a:lnTo>
                <a:lnTo>
                  <a:pt x="918736" y="78387"/>
                </a:lnTo>
                <a:lnTo>
                  <a:pt x="968873" y="86174"/>
                </a:lnTo>
                <a:lnTo>
                  <a:pt x="1017305" y="94317"/>
                </a:lnTo>
                <a:lnTo>
                  <a:pt x="1064090" y="102829"/>
                </a:lnTo>
                <a:lnTo>
                  <a:pt x="1109285" y="111724"/>
                </a:lnTo>
                <a:lnTo>
                  <a:pt x="1152942" y="121018"/>
                </a:lnTo>
                <a:lnTo>
                  <a:pt x="1195115" y="130723"/>
                </a:lnTo>
                <a:lnTo>
                  <a:pt x="1235854" y="140857"/>
                </a:lnTo>
                <a:lnTo>
                  <a:pt x="1258986" y="147074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1" name="ensemble.curve-Sample-6-3.segment1">
            <a:extLst>
              <a:ext uri="{FF2B5EF4-FFF2-40B4-BE49-F238E27FC236}">
                <a16:creationId xmlns:a16="http://schemas.microsoft.com/office/drawing/2014/main" id="{59BF8092-8814-4635-88C3-C9BC5D5C63C1}"/>
              </a:ext>
            </a:extLst>
          </p:cNvPr>
          <p:cNvSpPr>
            <a:spLocks noGrp="1"/>
          </p:cNvSpPr>
          <p:nvPr/>
        </p:nvSpPr>
        <p:spPr>
          <a:xfrm>
            <a:off x="9541026" y="8162925"/>
            <a:ext cx="953" cy="2343150"/>
          </a:xfrm>
          <a:custGeom>
            <a:avLst/>
            <a:gdLst/>
            <a:ahLst/>
            <a:cxnLst/>
            <a:rect l="0" t="0" r="0" b="0"/>
            <a:pathLst>
              <a:path w="953" h="2343150">
                <a:moveTo>
                  <a:pt x="0" y="2343150"/>
                </a:moveTo>
                <a:lnTo>
                  <a:pt x="87" y="2124456"/>
                </a:lnTo>
                <a:lnTo>
                  <a:pt x="181" y="1874466"/>
                </a:lnTo>
                <a:lnTo>
                  <a:pt x="318" y="1499616"/>
                </a:lnTo>
                <a:lnTo>
                  <a:pt x="651" y="537973"/>
                </a:lnTo>
                <a:lnTo>
                  <a:pt x="820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2" name="ensemble.curve-Sample-6-4.segment0">
            <a:extLst>
              <a:ext uri="{FF2B5EF4-FFF2-40B4-BE49-F238E27FC236}">
                <a16:creationId xmlns:a16="http://schemas.microsoft.com/office/drawing/2014/main" id="{31504787-864C-4ED9-9B04-EDAE4C414908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853921" cy="2140788"/>
          </a:xfrm>
          <a:custGeom>
            <a:avLst/>
            <a:gdLst/>
            <a:ahLst/>
            <a:cxnLst/>
            <a:rect l="0" t="0" r="0" b="0"/>
            <a:pathLst>
              <a:path w="1853921" h="2140788">
                <a:moveTo>
                  <a:pt x="0" y="2139981"/>
                </a:moveTo>
                <a:lnTo>
                  <a:pt x="69438" y="2140260"/>
                </a:lnTo>
                <a:lnTo>
                  <a:pt x="136514" y="2140489"/>
                </a:lnTo>
                <a:lnTo>
                  <a:pt x="201310" y="2140660"/>
                </a:lnTo>
                <a:lnTo>
                  <a:pt x="263902" y="2140763"/>
                </a:lnTo>
                <a:lnTo>
                  <a:pt x="324366" y="2140788"/>
                </a:lnTo>
                <a:lnTo>
                  <a:pt x="382774" y="2140723"/>
                </a:lnTo>
                <a:lnTo>
                  <a:pt x="439196" y="2140556"/>
                </a:lnTo>
                <a:lnTo>
                  <a:pt x="493699" y="2140271"/>
                </a:lnTo>
                <a:lnTo>
                  <a:pt x="546349" y="2139854"/>
                </a:lnTo>
                <a:lnTo>
                  <a:pt x="597208" y="2139288"/>
                </a:lnTo>
                <a:lnTo>
                  <a:pt x="646338" y="2138555"/>
                </a:lnTo>
                <a:lnTo>
                  <a:pt x="693797" y="2137635"/>
                </a:lnTo>
                <a:lnTo>
                  <a:pt x="739642" y="2136507"/>
                </a:lnTo>
                <a:lnTo>
                  <a:pt x="783929" y="2135147"/>
                </a:lnTo>
                <a:lnTo>
                  <a:pt x="826709" y="2133530"/>
                </a:lnTo>
                <a:lnTo>
                  <a:pt x="868035" y="2131629"/>
                </a:lnTo>
                <a:lnTo>
                  <a:pt x="907955" y="2129415"/>
                </a:lnTo>
                <a:lnTo>
                  <a:pt x="946518" y="2126856"/>
                </a:lnTo>
                <a:lnTo>
                  <a:pt x="977420" y="2124456"/>
                </a:lnTo>
                <a:lnTo>
                  <a:pt x="983770" y="2123920"/>
                </a:lnTo>
                <a:lnTo>
                  <a:pt x="1019755" y="2120570"/>
                </a:lnTo>
                <a:lnTo>
                  <a:pt x="1054516" y="2116767"/>
                </a:lnTo>
                <a:lnTo>
                  <a:pt x="1088095" y="2112473"/>
                </a:lnTo>
                <a:lnTo>
                  <a:pt x="1120533" y="2107642"/>
                </a:lnTo>
                <a:lnTo>
                  <a:pt x="1151867" y="2102230"/>
                </a:lnTo>
                <a:lnTo>
                  <a:pt x="1182136" y="2096187"/>
                </a:lnTo>
                <a:lnTo>
                  <a:pt x="1211375" y="2089463"/>
                </a:lnTo>
                <a:lnTo>
                  <a:pt x="1239621" y="2082004"/>
                </a:lnTo>
                <a:lnTo>
                  <a:pt x="1266905" y="2073753"/>
                </a:lnTo>
                <a:lnTo>
                  <a:pt x="1293262" y="2064650"/>
                </a:lnTo>
                <a:lnTo>
                  <a:pt x="1318723" y="2054633"/>
                </a:lnTo>
                <a:lnTo>
                  <a:pt x="1343318" y="2043637"/>
                </a:lnTo>
                <a:lnTo>
                  <a:pt x="1367076" y="2031595"/>
                </a:lnTo>
                <a:lnTo>
                  <a:pt x="1390027" y="2018436"/>
                </a:lnTo>
                <a:lnTo>
                  <a:pt x="1412197" y="2004085"/>
                </a:lnTo>
                <a:lnTo>
                  <a:pt x="1433614" y="1988468"/>
                </a:lnTo>
                <a:lnTo>
                  <a:pt x="1454302" y="1971506"/>
                </a:lnTo>
                <a:lnTo>
                  <a:pt x="1474286" y="1953117"/>
                </a:lnTo>
                <a:lnTo>
                  <a:pt x="1493591" y="1933218"/>
                </a:lnTo>
                <a:lnTo>
                  <a:pt x="1512240" y="1911722"/>
                </a:lnTo>
                <a:lnTo>
                  <a:pt x="1530254" y="1888540"/>
                </a:lnTo>
                <a:lnTo>
                  <a:pt x="1547656" y="1863581"/>
                </a:lnTo>
                <a:lnTo>
                  <a:pt x="1564466" y="1836751"/>
                </a:lnTo>
                <a:lnTo>
                  <a:pt x="1580704" y="1807954"/>
                </a:lnTo>
                <a:lnTo>
                  <a:pt x="1596391" y="1777092"/>
                </a:lnTo>
                <a:lnTo>
                  <a:pt x="1611544" y="1744063"/>
                </a:lnTo>
                <a:lnTo>
                  <a:pt x="1626181" y="1708764"/>
                </a:lnTo>
                <a:lnTo>
                  <a:pt x="1640321" y="1671089"/>
                </a:lnTo>
                <a:lnTo>
                  <a:pt x="1653980" y="1630930"/>
                </a:lnTo>
                <a:lnTo>
                  <a:pt x="1667175" y="1588177"/>
                </a:lnTo>
                <a:lnTo>
                  <a:pt x="1679920" y="1542715"/>
                </a:lnTo>
                <a:lnTo>
                  <a:pt x="1690965" y="1499616"/>
                </a:lnTo>
                <a:lnTo>
                  <a:pt x="1692233" y="1494429"/>
                </a:lnTo>
                <a:lnTo>
                  <a:pt x="1704127" y="1443200"/>
                </a:lnTo>
                <a:lnTo>
                  <a:pt x="1715616" y="1388906"/>
                </a:lnTo>
                <a:lnTo>
                  <a:pt x="1726715" y="1331423"/>
                </a:lnTo>
                <a:lnTo>
                  <a:pt x="1737436" y="1270623"/>
                </a:lnTo>
                <a:lnTo>
                  <a:pt x="1747792" y="1206375"/>
                </a:lnTo>
                <a:lnTo>
                  <a:pt x="1757797" y="1138546"/>
                </a:lnTo>
                <a:lnTo>
                  <a:pt x="1767461" y="1066998"/>
                </a:lnTo>
                <a:lnTo>
                  <a:pt x="1776797" y="991591"/>
                </a:lnTo>
                <a:lnTo>
                  <a:pt x="1785815" y="912180"/>
                </a:lnTo>
                <a:lnTo>
                  <a:pt x="1794526" y="828618"/>
                </a:lnTo>
                <a:lnTo>
                  <a:pt x="1802942" y="740754"/>
                </a:lnTo>
                <a:lnTo>
                  <a:pt x="1811071" y="648433"/>
                </a:lnTo>
                <a:lnTo>
                  <a:pt x="1818924" y="551499"/>
                </a:lnTo>
                <a:lnTo>
                  <a:pt x="1826509" y="449789"/>
                </a:lnTo>
                <a:lnTo>
                  <a:pt x="1833837" y="343141"/>
                </a:lnTo>
                <a:lnTo>
                  <a:pt x="1840915" y="231387"/>
                </a:lnTo>
                <a:lnTo>
                  <a:pt x="1847753" y="114358"/>
                </a:lnTo>
                <a:lnTo>
                  <a:pt x="185392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3" name="ensemble.curve-Sample-6-5.segment0">
            <a:extLst>
              <a:ext uri="{FF2B5EF4-FFF2-40B4-BE49-F238E27FC236}">
                <a16:creationId xmlns:a16="http://schemas.microsoft.com/office/drawing/2014/main" id="{956040DE-48DC-4200-9FDC-010EE50CD9B6}"/>
              </a:ext>
            </a:extLst>
          </p:cNvPr>
          <p:cNvSpPr>
            <a:spLocks noGrp="1"/>
          </p:cNvSpPr>
          <p:nvPr/>
        </p:nvSpPr>
        <p:spPr>
          <a:xfrm>
            <a:off x="7161871" y="10426414"/>
            <a:ext cx="902109" cy="79661"/>
          </a:xfrm>
          <a:custGeom>
            <a:avLst/>
            <a:gdLst/>
            <a:ahLst/>
            <a:cxnLst/>
            <a:rect l="0" t="0" r="0" b="0"/>
            <a:pathLst>
              <a:path w="902109" h="79661">
                <a:moveTo>
                  <a:pt x="0" y="0"/>
                </a:moveTo>
                <a:lnTo>
                  <a:pt x="92009" y="6288"/>
                </a:lnTo>
                <a:lnTo>
                  <a:pt x="180890" y="12730"/>
                </a:lnTo>
                <a:lnTo>
                  <a:pt x="266748" y="19314"/>
                </a:lnTo>
                <a:lnTo>
                  <a:pt x="349687" y="26024"/>
                </a:lnTo>
                <a:lnTo>
                  <a:pt x="429806" y="32845"/>
                </a:lnTo>
                <a:lnTo>
                  <a:pt x="507200" y="39756"/>
                </a:lnTo>
                <a:lnTo>
                  <a:pt x="581962" y="46734"/>
                </a:lnTo>
                <a:lnTo>
                  <a:pt x="654182" y="53752"/>
                </a:lnTo>
                <a:lnTo>
                  <a:pt x="723946" y="60779"/>
                </a:lnTo>
                <a:lnTo>
                  <a:pt x="791338" y="67778"/>
                </a:lnTo>
                <a:lnTo>
                  <a:pt x="856438" y="74710"/>
                </a:lnTo>
                <a:lnTo>
                  <a:pt x="902109" y="79661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4" name="ensemble.curve-Sample-6-5.segment1">
            <a:extLst>
              <a:ext uri="{FF2B5EF4-FFF2-40B4-BE49-F238E27FC236}">
                <a16:creationId xmlns:a16="http://schemas.microsoft.com/office/drawing/2014/main" id="{107DCDC3-A699-4C7A-B3FE-FFE9B0386E2D}"/>
              </a:ext>
            </a:extLst>
          </p:cNvPr>
          <p:cNvSpPr>
            <a:spLocks noGrp="1"/>
          </p:cNvSpPr>
          <p:nvPr/>
        </p:nvSpPr>
        <p:spPr>
          <a:xfrm>
            <a:off x="8924886" y="8162925"/>
            <a:ext cx="599883" cy="2343150"/>
          </a:xfrm>
          <a:custGeom>
            <a:avLst/>
            <a:gdLst/>
            <a:ahLst/>
            <a:cxnLst/>
            <a:rect l="0" t="0" r="0" b="0"/>
            <a:pathLst>
              <a:path w="599883" h="2343150">
                <a:moveTo>
                  <a:pt x="0" y="2343150"/>
                </a:moveTo>
                <a:lnTo>
                  <a:pt x="16965" y="2335442"/>
                </a:lnTo>
                <a:lnTo>
                  <a:pt x="48446" y="2317797"/>
                </a:lnTo>
                <a:lnTo>
                  <a:pt x="78857" y="2297082"/>
                </a:lnTo>
                <a:lnTo>
                  <a:pt x="108234" y="2273064"/>
                </a:lnTo>
                <a:lnTo>
                  <a:pt x="136612" y="2245509"/>
                </a:lnTo>
                <a:lnTo>
                  <a:pt x="164025" y="2214186"/>
                </a:lnTo>
                <a:lnTo>
                  <a:pt x="190506" y="2178866"/>
                </a:lnTo>
                <a:lnTo>
                  <a:pt x="216086" y="2139327"/>
                </a:lnTo>
                <a:lnTo>
                  <a:pt x="224830" y="2124456"/>
                </a:lnTo>
                <a:lnTo>
                  <a:pt x="240797" y="2095357"/>
                </a:lnTo>
                <a:lnTo>
                  <a:pt x="264667" y="2046754"/>
                </a:lnTo>
                <a:lnTo>
                  <a:pt x="287726" y="1993331"/>
                </a:lnTo>
                <a:lnTo>
                  <a:pt x="310000" y="1934917"/>
                </a:lnTo>
                <a:lnTo>
                  <a:pt x="331517" y="1871359"/>
                </a:lnTo>
                <a:lnTo>
                  <a:pt x="352302" y="1802523"/>
                </a:lnTo>
                <a:lnTo>
                  <a:pt x="372381" y="1728296"/>
                </a:lnTo>
                <a:lnTo>
                  <a:pt x="391776" y="1648586"/>
                </a:lnTo>
                <a:lnTo>
                  <a:pt x="410512" y="1563326"/>
                </a:lnTo>
                <a:lnTo>
                  <a:pt x="423384" y="1499616"/>
                </a:lnTo>
                <a:lnTo>
                  <a:pt x="428611" y="1472466"/>
                </a:lnTo>
                <a:lnTo>
                  <a:pt x="446095" y="1375983"/>
                </a:lnTo>
                <a:lnTo>
                  <a:pt x="462984" y="1273870"/>
                </a:lnTo>
                <a:lnTo>
                  <a:pt x="479299" y="1166146"/>
                </a:lnTo>
                <a:lnTo>
                  <a:pt x="495059" y="1052844"/>
                </a:lnTo>
                <a:lnTo>
                  <a:pt x="510283" y="934021"/>
                </a:lnTo>
                <a:lnTo>
                  <a:pt x="524989" y="809748"/>
                </a:lnTo>
                <a:lnTo>
                  <a:pt x="539196" y="680114"/>
                </a:lnTo>
                <a:lnTo>
                  <a:pt x="552919" y="545226"/>
                </a:lnTo>
                <a:lnTo>
                  <a:pt x="566175" y="405205"/>
                </a:lnTo>
                <a:lnTo>
                  <a:pt x="578981" y="260188"/>
                </a:lnTo>
                <a:lnTo>
                  <a:pt x="591351" y="110329"/>
                </a:lnTo>
                <a:lnTo>
                  <a:pt x="599883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5" name="ensemble.rule0">
            <a:extLst>
              <a:ext uri="{FF2B5EF4-FFF2-40B4-BE49-F238E27FC236}">
                <a16:creationId xmlns:a16="http://schemas.microsoft.com/office/drawing/2014/main" id="{73BB41A7-F73D-44F0-9046-39BCB3D0DCAC}"/>
              </a:ext>
            </a:extLst>
          </p:cNvPr>
          <p:cNvSpPr>
            <a:spLocks noGrp="1"/>
          </p:cNvSpPr>
          <p:nvPr/>
        </p:nvSpPr>
        <p:spPr>
          <a:xfrm>
            <a:off x="7086600" y="10287381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7145">
            <a:solidFill>
              <a:srgbClr val="82878C"/>
            </a:solidFill>
            <a:prstDash val="dash"/>
          </a:ln>
        </p:spPr>
      </p:sp>
      <p:sp>
        <p:nvSpPr>
          <p:cNvPr id="226" name="ensemble.root-0-Sample-1-1">
            <a:extLst>
              <a:ext uri="{FF2B5EF4-FFF2-40B4-BE49-F238E27FC236}">
                <a16:creationId xmlns:a16="http://schemas.microsoft.com/office/drawing/2014/main" id="{B0F59EC4-6A82-4EF8-8AFA-8B8D47CB9576}"/>
              </a:ext>
            </a:extLst>
          </p:cNvPr>
          <p:cNvSpPr>
            <a:spLocks noGrp="1"/>
          </p:cNvSpPr>
          <p:nvPr/>
        </p:nvSpPr>
        <p:spPr>
          <a:xfrm>
            <a:off x="9270868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7" name="ensemble.root-0-Sample-1-2">
            <a:extLst>
              <a:ext uri="{FF2B5EF4-FFF2-40B4-BE49-F238E27FC236}">
                <a16:creationId xmlns:a16="http://schemas.microsoft.com/office/drawing/2014/main" id="{DAAD78C6-A2C4-4E54-9A94-E5DF40DEBB0F}"/>
              </a:ext>
            </a:extLst>
          </p:cNvPr>
          <p:cNvSpPr>
            <a:spLocks noGrp="1"/>
          </p:cNvSpPr>
          <p:nvPr/>
        </p:nvSpPr>
        <p:spPr>
          <a:xfrm>
            <a:off x="8984251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8" name="ensemble.root-0-Sample-1-3">
            <a:extLst>
              <a:ext uri="{FF2B5EF4-FFF2-40B4-BE49-F238E27FC236}">
                <a16:creationId xmlns:a16="http://schemas.microsoft.com/office/drawing/2014/main" id="{C441AD88-ADC5-4DAB-BFEF-066DAABD5AFD}"/>
              </a:ext>
            </a:extLst>
          </p:cNvPr>
          <p:cNvSpPr>
            <a:spLocks noGrp="1"/>
          </p:cNvSpPr>
          <p:nvPr/>
        </p:nvSpPr>
        <p:spPr>
          <a:xfrm>
            <a:off x="8763151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9" name="ensemble.root-0-Sample-1-4">
            <a:extLst>
              <a:ext uri="{FF2B5EF4-FFF2-40B4-BE49-F238E27FC236}">
                <a16:creationId xmlns:a16="http://schemas.microsoft.com/office/drawing/2014/main" id="{8731E94E-C88D-4E25-95B2-40D6E8E4176E}"/>
              </a:ext>
            </a:extLst>
          </p:cNvPr>
          <p:cNvSpPr>
            <a:spLocks noGrp="1"/>
          </p:cNvSpPr>
          <p:nvPr/>
        </p:nvSpPr>
        <p:spPr>
          <a:xfrm>
            <a:off x="8870714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0" name="ensemble.root-0-Sample-1-5">
            <a:extLst>
              <a:ext uri="{FF2B5EF4-FFF2-40B4-BE49-F238E27FC236}">
                <a16:creationId xmlns:a16="http://schemas.microsoft.com/office/drawing/2014/main" id="{82E6A6E9-F33A-4920-A6C6-8812FF3B9140}"/>
              </a:ext>
            </a:extLst>
          </p:cNvPr>
          <p:cNvSpPr>
            <a:spLocks noGrp="1"/>
          </p:cNvSpPr>
          <p:nvPr/>
        </p:nvSpPr>
        <p:spPr>
          <a:xfrm>
            <a:off x="9265863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1" name="ensemble.root-0-Sample-2-2">
            <a:extLst>
              <a:ext uri="{FF2B5EF4-FFF2-40B4-BE49-F238E27FC236}">
                <a16:creationId xmlns:a16="http://schemas.microsoft.com/office/drawing/2014/main" id="{898B641B-D7A9-4CF3-B86B-824D0FD47BBC}"/>
              </a:ext>
            </a:extLst>
          </p:cNvPr>
          <p:cNvSpPr>
            <a:spLocks noGrp="1"/>
          </p:cNvSpPr>
          <p:nvPr/>
        </p:nvSpPr>
        <p:spPr>
          <a:xfrm>
            <a:off x="8467957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2" name="ensemble.root-0-Sample-2-3">
            <a:extLst>
              <a:ext uri="{FF2B5EF4-FFF2-40B4-BE49-F238E27FC236}">
                <a16:creationId xmlns:a16="http://schemas.microsoft.com/office/drawing/2014/main" id="{B577B02B-9FE7-461A-808F-42ED90746CA1}"/>
              </a:ext>
            </a:extLst>
          </p:cNvPr>
          <p:cNvSpPr>
            <a:spLocks noGrp="1"/>
          </p:cNvSpPr>
          <p:nvPr/>
        </p:nvSpPr>
        <p:spPr>
          <a:xfrm>
            <a:off x="8965594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3" name="ensemble.root-0-Sample-2-5">
            <a:extLst>
              <a:ext uri="{FF2B5EF4-FFF2-40B4-BE49-F238E27FC236}">
                <a16:creationId xmlns:a16="http://schemas.microsoft.com/office/drawing/2014/main" id="{B029A7F9-AF6A-41D8-BA1E-723C6C435EE5}"/>
              </a:ext>
            </a:extLst>
          </p:cNvPr>
          <p:cNvSpPr>
            <a:spLocks noGrp="1"/>
          </p:cNvSpPr>
          <p:nvPr/>
        </p:nvSpPr>
        <p:spPr>
          <a:xfrm>
            <a:off x="9743684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4" name="ensemble.root-0-Sample-3-1">
            <a:extLst>
              <a:ext uri="{FF2B5EF4-FFF2-40B4-BE49-F238E27FC236}">
                <a16:creationId xmlns:a16="http://schemas.microsoft.com/office/drawing/2014/main" id="{8361AAA4-788A-4496-9645-0C7CEB4F4D7E}"/>
              </a:ext>
            </a:extLst>
          </p:cNvPr>
          <p:cNvSpPr>
            <a:spLocks noGrp="1"/>
          </p:cNvSpPr>
          <p:nvPr/>
        </p:nvSpPr>
        <p:spPr>
          <a:xfrm>
            <a:off x="7780701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5" name="ensemble.root-0-Sample-3-3">
            <a:extLst>
              <a:ext uri="{FF2B5EF4-FFF2-40B4-BE49-F238E27FC236}">
                <a16:creationId xmlns:a16="http://schemas.microsoft.com/office/drawing/2014/main" id="{C44C3593-AEA4-4F22-8566-DE2421F81DE1}"/>
              </a:ext>
            </a:extLst>
          </p:cNvPr>
          <p:cNvSpPr>
            <a:spLocks noGrp="1"/>
          </p:cNvSpPr>
          <p:nvPr/>
        </p:nvSpPr>
        <p:spPr>
          <a:xfrm>
            <a:off x="9029973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6" name="ensemble.root-0-Sample-3-4">
            <a:extLst>
              <a:ext uri="{FF2B5EF4-FFF2-40B4-BE49-F238E27FC236}">
                <a16:creationId xmlns:a16="http://schemas.microsoft.com/office/drawing/2014/main" id="{B5E5B114-3CD3-4413-92FB-D2C7F9C05852}"/>
              </a:ext>
            </a:extLst>
          </p:cNvPr>
          <p:cNvSpPr>
            <a:spLocks noGrp="1"/>
          </p:cNvSpPr>
          <p:nvPr/>
        </p:nvSpPr>
        <p:spPr>
          <a:xfrm>
            <a:off x="9035138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7" name="ensemble.root-0-Sample-4-1">
            <a:extLst>
              <a:ext uri="{FF2B5EF4-FFF2-40B4-BE49-F238E27FC236}">
                <a16:creationId xmlns:a16="http://schemas.microsoft.com/office/drawing/2014/main" id="{34E7A178-B5DB-49B9-B6DF-738A9E0E0F51}"/>
              </a:ext>
            </a:extLst>
          </p:cNvPr>
          <p:cNvSpPr>
            <a:spLocks noGrp="1"/>
          </p:cNvSpPr>
          <p:nvPr/>
        </p:nvSpPr>
        <p:spPr>
          <a:xfrm>
            <a:off x="8795164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8" name="ensemble.root-0-Sample-4-4">
            <a:extLst>
              <a:ext uri="{FF2B5EF4-FFF2-40B4-BE49-F238E27FC236}">
                <a16:creationId xmlns:a16="http://schemas.microsoft.com/office/drawing/2014/main" id="{FCC60566-D85C-4245-9E93-03F758A4AF03}"/>
              </a:ext>
            </a:extLst>
          </p:cNvPr>
          <p:cNvSpPr>
            <a:spLocks noGrp="1"/>
          </p:cNvSpPr>
          <p:nvPr/>
        </p:nvSpPr>
        <p:spPr>
          <a:xfrm>
            <a:off x="8319389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9" name="ensemble.root-0-Sample-4-5">
            <a:extLst>
              <a:ext uri="{FF2B5EF4-FFF2-40B4-BE49-F238E27FC236}">
                <a16:creationId xmlns:a16="http://schemas.microsoft.com/office/drawing/2014/main" id="{6B54D8E9-1516-4EC9-A8C2-70287E12A4D1}"/>
              </a:ext>
            </a:extLst>
          </p:cNvPr>
          <p:cNvSpPr>
            <a:spLocks noGrp="1"/>
          </p:cNvSpPr>
          <p:nvPr/>
        </p:nvSpPr>
        <p:spPr>
          <a:xfrm>
            <a:off x="9309508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0" name="ensemble.root-0-Sample-5-3">
            <a:extLst>
              <a:ext uri="{FF2B5EF4-FFF2-40B4-BE49-F238E27FC236}">
                <a16:creationId xmlns:a16="http://schemas.microsoft.com/office/drawing/2014/main" id="{00C2C05E-461B-40E6-9A03-1CDD9B99D465}"/>
              </a:ext>
            </a:extLst>
          </p:cNvPr>
          <p:cNvSpPr>
            <a:spLocks noGrp="1"/>
          </p:cNvSpPr>
          <p:nvPr/>
        </p:nvSpPr>
        <p:spPr>
          <a:xfrm>
            <a:off x="9738132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1" name="ensemble.root-0-Sample-6-1">
            <a:extLst>
              <a:ext uri="{FF2B5EF4-FFF2-40B4-BE49-F238E27FC236}">
                <a16:creationId xmlns:a16="http://schemas.microsoft.com/office/drawing/2014/main" id="{F164A8C9-5775-4D5F-B241-9161C3FB7F33}"/>
              </a:ext>
            </a:extLst>
          </p:cNvPr>
          <p:cNvSpPr>
            <a:spLocks noGrp="1"/>
          </p:cNvSpPr>
          <p:nvPr/>
        </p:nvSpPr>
        <p:spPr>
          <a:xfrm>
            <a:off x="9290307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2" name="ensemble.root-0-Sample-6-2">
            <a:extLst>
              <a:ext uri="{FF2B5EF4-FFF2-40B4-BE49-F238E27FC236}">
                <a16:creationId xmlns:a16="http://schemas.microsoft.com/office/drawing/2014/main" id="{AC2E2416-152E-4A95-953B-673E8B5531ED}"/>
              </a:ext>
            </a:extLst>
          </p:cNvPr>
          <p:cNvSpPr>
            <a:spLocks noGrp="1"/>
          </p:cNvSpPr>
          <p:nvPr/>
        </p:nvSpPr>
        <p:spPr>
          <a:xfrm>
            <a:off x="9744993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3" name="ensemble.root-0-Sample-6-3">
            <a:extLst>
              <a:ext uri="{FF2B5EF4-FFF2-40B4-BE49-F238E27FC236}">
                <a16:creationId xmlns:a16="http://schemas.microsoft.com/office/drawing/2014/main" id="{D5C2C774-4897-47F7-9F1B-7E2A37DB3513}"/>
              </a:ext>
            </a:extLst>
          </p:cNvPr>
          <p:cNvSpPr>
            <a:spLocks noGrp="1"/>
          </p:cNvSpPr>
          <p:nvPr/>
        </p:nvSpPr>
        <p:spPr>
          <a:xfrm>
            <a:off x="9512538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4" name="ensemble.root-0-Sample-6-4">
            <a:extLst>
              <a:ext uri="{FF2B5EF4-FFF2-40B4-BE49-F238E27FC236}">
                <a16:creationId xmlns:a16="http://schemas.microsoft.com/office/drawing/2014/main" id="{EFE68DCF-7239-4660-B2DC-39834DCC7FCD}"/>
              </a:ext>
            </a:extLst>
          </p:cNvPr>
          <p:cNvSpPr>
            <a:spLocks noGrp="1"/>
          </p:cNvSpPr>
          <p:nvPr/>
        </p:nvSpPr>
        <p:spPr>
          <a:xfrm>
            <a:off x="8110716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5" name="ensemble.root-0-Sample-6-5">
            <a:extLst>
              <a:ext uri="{FF2B5EF4-FFF2-40B4-BE49-F238E27FC236}">
                <a16:creationId xmlns:a16="http://schemas.microsoft.com/office/drawing/2014/main" id="{C1D0B0F1-366E-428E-90F9-55A261EBFE16}"/>
              </a:ext>
            </a:extLst>
          </p:cNvPr>
          <p:cNvSpPr>
            <a:spLocks noGrp="1"/>
          </p:cNvSpPr>
          <p:nvPr/>
        </p:nvSpPr>
        <p:spPr>
          <a:xfrm>
            <a:off x="9121141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6" name="ensemble.rule0.1">
            <a:extLst>
              <a:ext uri="{FF2B5EF4-FFF2-40B4-BE49-F238E27FC236}">
                <a16:creationId xmlns:a16="http://schemas.microsoft.com/office/drawing/2014/main" id="{A1D69867-64CC-404E-813E-A2169A5F339E}"/>
              </a:ext>
            </a:extLst>
          </p:cNvPr>
          <p:cNvSpPr>
            <a:spLocks noGrp="1"/>
          </p:cNvSpPr>
          <p:nvPr/>
        </p:nvSpPr>
        <p:spPr>
          <a:xfrm>
            <a:off x="7086600" y="9662541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7145">
            <a:solidFill>
              <a:srgbClr val="147AAA"/>
            </a:solidFill>
            <a:prstDash val="dash"/>
          </a:ln>
        </p:spPr>
      </p:sp>
      <p:sp>
        <p:nvSpPr>
          <p:cNvPr id="247" name="ensemble.root-0.1-Sample-1-1">
            <a:extLst>
              <a:ext uri="{FF2B5EF4-FFF2-40B4-BE49-F238E27FC236}">
                <a16:creationId xmlns:a16="http://schemas.microsoft.com/office/drawing/2014/main" id="{97731FEC-5AC9-47DA-9599-762C6E6534B9}"/>
              </a:ext>
            </a:extLst>
          </p:cNvPr>
          <p:cNvSpPr>
            <a:spLocks noGrp="1"/>
          </p:cNvSpPr>
          <p:nvPr/>
        </p:nvSpPr>
        <p:spPr>
          <a:xfrm>
            <a:off x="9299844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48" name="ensemble.root-0.1-Sample-1-2">
            <a:extLst>
              <a:ext uri="{FF2B5EF4-FFF2-40B4-BE49-F238E27FC236}">
                <a16:creationId xmlns:a16="http://schemas.microsoft.com/office/drawing/2014/main" id="{B353C224-C902-41D8-A106-7C98AFE5B94B}"/>
              </a:ext>
            </a:extLst>
          </p:cNvPr>
          <p:cNvSpPr>
            <a:spLocks noGrp="1"/>
          </p:cNvSpPr>
          <p:nvPr/>
        </p:nvSpPr>
        <p:spPr>
          <a:xfrm>
            <a:off x="9005981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49" name="ensemble.root-0.1-Sample-1-3">
            <a:extLst>
              <a:ext uri="{FF2B5EF4-FFF2-40B4-BE49-F238E27FC236}">
                <a16:creationId xmlns:a16="http://schemas.microsoft.com/office/drawing/2014/main" id="{A9BED545-89F1-428E-8292-C34528C08159}"/>
              </a:ext>
            </a:extLst>
          </p:cNvPr>
          <p:cNvSpPr>
            <a:spLocks noGrp="1"/>
          </p:cNvSpPr>
          <p:nvPr/>
        </p:nvSpPr>
        <p:spPr>
          <a:xfrm>
            <a:off x="9065798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0" name="ensemble.root-0.1-Sample-1-4">
            <a:extLst>
              <a:ext uri="{FF2B5EF4-FFF2-40B4-BE49-F238E27FC236}">
                <a16:creationId xmlns:a16="http://schemas.microsoft.com/office/drawing/2014/main" id="{33C44AB3-D6EB-41DA-992E-F611E5CA52DF}"/>
              </a:ext>
            </a:extLst>
          </p:cNvPr>
          <p:cNvSpPr>
            <a:spLocks noGrp="1"/>
          </p:cNvSpPr>
          <p:nvPr/>
        </p:nvSpPr>
        <p:spPr>
          <a:xfrm>
            <a:off x="9006071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1" name="ensemble.root-0.1-Sample-1-5">
            <a:extLst>
              <a:ext uri="{FF2B5EF4-FFF2-40B4-BE49-F238E27FC236}">
                <a16:creationId xmlns:a16="http://schemas.microsoft.com/office/drawing/2014/main" id="{153DBA1C-2BF9-43FE-ADE7-C02FC530F9D6}"/>
              </a:ext>
            </a:extLst>
          </p:cNvPr>
          <p:cNvSpPr>
            <a:spLocks noGrp="1"/>
          </p:cNvSpPr>
          <p:nvPr/>
        </p:nvSpPr>
        <p:spPr>
          <a:xfrm>
            <a:off x="9314034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2" name="ensemble.root-0.1-Sample-2-1">
            <a:extLst>
              <a:ext uri="{FF2B5EF4-FFF2-40B4-BE49-F238E27FC236}">
                <a16:creationId xmlns:a16="http://schemas.microsoft.com/office/drawing/2014/main" id="{93B22CF1-33EA-4C6E-87C3-19CB7296FC71}"/>
              </a:ext>
            </a:extLst>
          </p:cNvPr>
          <p:cNvSpPr>
            <a:spLocks noGrp="1"/>
          </p:cNvSpPr>
          <p:nvPr/>
        </p:nvSpPr>
        <p:spPr>
          <a:xfrm>
            <a:off x="9739047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3" name="ensemble.root-0.1-Sample-2-2">
            <a:extLst>
              <a:ext uri="{FF2B5EF4-FFF2-40B4-BE49-F238E27FC236}">
                <a16:creationId xmlns:a16="http://schemas.microsoft.com/office/drawing/2014/main" id="{19DD5330-730D-42FA-9AF3-D63A66D29F15}"/>
              </a:ext>
            </a:extLst>
          </p:cNvPr>
          <p:cNvSpPr>
            <a:spLocks noGrp="1"/>
          </p:cNvSpPr>
          <p:nvPr/>
        </p:nvSpPr>
        <p:spPr>
          <a:xfrm>
            <a:off x="8579012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4" name="ensemble.root-0.1-Sample-2-3">
            <a:extLst>
              <a:ext uri="{FF2B5EF4-FFF2-40B4-BE49-F238E27FC236}">
                <a16:creationId xmlns:a16="http://schemas.microsoft.com/office/drawing/2014/main" id="{8A0240CA-61BA-437C-8CA7-48FB0308345E}"/>
              </a:ext>
            </a:extLst>
          </p:cNvPr>
          <p:cNvSpPr>
            <a:spLocks noGrp="1"/>
          </p:cNvSpPr>
          <p:nvPr/>
        </p:nvSpPr>
        <p:spPr>
          <a:xfrm>
            <a:off x="9059717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5" name="ensemble.root-0.1-Sample-2-4">
            <a:extLst>
              <a:ext uri="{FF2B5EF4-FFF2-40B4-BE49-F238E27FC236}">
                <a16:creationId xmlns:a16="http://schemas.microsoft.com/office/drawing/2014/main" id="{596DB833-1D59-46D7-B413-9E78D572B761}"/>
              </a:ext>
            </a:extLst>
          </p:cNvPr>
          <p:cNvSpPr>
            <a:spLocks noGrp="1"/>
          </p:cNvSpPr>
          <p:nvPr/>
        </p:nvSpPr>
        <p:spPr>
          <a:xfrm>
            <a:off x="8092073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6" name="ensemble.root-0.1-Sample-2-5">
            <a:extLst>
              <a:ext uri="{FF2B5EF4-FFF2-40B4-BE49-F238E27FC236}">
                <a16:creationId xmlns:a16="http://schemas.microsoft.com/office/drawing/2014/main" id="{DC01DBFB-52D1-4A87-ADDC-E3ED660C0EB8}"/>
              </a:ext>
            </a:extLst>
          </p:cNvPr>
          <p:cNvSpPr>
            <a:spLocks noGrp="1"/>
          </p:cNvSpPr>
          <p:nvPr/>
        </p:nvSpPr>
        <p:spPr>
          <a:xfrm>
            <a:off x="9768225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7" name="ensemble.root-0.1-Sample-3-1">
            <a:extLst>
              <a:ext uri="{FF2B5EF4-FFF2-40B4-BE49-F238E27FC236}">
                <a16:creationId xmlns:a16="http://schemas.microsoft.com/office/drawing/2014/main" id="{CE4C3DA9-6243-4A50-B0BB-3E4A1D1779BD}"/>
              </a:ext>
            </a:extLst>
          </p:cNvPr>
          <p:cNvSpPr>
            <a:spLocks noGrp="1"/>
          </p:cNvSpPr>
          <p:nvPr/>
        </p:nvSpPr>
        <p:spPr>
          <a:xfrm>
            <a:off x="8423696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8" name="ensemble.root-0.1-Sample-3-2">
            <a:extLst>
              <a:ext uri="{FF2B5EF4-FFF2-40B4-BE49-F238E27FC236}">
                <a16:creationId xmlns:a16="http://schemas.microsoft.com/office/drawing/2014/main" id="{13DBCB5E-AF02-483E-B04F-11144736E667}"/>
              </a:ext>
            </a:extLst>
          </p:cNvPr>
          <p:cNvSpPr>
            <a:spLocks noGrp="1"/>
          </p:cNvSpPr>
          <p:nvPr/>
        </p:nvSpPr>
        <p:spPr>
          <a:xfrm>
            <a:off x="9858081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9" name="ensemble.root-0.1-Sample-3-3">
            <a:extLst>
              <a:ext uri="{FF2B5EF4-FFF2-40B4-BE49-F238E27FC236}">
                <a16:creationId xmlns:a16="http://schemas.microsoft.com/office/drawing/2014/main" id="{C9DDAC28-EA85-4A41-BCB4-EFFC4DC3F143}"/>
              </a:ext>
            </a:extLst>
          </p:cNvPr>
          <p:cNvSpPr>
            <a:spLocks noGrp="1"/>
          </p:cNvSpPr>
          <p:nvPr/>
        </p:nvSpPr>
        <p:spPr>
          <a:xfrm>
            <a:off x="9086179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0" name="ensemble.root-0.1-Sample-3-4">
            <a:extLst>
              <a:ext uri="{FF2B5EF4-FFF2-40B4-BE49-F238E27FC236}">
                <a16:creationId xmlns:a16="http://schemas.microsoft.com/office/drawing/2014/main" id="{C1F8C3EB-30F5-41A7-A423-D876F0222237}"/>
              </a:ext>
            </a:extLst>
          </p:cNvPr>
          <p:cNvSpPr>
            <a:spLocks noGrp="1"/>
          </p:cNvSpPr>
          <p:nvPr/>
        </p:nvSpPr>
        <p:spPr>
          <a:xfrm>
            <a:off x="9039313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1" name="ensemble.root-0.1-Sample-3-5">
            <a:extLst>
              <a:ext uri="{FF2B5EF4-FFF2-40B4-BE49-F238E27FC236}">
                <a16:creationId xmlns:a16="http://schemas.microsoft.com/office/drawing/2014/main" id="{1A6695EC-0E3D-4900-83F7-108561E20423}"/>
              </a:ext>
            </a:extLst>
          </p:cNvPr>
          <p:cNvSpPr>
            <a:spLocks noGrp="1"/>
          </p:cNvSpPr>
          <p:nvPr/>
        </p:nvSpPr>
        <p:spPr>
          <a:xfrm>
            <a:off x="7998982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2" name="ensemble.root-0.1-Sample-4-1">
            <a:extLst>
              <a:ext uri="{FF2B5EF4-FFF2-40B4-BE49-F238E27FC236}">
                <a16:creationId xmlns:a16="http://schemas.microsoft.com/office/drawing/2014/main" id="{6E968E28-F2B7-4B57-BE37-5186BF42BF33}"/>
              </a:ext>
            </a:extLst>
          </p:cNvPr>
          <p:cNvSpPr>
            <a:spLocks noGrp="1"/>
          </p:cNvSpPr>
          <p:nvPr/>
        </p:nvSpPr>
        <p:spPr>
          <a:xfrm>
            <a:off x="9038473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3" name="ensemble.root-0.1-Sample-4-2">
            <a:extLst>
              <a:ext uri="{FF2B5EF4-FFF2-40B4-BE49-F238E27FC236}">
                <a16:creationId xmlns:a16="http://schemas.microsoft.com/office/drawing/2014/main" id="{376525D7-7F2E-49E4-89EA-95815F91AFFB}"/>
              </a:ext>
            </a:extLst>
          </p:cNvPr>
          <p:cNvSpPr>
            <a:spLocks noGrp="1"/>
          </p:cNvSpPr>
          <p:nvPr/>
        </p:nvSpPr>
        <p:spPr>
          <a:xfrm>
            <a:off x="8330188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4" name="ensemble.root-0.1-Sample-4-3">
            <a:extLst>
              <a:ext uri="{FF2B5EF4-FFF2-40B4-BE49-F238E27FC236}">
                <a16:creationId xmlns:a16="http://schemas.microsoft.com/office/drawing/2014/main" id="{3D569E60-8F6D-4A79-8923-5310A18BE486}"/>
              </a:ext>
            </a:extLst>
          </p:cNvPr>
          <p:cNvSpPr>
            <a:spLocks noGrp="1"/>
          </p:cNvSpPr>
          <p:nvPr/>
        </p:nvSpPr>
        <p:spPr>
          <a:xfrm>
            <a:off x="8821548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5" name="ensemble.root-0.1-Sample-4-4">
            <a:extLst>
              <a:ext uri="{FF2B5EF4-FFF2-40B4-BE49-F238E27FC236}">
                <a16:creationId xmlns:a16="http://schemas.microsoft.com/office/drawing/2014/main" id="{3EB43FE0-D09D-4A00-8E51-CF87C084A703}"/>
              </a:ext>
            </a:extLst>
          </p:cNvPr>
          <p:cNvSpPr>
            <a:spLocks noGrp="1"/>
          </p:cNvSpPr>
          <p:nvPr/>
        </p:nvSpPr>
        <p:spPr>
          <a:xfrm>
            <a:off x="8716647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6" name="ensemble.root-0.1-Sample-4-5">
            <a:extLst>
              <a:ext uri="{FF2B5EF4-FFF2-40B4-BE49-F238E27FC236}">
                <a16:creationId xmlns:a16="http://schemas.microsoft.com/office/drawing/2014/main" id="{58432060-D6F3-477D-A1F3-D7A56D371E94}"/>
              </a:ext>
            </a:extLst>
          </p:cNvPr>
          <p:cNvSpPr>
            <a:spLocks noGrp="1"/>
          </p:cNvSpPr>
          <p:nvPr/>
        </p:nvSpPr>
        <p:spPr>
          <a:xfrm>
            <a:off x="9394212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7" name="ensemble.root-0.1-Sample-5-1">
            <a:extLst>
              <a:ext uri="{FF2B5EF4-FFF2-40B4-BE49-F238E27FC236}">
                <a16:creationId xmlns:a16="http://schemas.microsoft.com/office/drawing/2014/main" id="{4845953B-DBD7-4C4D-BC78-D3854602CCC3}"/>
              </a:ext>
            </a:extLst>
          </p:cNvPr>
          <p:cNvSpPr>
            <a:spLocks noGrp="1"/>
          </p:cNvSpPr>
          <p:nvPr/>
        </p:nvSpPr>
        <p:spPr>
          <a:xfrm>
            <a:off x="9251633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8" name="ensemble.root-0.1-Sample-5-2">
            <a:extLst>
              <a:ext uri="{FF2B5EF4-FFF2-40B4-BE49-F238E27FC236}">
                <a16:creationId xmlns:a16="http://schemas.microsoft.com/office/drawing/2014/main" id="{9F983145-3A2F-4A0E-92FF-56B77F292F2F}"/>
              </a:ext>
            </a:extLst>
          </p:cNvPr>
          <p:cNvSpPr>
            <a:spLocks noGrp="1"/>
          </p:cNvSpPr>
          <p:nvPr/>
        </p:nvSpPr>
        <p:spPr>
          <a:xfrm>
            <a:off x="8334902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9" name="ensemble.root-0.1-Sample-5-3">
            <a:extLst>
              <a:ext uri="{FF2B5EF4-FFF2-40B4-BE49-F238E27FC236}">
                <a16:creationId xmlns:a16="http://schemas.microsoft.com/office/drawing/2014/main" id="{C6D52593-9759-404D-916B-A2FA93C6144F}"/>
              </a:ext>
            </a:extLst>
          </p:cNvPr>
          <p:cNvSpPr>
            <a:spLocks noGrp="1"/>
          </p:cNvSpPr>
          <p:nvPr/>
        </p:nvSpPr>
        <p:spPr>
          <a:xfrm>
            <a:off x="9738884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0" name="ensemble.root-0.1-Sample-5-4">
            <a:extLst>
              <a:ext uri="{FF2B5EF4-FFF2-40B4-BE49-F238E27FC236}">
                <a16:creationId xmlns:a16="http://schemas.microsoft.com/office/drawing/2014/main" id="{1BA33B76-FA7D-4655-870D-98810CB380DC}"/>
              </a:ext>
            </a:extLst>
          </p:cNvPr>
          <p:cNvSpPr>
            <a:spLocks noGrp="1"/>
          </p:cNvSpPr>
          <p:nvPr/>
        </p:nvSpPr>
        <p:spPr>
          <a:xfrm>
            <a:off x="8714540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1" name="ensemble.root-0.1-Sample-5-5">
            <a:extLst>
              <a:ext uri="{FF2B5EF4-FFF2-40B4-BE49-F238E27FC236}">
                <a16:creationId xmlns:a16="http://schemas.microsoft.com/office/drawing/2014/main" id="{7D2C5C4C-9FAE-4207-9A5B-E509473B2551}"/>
              </a:ext>
            </a:extLst>
          </p:cNvPr>
          <p:cNvSpPr>
            <a:spLocks noGrp="1"/>
          </p:cNvSpPr>
          <p:nvPr/>
        </p:nvSpPr>
        <p:spPr>
          <a:xfrm>
            <a:off x="8789469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2" name="ensemble.root-0.1-Sample-6-1">
            <a:extLst>
              <a:ext uri="{FF2B5EF4-FFF2-40B4-BE49-F238E27FC236}">
                <a16:creationId xmlns:a16="http://schemas.microsoft.com/office/drawing/2014/main" id="{6997419F-1EE0-4523-AEDB-91409A2DF4B6}"/>
              </a:ext>
            </a:extLst>
          </p:cNvPr>
          <p:cNvSpPr>
            <a:spLocks noGrp="1"/>
          </p:cNvSpPr>
          <p:nvPr/>
        </p:nvSpPr>
        <p:spPr>
          <a:xfrm>
            <a:off x="9310836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3" name="ensemble.root-0.1-Sample-6-2">
            <a:extLst>
              <a:ext uri="{FF2B5EF4-FFF2-40B4-BE49-F238E27FC236}">
                <a16:creationId xmlns:a16="http://schemas.microsoft.com/office/drawing/2014/main" id="{945EC845-CBE4-4CA0-8664-02203DC1E8B4}"/>
              </a:ext>
            </a:extLst>
          </p:cNvPr>
          <p:cNvSpPr>
            <a:spLocks noGrp="1"/>
          </p:cNvSpPr>
          <p:nvPr/>
        </p:nvSpPr>
        <p:spPr>
          <a:xfrm>
            <a:off x="9759991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4" name="ensemble.root-0.1-Sample-6-3">
            <a:extLst>
              <a:ext uri="{FF2B5EF4-FFF2-40B4-BE49-F238E27FC236}">
                <a16:creationId xmlns:a16="http://schemas.microsoft.com/office/drawing/2014/main" id="{BC53E9CA-88AF-4B9F-BF37-5DE05A2A1FAD}"/>
              </a:ext>
            </a:extLst>
          </p:cNvPr>
          <p:cNvSpPr>
            <a:spLocks noGrp="1"/>
          </p:cNvSpPr>
          <p:nvPr/>
        </p:nvSpPr>
        <p:spPr>
          <a:xfrm>
            <a:off x="9512769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5" name="ensemble.root-0.1-Sample-6-4">
            <a:extLst>
              <a:ext uri="{FF2B5EF4-FFF2-40B4-BE49-F238E27FC236}">
                <a16:creationId xmlns:a16="http://schemas.microsoft.com/office/drawing/2014/main" id="{DC151C5E-AB6C-4792-A182-E9B93FCB2668}"/>
              </a:ext>
            </a:extLst>
          </p:cNvPr>
          <p:cNvSpPr>
            <a:spLocks noGrp="1"/>
          </p:cNvSpPr>
          <p:nvPr/>
        </p:nvSpPr>
        <p:spPr>
          <a:xfrm>
            <a:off x="8824260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6" name="ensemble.root-0.1-Sample-6-5">
            <a:extLst>
              <a:ext uri="{FF2B5EF4-FFF2-40B4-BE49-F238E27FC236}">
                <a16:creationId xmlns:a16="http://schemas.microsoft.com/office/drawing/2014/main" id="{E8B415C5-FE68-4525-B0B8-486E302CD899}"/>
              </a:ext>
            </a:extLst>
          </p:cNvPr>
          <p:cNvSpPr>
            <a:spLocks noGrp="1"/>
          </p:cNvSpPr>
          <p:nvPr/>
        </p:nvSpPr>
        <p:spPr>
          <a:xfrm>
            <a:off x="9319694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9" name="ensemble.note">
            <a:extLst>
              <a:ext uri="{FF2B5EF4-FFF2-40B4-BE49-F238E27FC236}">
                <a16:creationId xmlns:a16="http://schemas.microsoft.com/office/drawing/2014/main" id="{AA19CCD5-53DE-4DE3-98D2-3FFA8AB40C03}"/>
              </a:ext>
            </a:extLst>
          </p:cNvPr>
          <p:cNvSpPr>
            <a:spLocks noGrp="1"/>
          </p:cNvSpPr>
          <p:nvPr/>
        </p:nvSpPr>
        <p:spPr>
          <a:xfrm>
            <a:off x="6172200" y="11334750"/>
            <a:ext cx="44196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按两种判据分别求解位置参数</a:t>
            </a:r>
          </a:p>
        </p:txBody>
      </p:sp>
      <p:sp>
        <p:nvSpPr>
          <p:cNvPr id="280" name="flow.curves-comparison">
            <a:extLst>
              <a:ext uri="{FF2B5EF4-FFF2-40B4-BE49-F238E27FC236}">
                <a16:creationId xmlns:a16="http://schemas.microsoft.com/office/drawing/2014/main" id="{AD1C6D9A-2270-45CB-B4B1-49383CE7AAEC}"/>
              </a:ext>
            </a:extLst>
          </p:cNvPr>
          <p:cNvSpPr>
            <a:spLocks noGrp="1"/>
          </p:cNvSpPr>
          <p:nvPr/>
        </p:nvSpPr>
        <p:spPr>
          <a:xfrm>
            <a:off x="10953750" y="922972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graphicFrame>
        <p:nvGraphicFramePr>
          <p:cNvPr id="375" name="MathType.sorted">
            <a:extLst>
              <a:ext uri="{FF2B5EF4-FFF2-40B4-BE49-F238E27FC236}">
                <a16:creationId xmlns:a16="http://schemas.microsoft.com/office/drawing/2014/main" id="{A93CF7EA-6F6A-228D-DAE6-A0827E8C4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405486"/>
              </p:ext>
            </p:extLst>
          </p:nvPr>
        </p:nvGraphicFramePr>
        <p:xfrm>
          <a:off x="1047752" y="2190750"/>
          <a:ext cx="9143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7752" y="2190750"/>
                        <a:ext cx="9143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" name="MathType.rank">
            <a:extLst>
              <a:ext uri="{FF2B5EF4-FFF2-40B4-BE49-F238E27FC236}">
                <a16:creationId xmlns:a16="http://schemas.microsoft.com/office/drawing/2014/main" id="{C749A4B0-8E4F-AD71-AFEB-99B2D35CEE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240232"/>
              </p:ext>
            </p:extLst>
          </p:nvPr>
        </p:nvGraphicFramePr>
        <p:xfrm>
          <a:off x="2882503" y="1653778"/>
          <a:ext cx="1693069" cy="66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393480" progId="Equation.DSMT4">
                  <p:embed/>
                </p:oleObj>
              </mc:Choice>
              <mc:Fallback>
                <p:oleObj name="Equation" r:id="rId5" imgW="1002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2503" y="1653778"/>
                        <a:ext cx="1693069" cy="664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" name="MathType.pseudo">
            <a:extLst>
              <a:ext uri="{FF2B5EF4-FFF2-40B4-BE49-F238E27FC236}">
                <a16:creationId xmlns:a16="http://schemas.microsoft.com/office/drawing/2014/main" id="{1DC35CF8-46C9-76A9-1CF9-84FE23C25C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918294"/>
              </p:ext>
            </p:extLst>
          </p:nvPr>
        </p:nvGraphicFramePr>
        <p:xfrm>
          <a:off x="1353054" y="2952750"/>
          <a:ext cx="276124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482400" progId="Equation.DSMT4">
                  <p:embed/>
                </p:oleObj>
              </mc:Choice>
              <mc:Fallback>
                <p:oleObj name="Equation" r:id="rId7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3054" y="2952750"/>
                        <a:ext cx="2761242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" name="MathType.discrepancy">
            <a:extLst>
              <a:ext uri="{FF2B5EF4-FFF2-40B4-BE49-F238E27FC236}">
                <a16:creationId xmlns:a16="http://schemas.microsoft.com/office/drawing/2014/main" id="{8C774728-FDE3-428E-575E-8023002B4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734515"/>
              </p:ext>
            </p:extLst>
          </p:nvPr>
        </p:nvGraphicFramePr>
        <p:xfrm>
          <a:off x="1399429" y="4267200"/>
          <a:ext cx="271611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9429" y="4267200"/>
                        <a:ext cx="271611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" name="MathType.profile">
            <a:extLst>
              <a:ext uri="{FF2B5EF4-FFF2-40B4-BE49-F238E27FC236}">
                <a16:creationId xmlns:a16="http://schemas.microsoft.com/office/drawing/2014/main" id="{5FAAD1C1-6684-3E1B-3E0B-2956BC393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603093"/>
              </p:ext>
            </p:extLst>
          </p:nvPr>
        </p:nvGraphicFramePr>
        <p:xfrm>
          <a:off x="1196975" y="4989511"/>
          <a:ext cx="311150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7680" imgH="241200" progId="Equation.DSMT4">
                  <p:embed/>
                </p:oleObj>
              </mc:Choice>
              <mc:Fallback>
                <p:oleObj name="Equation" r:id="rId11" imgW="1777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975" y="4989511"/>
                        <a:ext cx="311150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" name="MathType.gradient">
            <a:extLst>
              <a:ext uri="{FF2B5EF4-FFF2-40B4-BE49-F238E27FC236}">
                <a16:creationId xmlns:a16="http://schemas.microsoft.com/office/drawing/2014/main" id="{A91A551F-DC18-46B8-F1AD-B91950250D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880833"/>
              </p:ext>
            </p:extLst>
          </p:nvPr>
        </p:nvGraphicFramePr>
        <p:xfrm>
          <a:off x="7275606" y="1390650"/>
          <a:ext cx="2155639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444240" progId="Equation.DSMT4">
                  <p:embed/>
                </p:oleObj>
              </mc:Choice>
              <mc:Fallback>
                <p:oleObj name="Equation" r:id="rId13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5606" y="1390650"/>
                        <a:ext cx="2155639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" name="MathType.root">
            <a:extLst>
              <a:ext uri="{FF2B5EF4-FFF2-40B4-BE49-F238E27FC236}">
                <a16:creationId xmlns:a16="http://schemas.microsoft.com/office/drawing/2014/main" id="{691F5AA4-352E-3164-64ED-AEEDC65759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385518"/>
              </p:ext>
            </p:extLst>
          </p:nvPr>
        </p:nvGraphicFramePr>
        <p:xfrm>
          <a:off x="7477127" y="3676650"/>
          <a:ext cx="857246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15640" progId="Equation.DSMT4">
                  <p:embed/>
                </p:oleObj>
              </mc:Choice>
              <mc:Fallback>
                <p:oleObj name="Equation" r:id="rId15" imgW="571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77127" y="3676650"/>
                        <a:ext cx="857246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" name="MathType.gamma-est">
            <a:extLst>
              <a:ext uri="{FF2B5EF4-FFF2-40B4-BE49-F238E27FC236}">
                <a16:creationId xmlns:a16="http://schemas.microsoft.com/office/drawing/2014/main" id="{0E4E90F2-0359-ED8B-F2A4-8941EEE06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070926"/>
              </p:ext>
            </p:extLst>
          </p:nvPr>
        </p:nvGraphicFramePr>
        <p:xfrm>
          <a:off x="8751236" y="2581275"/>
          <a:ext cx="823629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22080" imgH="215640" progId="Equation.DSMT4">
                  <p:embed/>
                </p:oleObj>
              </mc:Choice>
              <mc:Fallback>
                <p:oleObj name="Equation" r:id="rId17" imgW="622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51236" y="2581275"/>
                        <a:ext cx="823629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" name="MathType.gamma-transfer">
            <a:extLst>
              <a:ext uri="{FF2B5EF4-FFF2-40B4-BE49-F238E27FC236}">
                <a16:creationId xmlns:a16="http://schemas.microsoft.com/office/drawing/2014/main" id="{3A1C0306-7217-7BFA-0B27-9F7C217C6B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020490"/>
              </p:ext>
            </p:extLst>
          </p:nvPr>
        </p:nvGraphicFramePr>
        <p:xfrm>
          <a:off x="11191876" y="2847975"/>
          <a:ext cx="190499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20" imgH="215640" progId="Equation.DSMT4">
                  <p:embed/>
                </p:oleObj>
              </mc:Choice>
              <mc:Fallback>
                <p:oleObj name="Equation" r:id="rId19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91876" y="2847975"/>
                        <a:ext cx="190499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" name="MathType.beta-min">
            <a:extLst>
              <a:ext uri="{FF2B5EF4-FFF2-40B4-BE49-F238E27FC236}">
                <a16:creationId xmlns:a16="http://schemas.microsoft.com/office/drawing/2014/main" id="{60AB96EE-D6FD-2CF1-DC44-8FEB28721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594809"/>
              </p:ext>
            </p:extLst>
          </p:nvPr>
        </p:nvGraphicFramePr>
        <p:xfrm>
          <a:off x="12995672" y="1531937"/>
          <a:ext cx="2583656" cy="68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33440" imgH="355320" progId="Equation.DSMT4">
                  <p:embed/>
                </p:oleObj>
              </mc:Choice>
              <mc:Fallback>
                <p:oleObj name="Equation" r:id="rId21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995672" y="1531937"/>
                        <a:ext cx="2583656" cy="6889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" name="MathType.beta-est">
            <a:extLst>
              <a:ext uri="{FF2B5EF4-FFF2-40B4-BE49-F238E27FC236}">
                <a16:creationId xmlns:a16="http://schemas.microsoft.com/office/drawing/2014/main" id="{61064BCB-70F9-D040-19DB-8ACA086CD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825143"/>
              </p:ext>
            </p:extLst>
          </p:nvPr>
        </p:nvGraphicFramePr>
        <p:xfrm>
          <a:off x="14787564" y="3438525"/>
          <a:ext cx="9524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34680" imgH="241200" progId="Equation.DSMT4">
                  <p:embed/>
                </p:oleObj>
              </mc:Choice>
              <mc:Fallback>
                <p:oleObj name="Equation" r:id="rId23" imgW="634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787564" y="3438525"/>
                        <a:ext cx="9524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" name="MathType.eta">
            <a:extLst>
              <a:ext uri="{FF2B5EF4-FFF2-40B4-BE49-F238E27FC236}">
                <a16:creationId xmlns:a16="http://schemas.microsoft.com/office/drawing/2014/main" id="{DB100EFB-325F-DF25-3D1D-459123C14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438440"/>
              </p:ext>
            </p:extLst>
          </p:nvPr>
        </p:nvGraphicFramePr>
        <p:xfrm>
          <a:off x="18407063" y="2366962"/>
          <a:ext cx="2905125" cy="809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49080" imgH="431640" progId="Equation.DSMT4">
                  <p:embed/>
                </p:oleObj>
              </mc:Choice>
              <mc:Fallback>
                <p:oleObj name="Equation" r:id="rId25" imgW="1549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407063" y="2366962"/>
                        <a:ext cx="2905125" cy="809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" name="MathType.output">
            <a:extLst>
              <a:ext uri="{FF2B5EF4-FFF2-40B4-BE49-F238E27FC236}">
                <a16:creationId xmlns:a16="http://schemas.microsoft.com/office/drawing/2014/main" id="{B38CE43F-27EE-5E9B-BA0B-722653EF35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717334"/>
              </p:ext>
            </p:extLst>
          </p:nvPr>
        </p:nvGraphicFramePr>
        <p:xfrm>
          <a:off x="18192750" y="4418011"/>
          <a:ext cx="333375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4760" imgH="241200" progId="Equation.DSMT4">
                  <p:embed/>
                </p:oleObj>
              </mc:Choice>
              <mc:Fallback>
                <p:oleObj name="Equation" r:id="rId27" imgW="19047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8192750" y="4418011"/>
                        <a:ext cx="333375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" name="MathType.truth">
            <a:extLst>
              <a:ext uri="{FF2B5EF4-FFF2-40B4-BE49-F238E27FC236}">
                <a16:creationId xmlns:a16="http://schemas.microsoft.com/office/drawing/2014/main" id="{317A6A91-84C2-E50F-1C53-BB51D7727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317124"/>
              </p:ext>
            </p:extLst>
          </p:nvPr>
        </p:nvGraphicFramePr>
        <p:xfrm>
          <a:off x="1251347" y="7605712"/>
          <a:ext cx="3021806" cy="342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90640" imgH="203040" progId="Equation.DSMT4">
                  <p:embed/>
                </p:oleObj>
              </mc:Choice>
              <mc:Fallback>
                <p:oleObj name="Equation" r:id="rId29" imgW="1790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251347" y="7605712"/>
                        <a:ext cx="3021806" cy="342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" name="MathType.delta0">
            <a:extLst>
              <a:ext uri="{FF2B5EF4-FFF2-40B4-BE49-F238E27FC236}">
                <a16:creationId xmlns:a16="http://schemas.microsoft.com/office/drawing/2014/main" id="{DFA4DE90-B7B0-AAA4-EFF1-8D49904DE0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194296"/>
              </p:ext>
            </p:extLst>
          </p:nvPr>
        </p:nvGraphicFramePr>
        <p:xfrm>
          <a:off x="7396503" y="10001250"/>
          <a:ext cx="53272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68280" imgH="177480" progId="Equation.DSMT4">
                  <p:embed/>
                </p:oleObj>
              </mc:Choice>
              <mc:Fallback>
                <p:oleObj name="Equation" r:id="rId31" imgW="368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396503" y="10001250"/>
                        <a:ext cx="532720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" name="MathType.delta01">
            <a:extLst>
              <a:ext uri="{FF2B5EF4-FFF2-40B4-BE49-F238E27FC236}">
                <a16:creationId xmlns:a16="http://schemas.microsoft.com/office/drawing/2014/main" id="{34D4D540-6DA2-EE42-2784-0028C2E4C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882515"/>
              </p:ext>
            </p:extLst>
          </p:nvPr>
        </p:nvGraphicFramePr>
        <p:xfrm>
          <a:off x="7323024" y="9372600"/>
          <a:ext cx="67967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69800" imgH="177480" progId="Equation.DSMT4">
                  <p:embed/>
                </p:oleObj>
              </mc:Choice>
              <mc:Fallback>
                <p:oleObj name="Equation" r:id="rId33" imgW="469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323024" y="9372600"/>
                        <a:ext cx="679677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adial.boundary">
            <a:extLst>
              <a:ext uri="{FF2B5EF4-FFF2-40B4-BE49-F238E27FC236}">
                <a16:creationId xmlns:a16="http://schemas.microsoft.com/office/drawing/2014/main" id="{BEF157D3-07E1-99D6-8FC7-3C81ECC6E326}"/>
              </a:ext>
            </a:extLst>
          </p:cNvPr>
          <p:cNvSpPr>
            <a:spLocks noGrp="1"/>
          </p:cNvSpPr>
          <p:nvPr/>
        </p:nvSpPr>
        <p:spPr>
          <a:xfrm>
            <a:off x="11811000" y="6810375"/>
            <a:ext cx="10096500" cy="4953000"/>
          </a:xfrm>
          <a:prstGeom prst="rect">
            <a:avLst/>
          </a:prstGeom>
          <a:noFill/>
          <a:ln w="11430">
            <a:solidFill>
              <a:srgbClr val="9FBAA5"/>
            </a:solidFill>
          </a:ln>
        </p:spPr>
      </p:sp>
      <p:sp>
        <p:nvSpPr>
          <p:cNvPr id="23" name="radial.header">
            <a:extLst>
              <a:ext uri="{FF2B5EF4-FFF2-40B4-BE49-F238E27FC236}">
                <a16:creationId xmlns:a16="http://schemas.microsoft.com/office/drawing/2014/main" id="{A680C724-2E94-273E-A6BF-1A4E9A105D6B}"/>
              </a:ext>
            </a:extLst>
          </p:cNvPr>
          <p:cNvSpPr>
            <a:spLocks noGrp="1"/>
          </p:cNvSpPr>
          <p:nvPr/>
        </p:nvSpPr>
        <p:spPr>
          <a:xfrm>
            <a:off x="11811000" y="6810375"/>
            <a:ext cx="10096500" cy="400050"/>
          </a:xfrm>
          <a:prstGeom prst="rect">
            <a:avLst/>
          </a:prstGeom>
          <a:solidFill>
            <a:srgbClr val="EAF1D8"/>
          </a:solidFill>
          <a:ln w="11430">
            <a:noFill/>
          </a:ln>
        </p:spPr>
      </p:sp>
      <p:sp>
        <p:nvSpPr>
          <p:cNvPr id="24" name="radial.title">
            <a:extLst>
              <a:ext uri="{FF2B5EF4-FFF2-40B4-BE49-F238E27FC236}">
                <a16:creationId xmlns:a16="http://schemas.microsoft.com/office/drawing/2014/main" id="{059AE293-A641-E3A1-882B-EFF3B5B03227}"/>
              </a:ext>
            </a:extLst>
          </p:cNvPr>
          <p:cNvSpPr>
            <a:spLocks noGrp="1"/>
          </p:cNvSpPr>
          <p:nvPr/>
        </p:nvSpPr>
        <p:spPr>
          <a:xfrm>
            <a:off x="11906250" y="6829425"/>
            <a:ext cx="9906000" cy="3619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d  逐样本位置误差与三参数RMSE</a:t>
            </a:r>
          </a:p>
        </p:txBody>
      </p:sp>
      <p:sp>
        <p:nvSpPr>
          <p:cNvPr id="25" name="radial.ring-0-250">
            <a:extLst>
              <a:ext uri="{FF2B5EF4-FFF2-40B4-BE49-F238E27FC236}">
                <a16:creationId xmlns:a16="http://schemas.microsoft.com/office/drawing/2014/main" id="{DC1B27D5-7589-7612-BCB4-0CC619F65A42}"/>
              </a:ext>
            </a:extLst>
          </p:cNvPr>
          <p:cNvSpPr>
            <a:spLocks noGrp="1"/>
          </p:cNvSpPr>
          <p:nvPr/>
        </p:nvSpPr>
        <p:spPr>
          <a:xfrm>
            <a:off x="13625513" y="8034338"/>
            <a:ext cx="371475" cy="371475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26" name="radial.ring-0-500">
            <a:extLst>
              <a:ext uri="{FF2B5EF4-FFF2-40B4-BE49-F238E27FC236}">
                <a16:creationId xmlns:a16="http://schemas.microsoft.com/office/drawing/2014/main" id="{1AAFFAE5-24AA-EA5B-C3E1-1B1684865E38}"/>
              </a:ext>
            </a:extLst>
          </p:cNvPr>
          <p:cNvSpPr>
            <a:spLocks noGrp="1"/>
          </p:cNvSpPr>
          <p:nvPr/>
        </p:nvSpPr>
        <p:spPr>
          <a:xfrm>
            <a:off x="13439775" y="7848600"/>
            <a:ext cx="742950" cy="742950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29" name="radial.ring-0-750">
            <a:extLst>
              <a:ext uri="{FF2B5EF4-FFF2-40B4-BE49-F238E27FC236}">
                <a16:creationId xmlns:a16="http://schemas.microsoft.com/office/drawing/2014/main" id="{F5C00325-D501-22BC-BDD9-217493E5BAB3}"/>
              </a:ext>
            </a:extLst>
          </p:cNvPr>
          <p:cNvSpPr>
            <a:spLocks noGrp="1"/>
          </p:cNvSpPr>
          <p:nvPr/>
        </p:nvSpPr>
        <p:spPr>
          <a:xfrm>
            <a:off x="13254038" y="7662863"/>
            <a:ext cx="1114425" cy="1114425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30" name="radial.ring-0-1000">
            <a:extLst>
              <a:ext uri="{FF2B5EF4-FFF2-40B4-BE49-F238E27FC236}">
                <a16:creationId xmlns:a16="http://schemas.microsoft.com/office/drawing/2014/main" id="{DAF752E4-5F0B-B82D-4563-F70C60E41B0D}"/>
              </a:ext>
            </a:extLst>
          </p:cNvPr>
          <p:cNvSpPr>
            <a:spLocks noGrp="1"/>
          </p:cNvSpPr>
          <p:nvPr/>
        </p:nvSpPr>
        <p:spPr>
          <a:xfrm>
            <a:off x="13068300" y="7477125"/>
            <a:ext cx="1485900" cy="1485900"/>
          </a:xfrm>
          <a:prstGeom prst="ellipse">
            <a:avLst/>
          </a:prstGeom>
          <a:noFill/>
          <a:ln w="10478">
            <a:solidFill>
              <a:srgbClr val="AAB6BC"/>
            </a:solidFill>
          </a:ln>
        </p:spPr>
      </p:sp>
      <p:sp>
        <p:nvSpPr>
          <p:cNvPr id="31" name="radial.spoke-0-0">
            <a:extLst>
              <a:ext uri="{FF2B5EF4-FFF2-40B4-BE49-F238E27FC236}">
                <a16:creationId xmlns:a16="http://schemas.microsoft.com/office/drawing/2014/main" id="{D3F4351D-3A25-5337-F66F-C67B912CFF63}"/>
              </a:ext>
            </a:extLst>
          </p:cNvPr>
          <p:cNvSpPr>
            <a:spLocks noGrp="1"/>
          </p:cNvSpPr>
          <p:nvPr/>
        </p:nvSpPr>
        <p:spPr>
          <a:xfrm>
            <a:off x="13811250" y="7477125"/>
            <a:ext cx="953" cy="742950"/>
          </a:xfrm>
          <a:custGeom>
            <a:avLst/>
            <a:gdLst/>
            <a:ahLst/>
            <a:cxnLst/>
            <a:rect l="0" t="0" r="0" b="0"/>
            <a:pathLst>
              <a:path w="953" h="742950">
                <a:moveTo>
                  <a:pt x="0" y="742950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2" name="radial.index-0-0">
            <a:extLst>
              <a:ext uri="{FF2B5EF4-FFF2-40B4-BE49-F238E27FC236}">
                <a16:creationId xmlns:a16="http://schemas.microsoft.com/office/drawing/2014/main" id="{F2914049-1F20-4B3F-52A1-0A023023BABF}"/>
              </a:ext>
            </a:extLst>
          </p:cNvPr>
          <p:cNvSpPr>
            <a:spLocks noGrp="1"/>
          </p:cNvSpPr>
          <p:nvPr/>
        </p:nvSpPr>
        <p:spPr>
          <a:xfrm>
            <a:off x="13706475" y="724852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3" name="radial.error-ray-0-0">
            <a:extLst>
              <a:ext uri="{FF2B5EF4-FFF2-40B4-BE49-F238E27FC236}">
                <a16:creationId xmlns:a16="http://schemas.microsoft.com/office/drawing/2014/main" id="{69EC5DBA-8DD6-F7E9-4E15-97960F2B10E5}"/>
              </a:ext>
            </a:extLst>
          </p:cNvPr>
          <p:cNvSpPr>
            <a:spLocks noGrp="1"/>
          </p:cNvSpPr>
          <p:nvPr/>
        </p:nvSpPr>
        <p:spPr>
          <a:xfrm>
            <a:off x="13811250" y="8013587"/>
            <a:ext cx="953" cy="206488"/>
          </a:xfrm>
          <a:custGeom>
            <a:avLst/>
            <a:gdLst/>
            <a:ahLst/>
            <a:cxnLst/>
            <a:rect l="0" t="0" r="0" b="0"/>
            <a:pathLst>
              <a:path w="953" h="206488">
                <a:moveTo>
                  <a:pt x="0" y="20648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5" name="radial.sample-0-0">
            <a:extLst>
              <a:ext uri="{FF2B5EF4-FFF2-40B4-BE49-F238E27FC236}">
                <a16:creationId xmlns:a16="http://schemas.microsoft.com/office/drawing/2014/main" id="{3461F0A0-D62E-C8EE-61D8-E7EBA901734C}"/>
              </a:ext>
            </a:extLst>
          </p:cNvPr>
          <p:cNvSpPr>
            <a:spLocks noGrp="1"/>
          </p:cNvSpPr>
          <p:nvPr/>
        </p:nvSpPr>
        <p:spPr>
          <a:xfrm>
            <a:off x="13784580" y="7986917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6" name="radial.spoke-0-1">
            <a:extLst>
              <a:ext uri="{FF2B5EF4-FFF2-40B4-BE49-F238E27FC236}">
                <a16:creationId xmlns:a16="http://schemas.microsoft.com/office/drawing/2014/main" id="{F2675123-9FA0-04C0-6623-418B7327E2ED}"/>
              </a:ext>
            </a:extLst>
          </p:cNvPr>
          <p:cNvSpPr>
            <a:spLocks noGrp="1"/>
          </p:cNvSpPr>
          <p:nvPr/>
        </p:nvSpPr>
        <p:spPr>
          <a:xfrm>
            <a:off x="13811250" y="7493360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726715"/>
                </a:moveTo>
                <a:lnTo>
                  <a:pt x="154468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7" name="radial.index-0-1">
            <a:extLst>
              <a:ext uri="{FF2B5EF4-FFF2-40B4-BE49-F238E27FC236}">
                <a16:creationId xmlns:a16="http://schemas.microsoft.com/office/drawing/2014/main" id="{B6F1CCA1-7077-C7C3-6831-BC1E8EAF91BE}"/>
              </a:ext>
            </a:extLst>
          </p:cNvPr>
          <p:cNvSpPr>
            <a:spLocks noGrp="1"/>
          </p:cNvSpPr>
          <p:nvPr/>
        </p:nvSpPr>
        <p:spPr>
          <a:xfrm>
            <a:off x="13890648" y="7267882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radial.error-ray-0-1">
            <a:extLst>
              <a:ext uri="{FF2B5EF4-FFF2-40B4-BE49-F238E27FC236}">
                <a16:creationId xmlns:a16="http://schemas.microsoft.com/office/drawing/2014/main" id="{ABCDBE1F-5A26-F8B4-A62D-2D1D1B0C545B}"/>
              </a:ext>
            </a:extLst>
          </p:cNvPr>
          <p:cNvSpPr>
            <a:spLocks noGrp="1"/>
          </p:cNvSpPr>
          <p:nvPr/>
        </p:nvSpPr>
        <p:spPr>
          <a:xfrm>
            <a:off x="13811250" y="8142623"/>
            <a:ext cx="16463" cy="77452"/>
          </a:xfrm>
          <a:custGeom>
            <a:avLst/>
            <a:gdLst/>
            <a:ahLst/>
            <a:cxnLst/>
            <a:rect l="0" t="0" r="0" b="0"/>
            <a:pathLst>
              <a:path w="16463" h="77452">
                <a:moveTo>
                  <a:pt x="0" y="77452"/>
                </a:moveTo>
                <a:lnTo>
                  <a:pt x="16463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9" name="radial.sample-0-1">
            <a:extLst>
              <a:ext uri="{FF2B5EF4-FFF2-40B4-BE49-F238E27FC236}">
                <a16:creationId xmlns:a16="http://schemas.microsoft.com/office/drawing/2014/main" id="{0B8AE6EC-9848-B402-033D-0601D2D29937}"/>
              </a:ext>
            </a:extLst>
          </p:cNvPr>
          <p:cNvSpPr>
            <a:spLocks noGrp="1"/>
          </p:cNvSpPr>
          <p:nvPr/>
        </p:nvSpPr>
        <p:spPr>
          <a:xfrm>
            <a:off x="13801043" y="8115953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0" name="radial.spoke-0-2">
            <a:extLst>
              <a:ext uri="{FF2B5EF4-FFF2-40B4-BE49-F238E27FC236}">
                <a16:creationId xmlns:a16="http://schemas.microsoft.com/office/drawing/2014/main" id="{FDD90074-8479-C371-E5BE-D44788D71D8A}"/>
              </a:ext>
            </a:extLst>
          </p:cNvPr>
          <p:cNvSpPr>
            <a:spLocks noGrp="1"/>
          </p:cNvSpPr>
          <p:nvPr/>
        </p:nvSpPr>
        <p:spPr>
          <a:xfrm>
            <a:off x="13811250" y="7541356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0" y="678719"/>
                </a:moveTo>
                <a:lnTo>
                  <a:pt x="302185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1" name="radial.index-0-2">
            <a:extLst>
              <a:ext uri="{FF2B5EF4-FFF2-40B4-BE49-F238E27FC236}">
                <a16:creationId xmlns:a16="http://schemas.microsoft.com/office/drawing/2014/main" id="{1327C981-4755-90FC-907B-FB81B9289B1B}"/>
              </a:ext>
            </a:extLst>
          </p:cNvPr>
          <p:cNvSpPr>
            <a:spLocks noGrp="1"/>
          </p:cNvSpPr>
          <p:nvPr/>
        </p:nvSpPr>
        <p:spPr>
          <a:xfrm>
            <a:off x="14066772" y="7325109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2" name="radial.error-ray-0-2">
            <a:extLst>
              <a:ext uri="{FF2B5EF4-FFF2-40B4-BE49-F238E27FC236}">
                <a16:creationId xmlns:a16="http://schemas.microsoft.com/office/drawing/2014/main" id="{05D86023-8A00-AE8F-42F1-7D39F938DD08}"/>
              </a:ext>
            </a:extLst>
          </p:cNvPr>
          <p:cNvSpPr>
            <a:spLocks noGrp="1"/>
          </p:cNvSpPr>
          <p:nvPr/>
        </p:nvSpPr>
        <p:spPr>
          <a:xfrm>
            <a:off x="13811250" y="8202697"/>
            <a:ext cx="7737" cy="17378"/>
          </a:xfrm>
          <a:custGeom>
            <a:avLst/>
            <a:gdLst/>
            <a:ahLst/>
            <a:cxnLst/>
            <a:rect l="0" t="0" r="0" b="0"/>
            <a:pathLst>
              <a:path w="7737" h="17378">
                <a:moveTo>
                  <a:pt x="0" y="17378"/>
                </a:moveTo>
                <a:lnTo>
                  <a:pt x="7737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3" name="radial.sample-0-2">
            <a:extLst>
              <a:ext uri="{FF2B5EF4-FFF2-40B4-BE49-F238E27FC236}">
                <a16:creationId xmlns:a16="http://schemas.microsoft.com/office/drawing/2014/main" id="{05BA6632-4843-1AA2-1ABE-DDA0E83909A0}"/>
              </a:ext>
            </a:extLst>
          </p:cNvPr>
          <p:cNvSpPr>
            <a:spLocks noGrp="1"/>
          </p:cNvSpPr>
          <p:nvPr/>
        </p:nvSpPr>
        <p:spPr>
          <a:xfrm>
            <a:off x="13792318" y="8176027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9" name="radial.spoke-0-3">
            <a:extLst>
              <a:ext uri="{FF2B5EF4-FFF2-40B4-BE49-F238E27FC236}">
                <a16:creationId xmlns:a16="http://schemas.microsoft.com/office/drawing/2014/main" id="{BB4FFAD7-0132-F178-0B51-14840E9C03C2}"/>
              </a:ext>
            </a:extLst>
          </p:cNvPr>
          <p:cNvSpPr>
            <a:spLocks noGrp="1"/>
          </p:cNvSpPr>
          <p:nvPr/>
        </p:nvSpPr>
        <p:spPr>
          <a:xfrm>
            <a:off x="13811250" y="7619016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0" y="601059"/>
                </a:moveTo>
                <a:lnTo>
                  <a:pt x="436695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0" name="radial.index-0-3">
            <a:extLst>
              <a:ext uri="{FF2B5EF4-FFF2-40B4-BE49-F238E27FC236}">
                <a16:creationId xmlns:a16="http://schemas.microsoft.com/office/drawing/2014/main" id="{B24B8826-C7BB-C9D4-DF6E-3BCD9F4CE476}"/>
              </a:ext>
            </a:extLst>
          </p:cNvPr>
          <p:cNvSpPr>
            <a:spLocks noGrp="1"/>
          </p:cNvSpPr>
          <p:nvPr/>
        </p:nvSpPr>
        <p:spPr>
          <a:xfrm>
            <a:off x="14227150" y="741770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1" name="radial.error-ray-0-3">
            <a:extLst>
              <a:ext uri="{FF2B5EF4-FFF2-40B4-BE49-F238E27FC236}">
                <a16:creationId xmlns:a16="http://schemas.microsoft.com/office/drawing/2014/main" id="{83C26BBE-A2A6-0060-17C7-3C3443CE8258}"/>
              </a:ext>
            </a:extLst>
          </p:cNvPr>
          <p:cNvSpPr>
            <a:spLocks noGrp="1"/>
          </p:cNvSpPr>
          <p:nvPr/>
        </p:nvSpPr>
        <p:spPr>
          <a:xfrm>
            <a:off x="13811250" y="8196813"/>
            <a:ext cx="16901" cy="23262"/>
          </a:xfrm>
          <a:custGeom>
            <a:avLst/>
            <a:gdLst/>
            <a:ahLst/>
            <a:cxnLst/>
            <a:rect l="0" t="0" r="0" b="0"/>
            <a:pathLst>
              <a:path w="16901" h="23262">
                <a:moveTo>
                  <a:pt x="0" y="23262"/>
                </a:moveTo>
                <a:lnTo>
                  <a:pt x="16901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52" name="radial.sample-0-3">
            <a:extLst>
              <a:ext uri="{FF2B5EF4-FFF2-40B4-BE49-F238E27FC236}">
                <a16:creationId xmlns:a16="http://schemas.microsoft.com/office/drawing/2014/main" id="{4EB39889-796D-4E68-5FAC-C04D71EFF302}"/>
              </a:ext>
            </a:extLst>
          </p:cNvPr>
          <p:cNvSpPr>
            <a:spLocks noGrp="1"/>
          </p:cNvSpPr>
          <p:nvPr/>
        </p:nvSpPr>
        <p:spPr>
          <a:xfrm>
            <a:off x="13801482" y="8170143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53" name="radial.spoke-0-4">
            <a:extLst>
              <a:ext uri="{FF2B5EF4-FFF2-40B4-BE49-F238E27FC236}">
                <a16:creationId xmlns:a16="http://schemas.microsoft.com/office/drawing/2014/main" id="{6390B08B-6CE2-7983-76C0-FB76C8D81808}"/>
              </a:ext>
            </a:extLst>
          </p:cNvPr>
          <p:cNvSpPr>
            <a:spLocks noGrp="1"/>
          </p:cNvSpPr>
          <p:nvPr/>
        </p:nvSpPr>
        <p:spPr>
          <a:xfrm>
            <a:off x="13811250" y="7722944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497131"/>
                </a:moveTo>
                <a:lnTo>
                  <a:pt x="552119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4" name="radial.index-0-4">
            <a:extLst>
              <a:ext uri="{FF2B5EF4-FFF2-40B4-BE49-F238E27FC236}">
                <a16:creationId xmlns:a16="http://schemas.microsoft.com/office/drawing/2014/main" id="{E01CA7BE-9856-584B-531F-F81B08CA3C55}"/>
              </a:ext>
            </a:extLst>
          </p:cNvPr>
          <p:cNvSpPr>
            <a:spLocks noGrp="1"/>
          </p:cNvSpPr>
          <p:nvPr/>
        </p:nvSpPr>
        <p:spPr>
          <a:xfrm>
            <a:off x="14364771" y="754161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6" name="radial.error-ray-0-4">
            <a:extLst>
              <a:ext uri="{FF2B5EF4-FFF2-40B4-BE49-F238E27FC236}">
                <a16:creationId xmlns:a16="http://schemas.microsoft.com/office/drawing/2014/main" id="{21D5C6B1-0118-87D6-93A6-DA6ED1D0AADB}"/>
              </a:ext>
            </a:extLst>
          </p:cNvPr>
          <p:cNvSpPr>
            <a:spLocks noGrp="1"/>
          </p:cNvSpPr>
          <p:nvPr/>
        </p:nvSpPr>
        <p:spPr>
          <a:xfrm>
            <a:off x="13811250" y="8083395"/>
            <a:ext cx="151799" cy="136680"/>
          </a:xfrm>
          <a:custGeom>
            <a:avLst/>
            <a:gdLst/>
            <a:ahLst/>
            <a:cxnLst/>
            <a:rect l="0" t="0" r="0" b="0"/>
            <a:pathLst>
              <a:path w="151799" h="136680">
                <a:moveTo>
                  <a:pt x="0" y="136680"/>
                </a:moveTo>
                <a:lnTo>
                  <a:pt x="151799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78" name="radial.sample-0-4">
            <a:extLst>
              <a:ext uri="{FF2B5EF4-FFF2-40B4-BE49-F238E27FC236}">
                <a16:creationId xmlns:a16="http://schemas.microsoft.com/office/drawing/2014/main" id="{7DA7033F-5624-77CD-2E0E-65321CADE8E1}"/>
              </a:ext>
            </a:extLst>
          </p:cNvPr>
          <p:cNvSpPr>
            <a:spLocks noGrp="1"/>
          </p:cNvSpPr>
          <p:nvPr/>
        </p:nvSpPr>
        <p:spPr>
          <a:xfrm>
            <a:off x="13936379" y="8056725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84" name="radial.spoke-0-5">
            <a:extLst>
              <a:ext uri="{FF2B5EF4-FFF2-40B4-BE49-F238E27FC236}">
                <a16:creationId xmlns:a16="http://schemas.microsoft.com/office/drawing/2014/main" id="{FAE44DCB-CD2F-2A6E-39EB-FE46995C642A}"/>
              </a:ext>
            </a:extLst>
          </p:cNvPr>
          <p:cNvSpPr>
            <a:spLocks noGrp="1"/>
          </p:cNvSpPr>
          <p:nvPr/>
        </p:nvSpPr>
        <p:spPr>
          <a:xfrm>
            <a:off x="13811250" y="784860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371475"/>
                </a:moveTo>
                <a:lnTo>
                  <a:pt x="643414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85" name="radial.index-0-5">
            <a:extLst>
              <a:ext uri="{FF2B5EF4-FFF2-40B4-BE49-F238E27FC236}">
                <a16:creationId xmlns:a16="http://schemas.microsoft.com/office/drawing/2014/main" id="{CB642D38-78D2-8250-9492-1BD7F224D298}"/>
              </a:ext>
            </a:extLst>
          </p:cNvPr>
          <p:cNvSpPr>
            <a:spLocks noGrp="1"/>
          </p:cNvSpPr>
          <p:nvPr/>
        </p:nvSpPr>
        <p:spPr>
          <a:xfrm>
            <a:off x="14473622" y="769143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6" name="radial.error-ray-0-5">
            <a:extLst>
              <a:ext uri="{FF2B5EF4-FFF2-40B4-BE49-F238E27FC236}">
                <a16:creationId xmlns:a16="http://schemas.microsoft.com/office/drawing/2014/main" id="{DB506F2E-EBEE-000C-2BC4-4831DADB28E8}"/>
              </a:ext>
            </a:extLst>
          </p:cNvPr>
          <p:cNvSpPr>
            <a:spLocks noGrp="1"/>
          </p:cNvSpPr>
          <p:nvPr/>
        </p:nvSpPr>
        <p:spPr>
          <a:xfrm>
            <a:off x="13811250" y="784860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371475"/>
                </a:moveTo>
                <a:lnTo>
                  <a:pt x="643414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87" name="radial.sample-0-5">
            <a:extLst>
              <a:ext uri="{FF2B5EF4-FFF2-40B4-BE49-F238E27FC236}">
                <a16:creationId xmlns:a16="http://schemas.microsoft.com/office/drawing/2014/main" id="{61F758B6-A4C2-8830-CE51-A85A1BCF7D35}"/>
              </a:ext>
            </a:extLst>
          </p:cNvPr>
          <p:cNvSpPr>
            <a:spLocks noGrp="1"/>
          </p:cNvSpPr>
          <p:nvPr/>
        </p:nvSpPr>
        <p:spPr>
          <a:xfrm>
            <a:off x="14427994" y="782193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110" name="radial.spoke-0-6">
            <a:extLst>
              <a:ext uri="{FF2B5EF4-FFF2-40B4-BE49-F238E27FC236}">
                <a16:creationId xmlns:a16="http://schemas.microsoft.com/office/drawing/2014/main" id="{A9CAE16E-7603-B274-3B7D-4A15B8C1E359}"/>
              </a:ext>
            </a:extLst>
          </p:cNvPr>
          <p:cNvSpPr>
            <a:spLocks noGrp="1"/>
          </p:cNvSpPr>
          <p:nvPr/>
        </p:nvSpPr>
        <p:spPr>
          <a:xfrm>
            <a:off x="13811250" y="799049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0" y="229584"/>
                </a:moveTo>
                <a:lnTo>
                  <a:pt x="706587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113" name="radial.index-0-6">
            <a:extLst>
              <a:ext uri="{FF2B5EF4-FFF2-40B4-BE49-F238E27FC236}">
                <a16:creationId xmlns:a16="http://schemas.microsoft.com/office/drawing/2014/main" id="{D01A0B17-1E73-45F0-D9D6-A3925C8FBB7E}"/>
              </a:ext>
            </a:extLst>
          </p:cNvPr>
          <p:cNvSpPr>
            <a:spLocks noGrp="1"/>
          </p:cNvSpPr>
          <p:nvPr/>
        </p:nvSpPr>
        <p:spPr>
          <a:xfrm>
            <a:off x="14548945" y="786061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18" name="radial.error-ray-0-6">
            <a:extLst>
              <a:ext uri="{FF2B5EF4-FFF2-40B4-BE49-F238E27FC236}">
                <a16:creationId xmlns:a16="http://schemas.microsoft.com/office/drawing/2014/main" id="{2D7DB839-BB50-C078-2E7F-77F54109DE8D}"/>
              </a:ext>
            </a:extLst>
          </p:cNvPr>
          <p:cNvSpPr>
            <a:spLocks noGrp="1"/>
          </p:cNvSpPr>
          <p:nvPr/>
        </p:nvSpPr>
        <p:spPr>
          <a:xfrm>
            <a:off x="13811250" y="8173680"/>
            <a:ext cx="142790" cy="46395"/>
          </a:xfrm>
          <a:custGeom>
            <a:avLst/>
            <a:gdLst/>
            <a:ahLst/>
            <a:cxnLst/>
            <a:rect l="0" t="0" r="0" b="0"/>
            <a:pathLst>
              <a:path w="142790" h="46395">
                <a:moveTo>
                  <a:pt x="0" y="46395"/>
                </a:moveTo>
                <a:lnTo>
                  <a:pt x="14279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122" name="radial.sample-0-6">
            <a:extLst>
              <a:ext uri="{FF2B5EF4-FFF2-40B4-BE49-F238E27FC236}">
                <a16:creationId xmlns:a16="http://schemas.microsoft.com/office/drawing/2014/main" id="{3E086E60-8247-4A20-7D53-59CCBF384014}"/>
              </a:ext>
            </a:extLst>
          </p:cNvPr>
          <p:cNvSpPr>
            <a:spLocks noGrp="1"/>
          </p:cNvSpPr>
          <p:nvPr/>
        </p:nvSpPr>
        <p:spPr>
          <a:xfrm>
            <a:off x="13927370" y="814701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128" name="radial.spoke-0-7">
            <a:extLst>
              <a:ext uri="{FF2B5EF4-FFF2-40B4-BE49-F238E27FC236}">
                <a16:creationId xmlns:a16="http://schemas.microsoft.com/office/drawing/2014/main" id="{A5F7000B-8BA4-4C21-9DAC-31197778FD5A}"/>
              </a:ext>
            </a:extLst>
          </p:cNvPr>
          <p:cNvSpPr>
            <a:spLocks noGrp="1"/>
          </p:cNvSpPr>
          <p:nvPr/>
        </p:nvSpPr>
        <p:spPr>
          <a:xfrm>
            <a:off x="13811250" y="814241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77659"/>
                </a:moveTo>
                <a:lnTo>
                  <a:pt x="73888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277" name="radial.index-0-7">
            <a:extLst>
              <a:ext uri="{FF2B5EF4-FFF2-40B4-BE49-F238E27FC236}">
                <a16:creationId xmlns:a16="http://schemas.microsoft.com/office/drawing/2014/main" id="{3C3CD0FF-81AE-9721-9AD2-F0259DA873A2}"/>
              </a:ext>
            </a:extLst>
          </p:cNvPr>
          <p:cNvSpPr>
            <a:spLocks noGrp="1"/>
          </p:cNvSpPr>
          <p:nvPr/>
        </p:nvSpPr>
        <p:spPr>
          <a:xfrm>
            <a:off x="14587448" y="8041756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78" name="radial.error-ray-0-7">
            <a:extLst>
              <a:ext uri="{FF2B5EF4-FFF2-40B4-BE49-F238E27FC236}">
                <a16:creationId xmlns:a16="http://schemas.microsoft.com/office/drawing/2014/main" id="{06A092B9-9D30-E582-E6B2-ED4115E9B6D3}"/>
              </a:ext>
            </a:extLst>
          </p:cNvPr>
          <p:cNvSpPr>
            <a:spLocks noGrp="1"/>
          </p:cNvSpPr>
          <p:nvPr/>
        </p:nvSpPr>
        <p:spPr>
          <a:xfrm>
            <a:off x="13811250" y="8212664"/>
            <a:ext cx="70507" cy="7411"/>
          </a:xfrm>
          <a:custGeom>
            <a:avLst/>
            <a:gdLst/>
            <a:ahLst/>
            <a:cxnLst/>
            <a:rect l="0" t="0" r="0" b="0"/>
            <a:pathLst>
              <a:path w="70507" h="7411">
                <a:moveTo>
                  <a:pt x="0" y="7411"/>
                </a:moveTo>
                <a:lnTo>
                  <a:pt x="70507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286" name="radial.sample-0-7">
            <a:extLst>
              <a:ext uri="{FF2B5EF4-FFF2-40B4-BE49-F238E27FC236}">
                <a16:creationId xmlns:a16="http://schemas.microsoft.com/office/drawing/2014/main" id="{29D5FD04-0B9A-9851-FBB2-1AD495466EAC}"/>
              </a:ext>
            </a:extLst>
          </p:cNvPr>
          <p:cNvSpPr>
            <a:spLocks noGrp="1"/>
          </p:cNvSpPr>
          <p:nvPr/>
        </p:nvSpPr>
        <p:spPr>
          <a:xfrm>
            <a:off x="13855088" y="8185994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287" name="radial.spoke-0-8">
            <a:extLst>
              <a:ext uri="{FF2B5EF4-FFF2-40B4-BE49-F238E27FC236}">
                <a16:creationId xmlns:a16="http://schemas.microsoft.com/office/drawing/2014/main" id="{0831C547-ACFB-E3F9-4191-71AD04811708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0"/>
                </a:moveTo>
                <a:lnTo>
                  <a:pt x="738880" y="776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19" name="radial.index-0-8">
            <a:extLst>
              <a:ext uri="{FF2B5EF4-FFF2-40B4-BE49-F238E27FC236}">
                <a16:creationId xmlns:a16="http://schemas.microsoft.com/office/drawing/2014/main" id="{124DF21A-BF80-1FE8-E4A0-C02990CB881D}"/>
              </a:ext>
            </a:extLst>
          </p:cNvPr>
          <p:cNvSpPr>
            <a:spLocks noGrp="1"/>
          </p:cNvSpPr>
          <p:nvPr/>
        </p:nvSpPr>
        <p:spPr>
          <a:xfrm>
            <a:off x="14587448" y="8226944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94" name="radial.error-ray-0-8">
            <a:extLst>
              <a:ext uri="{FF2B5EF4-FFF2-40B4-BE49-F238E27FC236}">
                <a16:creationId xmlns:a16="http://schemas.microsoft.com/office/drawing/2014/main" id="{863CDE40-A433-14EA-3131-B4BF909A6822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0"/>
                </a:moveTo>
                <a:lnTo>
                  <a:pt x="738880" y="77659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95" name="radial.sample-0-8">
            <a:extLst>
              <a:ext uri="{FF2B5EF4-FFF2-40B4-BE49-F238E27FC236}">
                <a16:creationId xmlns:a16="http://schemas.microsoft.com/office/drawing/2014/main" id="{F0CA8F12-CF1F-D5EF-12F7-A89DF6EDBAC8}"/>
              </a:ext>
            </a:extLst>
          </p:cNvPr>
          <p:cNvSpPr>
            <a:spLocks noGrp="1"/>
          </p:cNvSpPr>
          <p:nvPr/>
        </p:nvSpPr>
        <p:spPr>
          <a:xfrm>
            <a:off x="14523461" y="8271064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96" name="radial.spoke-0-9">
            <a:extLst>
              <a:ext uri="{FF2B5EF4-FFF2-40B4-BE49-F238E27FC236}">
                <a16:creationId xmlns:a16="http://schemas.microsoft.com/office/drawing/2014/main" id="{D5764E27-9B29-86D5-D2BF-2AE291A3FD01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0" y="0"/>
                </a:moveTo>
                <a:lnTo>
                  <a:pt x="706587" y="229584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97" name="radial.index-0-9">
            <a:extLst>
              <a:ext uri="{FF2B5EF4-FFF2-40B4-BE49-F238E27FC236}">
                <a16:creationId xmlns:a16="http://schemas.microsoft.com/office/drawing/2014/main" id="{73F9599A-F37E-0EFF-48B7-C9D28B64CA25}"/>
              </a:ext>
            </a:extLst>
          </p:cNvPr>
          <p:cNvSpPr>
            <a:spLocks noGrp="1"/>
          </p:cNvSpPr>
          <p:nvPr/>
        </p:nvSpPr>
        <p:spPr>
          <a:xfrm>
            <a:off x="14548945" y="840808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98" name="radial.error-ray-0-9">
            <a:extLst>
              <a:ext uri="{FF2B5EF4-FFF2-40B4-BE49-F238E27FC236}">
                <a16:creationId xmlns:a16="http://schemas.microsoft.com/office/drawing/2014/main" id="{8A61CFA9-51BA-9D10-0EC5-3CB850F5652C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396113" cy="128705"/>
          </a:xfrm>
          <a:custGeom>
            <a:avLst/>
            <a:gdLst/>
            <a:ahLst/>
            <a:cxnLst/>
            <a:rect l="0" t="0" r="0" b="0"/>
            <a:pathLst>
              <a:path w="396113" h="128705">
                <a:moveTo>
                  <a:pt x="0" y="0"/>
                </a:moveTo>
                <a:lnTo>
                  <a:pt x="396113" y="12870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99" name="radial.sample-0-9">
            <a:extLst>
              <a:ext uri="{FF2B5EF4-FFF2-40B4-BE49-F238E27FC236}">
                <a16:creationId xmlns:a16="http://schemas.microsoft.com/office/drawing/2014/main" id="{E5B91BE3-5AE8-20F9-55A0-3BAA9D67D236}"/>
              </a:ext>
            </a:extLst>
          </p:cNvPr>
          <p:cNvSpPr>
            <a:spLocks noGrp="1"/>
          </p:cNvSpPr>
          <p:nvPr/>
        </p:nvSpPr>
        <p:spPr>
          <a:xfrm>
            <a:off x="14180693" y="832211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00" name="radial.spoke-0-10">
            <a:extLst>
              <a:ext uri="{FF2B5EF4-FFF2-40B4-BE49-F238E27FC236}">
                <a16:creationId xmlns:a16="http://schemas.microsoft.com/office/drawing/2014/main" id="{D911338C-2E24-BB74-14BD-2D4CDC572721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0"/>
                </a:moveTo>
                <a:lnTo>
                  <a:pt x="643414" y="37147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01" name="radial.index-0-10">
            <a:extLst>
              <a:ext uri="{FF2B5EF4-FFF2-40B4-BE49-F238E27FC236}">
                <a16:creationId xmlns:a16="http://schemas.microsoft.com/office/drawing/2014/main" id="{6A02A38A-8910-F736-C9F4-D3236F1C4B8C}"/>
              </a:ext>
            </a:extLst>
          </p:cNvPr>
          <p:cNvSpPr>
            <a:spLocks noGrp="1"/>
          </p:cNvSpPr>
          <p:nvPr/>
        </p:nvSpPr>
        <p:spPr>
          <a:xfrm>
            <a:off x="14473622" y="857726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02" name="radial.error-ray-0-10">
            <a:extLst>
              <a:ext uri="{FF2B5EF4-FFF2-40B4-BE49-F238E27FC236}">
                <a16:creationId xmlns:a16="http://schemas.microsoft.com/office/drawing/2014/main" id="{726F953D-51A0-B7C3-44D1-86A7B232E9C2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394383" cy="227697"/>
          </a:xfrm>
          <a:custGeom>
            <a:avLst/>
            <a:gdLst/>
            <a:ahLst/>
            <a:cxnLst/>
            <a:rect l="0" t="0" r="0" b="0"/>
            <a:pathLst>
              <a:path w="394383" h="227697">
                <a:moveTo>
                  <a:pt x="0" y="0"/>
                </a:moveTo>
                <a:lnTo>
                  <a:pt x="394383" y="227697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03" name="radial.sample-0-10">
            <a:extLst>
              <a:ext uri="{FF2B5EF4-FFF2-40B4-BE49-F238E27FC236}">
                <a16:creationId xmlns:a16="http://schemas.microsoft.com/office/drawing/2014/main" id="{7639A7DA-1ACB-03AA-60F8-4BFC8F297F27}"/>
              </a:ext>
            </a:extLst>
          </p:cNvPr>
          <p:cNvSpPr>
            <a:spLocks noGrp="1"/>
          </p:cNvSpPr>
          <p:nvPr/>
        </p:nvSpPr>
        <p:spPr>
          <a:xfrm>
            <a:off x="14178962" y="8421102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04" name="radial.spoke-0-11">
            <a:extLst>
              <a:ext uri="{FF2B5EF4-FFF2-40B4-BE49-F238E27FC236}">
                <a16:creationId xmlns:a16="http://schemas.microsoft.com/office/drawing/2014/main" id="{B5086F3C-6E4A-B8CD-3721-F053A550C6D8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0"/>
                </a:moveTo>
                <a:lnTo>
                  <a:pt x="552119" y="497131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05" name="radial.index-0-11">
            <a:extLst>
              <a:ext uri="{FF2B5EF4-FFF2-40B4-BE49-F238E27FC236}">
                <a16:creationId xmlns:a16="http://schemas.microsoft.com/office/drawing/2014/main" id="{88D8EF92-283A-5EBE-AD52-1F0F23D4A6F0}"/>
              </a:ext>
            </a:extLst>
          </p:cNvPr>
          <p:cNvSpPr>
            <a:spLocks noGrp="1"/>
          </p:cNvSpPr>
          <p:nvPr/>
        </p:nvSpPr>
        <p:spPr>
          <a:xfrm>
            <a:off x="14364771" y="872708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06" name="radial.error-ray-0-11">
            <a:extLst>
              <a:ext uri="{FF2B5EF4-FFF2-40B4-BE49-F238E27FC236}">
                <a16:creationId xmlns:a16="http://schemas.microsoft.com/office/drawing/2014/main" id="{1B12E32E-89E8-B36E-FD8E-94B367247E7B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0"/>
                </a:moveTo>
                <a:lnTo>
                  <a:pt x="552119" y="497131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07" name="radial.sample-0-11">
            <a:extLst>
              <a:ext uri="{FF2B5EF4-FFF2-40B4-BE49-F238E27FC236}">
                <a16:creationId xmlns:a16="http://schemas.microsoft.com/office/drawing/2014/main" id="{552B4168-840F-7E3B-4110-A921137A4225}"/>
              </a:ext>
            </a:extLst>
          </p:cNvPr>
          <p:cNvSpPr>
            <a:spLocks noGrp="1"/>
          </p:cNvSpPr>
          <p:nvPr/>
        </p:nvSpPr>
        <p:spPr>
          <a:xfrm>
            <a:off x="14336699" y="8690536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08" name="radial.spoke-0-12">
            <a:extLst>
              <a:ext uri="{FF2B5EF4-FFF2-40B4-BE49-F238E27FC236}">
                <a16:creationId xmlns:a16="http://schemas.microsoft.com/office/drawing/2014/main" id="{CFE7A7EA-7762-CE55-3948-970C5DCBB28B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0" y="0"/>
                </a:moveTo>
                <a:lnTo>
                  <a:pt x="436695" y="6010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09" name="radial.index-0-12">
            <a:extLst>
              <a:ext uri="{FF2B5EF4-FFF2-40B4-BE49-F238E27FC236}">
                <a16:creationId xmlns:a16="http://schemas.microsoft.com/office/drawing/2014/main" id="{759794C1-4FD0-E340-C225-A2D088358337}"/>
              </a:ext>
            </a:extLst>
          </p:cNvPr>
          <p:cNvSpPr>
            <a:spLocks noGrp="1"/>
          </p:cNvSpPr>
          <p:nvPr/>
        </p:nvSpPr>
        <p:spPr>
          <a:xfrm>
            <a:off x="14227150" y="885099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10" name="radial.error-ray-0-12">
            <a:extLst>
              <a:ext uri="{FF2B5EF4-FFF2-40B4-BE49-F238E27FC236}">
                <a16:creationId xmlns:a16="http://schemas.microsoft.com/office/drawing/2014/main" id="{6B8D7151-C3D6-72E6-4A85-8A6828A66578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58479" cy="80490"/>
          </a:xfrm>
          <a:custGeom>
            <a:avLst/>
            <a:gdLst/>
            <a:ahLst/>
            <a:cxnLst/>
            <a:rect l="0" t="0" r="0" b="0"/>
            <a:pathLst>
              <a:path w="58479" h="80490">
                <a:moveTo>
                  <a:pt x="0" y="0"/>
                </a:moveTo>
                <a:lnTo>
                  <a:pt x="58479" y="8049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11" name="radial.sample-0-12">
            <a:extLst>
              <a:ext uri="{FF2B5EF4-FFF2-40B4-BE49-F238E27FC236}">
                <a16:creationId xmlns:a16="http://schemas.microsoft.com/office/drawing/2014/main" id="{D3363A0C-C252-512B-A6E8-4886BCA1C05A}"/>
              </a:ext>
            </a:extLst>
          </p:cNvPr>
          <p:cNvSpPr>
            <a:spLocks noGrp="1"/>
          </p:cNvSpPr>
          <p:nvPr/>
        </p:nvSpPr>
        <p:spPr>
          <a:xfrm>
            <a:off x="13843059" y="8273895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12" name="radial.spoke-0-13">
            <a:extLst>
              <a:ext uri="{FF2B5EF4-FFF2-40B4-BE49-F238E27FC236}">
                <a16:creationId xmlns:a16="http://schemas.microsoft.com/office/drawing/2014/main" id="{B9AA1573-9C86-16D1-166D-963E0DDBFCA8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0" y="0"/>
                </a:moveTo>
                <a:lnTo>
                  <a:pt x="302185" y="67871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13" name="radial.index-0-13">
            <a:extLst>
              <a:ext uri="{FF2B5EF4-FFF2-40B4-BE49-F238E27FC236}">
                <a16:creationId xmlns:a16="http://schemas.microsoft.com/office/drawing/2014/main" id="{B198C860-84D3-E636-005A-C5B68BFF730A}"/>
              </a:ext>
            </a:extLst>
          </p:cNvPr>
          <p:cNvSpPr>
            <a:spLocks noGrp="1"/>
          </p:cNvSpPr>
          <p:nvPr/>
        </p:nvSpPr>
        <p:spPr>
          <a:xfrm>
            <a:off x="14066772" y="8943591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14" name="radial.error-ray-0-13">
            <a:extLst>
              <a:ext uri="{FF2B5EF4-FFF2-40B4-BE49-F238E27FC236}">
                <a16:creationId xmlns:a16="http://schemas.microsoft.com/office/drawing/2014/main" id="{F0A970C0-97C3-4F34-69F9-FB72CABEBDFB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41400" cy="92985"/>
          </a:xfrm>
          <a:custGeom>
            <a:avLst/>
            <a:gdLst/>
            <a:ahLst/>
            <a:cxnLst/>
            <a:rect l="0" t="0" r="0" b="0"/>
            <a:pathLst>
              <a:path w="41400" h="92985">
                <a:moveTo>
                  <a:pt x="0" y="0"/>
                </a:moveTo>
                <a:lnTo>
                  <a:pt x="41400" y="9298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15" name="radial.sample-0-13">
            <a:extLst>
              <a:ext uri="{FF2B5EF4-FFF2-40B4-BE49-F238E27FC236}">
                <a16:creationId xmlns:a16="http://schemas.microsoft.com/office/drawing/2014/main" id="{9DDE3BF8-B6DB-C624-C178-7432786F02E8}"/>
              </a:ext>
            </a:extLst>
          </p:cNvPr>
          <p:cNvSpPr>
            <a:spLocks noGrp="1"/>
          </p:cNvSpPr>
          <p:nvPr/>
        </p:nvSpPr>
        <p:spPr>
          <a:xfrm>
            <a:off x="13825979" y="828639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16" name="radial.spoke-0-14">
            <a:extLst>
              <a:ext uri="{FF2B5EF4-FFF2-40B4-BE49-F238E27FC236}">
                <a16:creationId xmlns:a16="http://schemas.microsoft.com/office/drawing/2014/main" id="{2388639D-7865-07E1-5AB6-B2DD30ADC98F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0"/>
                </a:moveTo>
                <a:lnTo>
                  <a:pt x="154468" y="72671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17" name="radial.index-0-14">
            <a:extLst>
              <a:ext uri="{FF2B5EF4-FFF2-40B4-BE49-F238E27FC236}">
                <a16:creationId xmlns:a16="http://schemas.microsoft.com/office/drawing/2014/main" id="{3C58DEDB-7679-D4FE-D288-0FE7E34630EF}"/>
              </a:ext>
            </a:extLst>
          </p:cNvPr>
          <p:cNvSpPr>
            <a:spLocks noGrp="1"/>
          </p:cNvSpPr>
          <p:nvPr/>
        </p:nvSpPr>
        <p:spPr>
          <a:xfrm>
            <a:off x="13890648" y="900081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18" name="radial.error-ray-0-14">
            <a:extLst>
              <a:ext uri="{FF2B5EF4-FFF2-40B4-BE49-F238E27FC236}">
                <a16:creationId xmlns:a16="http://schemas.microsoft.com/office/drawing/2014/main" id="{35065CF5-A557-3740-8D16-07E29879D3B7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0"/>
                </a:moveTo>
                <a:lnTo>
                  <a:pt x="154468" y="72671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19" name="radial.sample-0-14">
            <a:extLst>
              <a:ext uri="{FF2B5EF4-FFF2-40B4-BE49-F238E27FC236}">
                <a16:creationId xmlns:a16="http://schemas.microsoft.com/office/drawing/2014/main" id="{D505B2EC-46A7-15FF-D44F-C8EF37F69025}"/>
              </a:ext>
            </a:extLst>
          </p:cNvPr>
          <p:cNvSpPr>
            <a:spLocks noGrp="1"/>
          </p:cNvSpPr>
          <p:nvPr/>
        </p:nvSpPr>
        <p:spPr>
          <a:xfrm>
            <a:off x="13939048" y="892012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20" name="radial.spoke-0-15">
            <a:extLst>
              <a:ext uri="{FF2B5EF4-FFF2-40B4-BE49-F238E27FC236}">
                <a16:creationId xmlns:a16="http://schemas.microsoft.com/office/drawing/2014/main" id="{4794280A-D5CE-38C2-3369-31EEB7B35F21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953" cy="742950"/>
          </a:xfrm>
          <a:custGeom>
            <a:avLst/>
            <a:gdLst/>
            <a:ahLst/>
            <a:cxnLst/>
            <a:rect l="0" t="0" r="0" b="0"/>
            <a:pathLst>
              <a:path w="953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21" name="radial.index-0-15">
            <a:extLst>
              <a:ext uri="{FF2B5EF4-FFF2-40B4-BE49-F238E27FC236}">
                <a16:creationId xmlns:a16="http://schemas.microsoft.com/office/drawing/2014/main" id="{B0801C8C-DA23-DBE8-B3A1-07FCCA43BD9A}"/>
              </a:ext>
            </a:extLst>
          </p:cNvPr>
          <p:cNvSpPr>
            <a:spLocks noGrp="1"/>
          </p:cNvSpPr>
          <p:nvPr/>
        </p:nvSpPr>
        <p:spPr>
          <a:xfrm>
            <a:off x="13706475" y="902017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22" name="radial.error-ray-0-15">
            <a:extLst>
              <a:ext uri="{FF2B5EF4-FFF2-40B4-BE49-F238E27FC236}">
                <a16:creationId xmlns:a16="http://schemas.microsoft.com/office/drawing/2014/main" id="{4CBBBD07-0861-27CE-812B-5EADE4EBD567}"/>
              </a:ext>
            </a:extLst>
          </p:cNvPr>
          <p:cNvSpPr>
            <a:spLocks noGrp="1"/>
          </p:cNvSpPr>
          <p:nvPr/>
        </p:nvSpPr>
        <p:spPr>
          <a:xfrm>
            <a:off x="13811250" y="8220075"/>
            <a:ext cx="953" cy="4803"/>
          </a:xfrm>
          <a:custGeom>
            <a:avLst/>
            <a:gdLst/>
            <a:ahLst/>
            <a:cxnLst/>
            <a:rect l="0" t="0" r="0" b="0"/>
            <a:pathLst>
              <a:path w="953" h="4803">
                <a:moveTo>
                  <a:pt x="0" y="0"/>
                </a:moveTo>
                <a:lnTo>
                  <a:pt x="0" y="4803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23" name="radial.sample-0-15">
            <a:extLst>
              <a:ext uri="{FF2B5EF4-FFF2-40B4-BE49-F238E27FC236}">
                <a16:creationId xmlns:a16="http://schemas.microsoft.com/office/drawing/2014/main" id="{4753E97F-AC4E-2058-FC5C-1164CBAE6EB5}"/>
              </a:ext>
            </a:extLst>
          </p:cNvPr>
          <p:cNvSpPr>
            <a:spLocks noGrp="1"/>
          </p:cNvSpPr>
          <p:nvPr/>
        </p:nvSpPr>
        <p:spPr>
          <a:xfrm>
            <a:off x="13784580" y="8198208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24" name="radial.spoke-0-16">
            <a:extLst>
              <a:ext uri="{FF2B5EF4-FFF2-40B4-BE49-F238E27FC236}">
                <a16:creationId xmlns:a16="http://schemas.microsoft.com/office/drawing/2014/main" id="{1151E907-3637-F259-D742-3A9FF267F5F6}"/>
              </a:ext>
            </a:extLst>
          </p:cNvPr>
          <p:cNvSpPr>
            <a:spLocks noGrp="1"/>
          </p:cNvSpPr>
          <p:nvPr/>
        </p:nvSpPr>
        <p:spPr>
          <a:xfrm>
            <a:off x="13656782" y="822007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0"/>
                </a:moveTo>
                <a:lnTo>
                  <a:pt x="0" y="72671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25" name="radial.index-0-16">
            <a:extLst>
              <a:ext uri="{FF2B5EF4-FFF2-40B4-BE49-F238E27FC236}">
                <a16:creationId xmlns:a16="http://schemas.microsoft.com/office/drawing/2014/main" id="{0F8FB85E-0239-0122-A011-2FCBCEFB487D}"/>
              </a:ext>
            </a:extLst>
          </p:cNvPr>
          <p:cNvSpPr>
            <a:spLocks noGrp="1"/>
          </p:cNvSpPr>
          <p:nvPr/>
        </p:nvSpPr>
        <p:spPr>
          <a:xfrm>
            <a:off x="13522302" y="900081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26" name="radial.error-ray-0-16">
            <a:extLst>
              <a:ext uri="{FF2B5EF4-FFF2-40B4-BE49-F238E27FC236}">
                <a16:creationId xmlns:a16="http://schemas.microsoft.com/office/drawing/2014/main" id="{C182ECB6-9694-8209-8A1F-89123297EF15}"/>
              </a:ext>
            </a:extLst>
          </p:cNvPr>
          <p:cNvSpPr>
            <a:spLocks noGrp="1"/>
          </p:cNvSpPr>
          <p:nvPr/>
        </p:nvSpPr>
        <p:spPr>
          <a:xfrm>
            <a:off x="13656782" y="822007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0"/>
                </a:moveTo>
                <a:lnTo>
                  <a:pt x="0" y="72671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27" name="radial.sample-0-16">
            <a:extLst>
              <a:ext uri="{FF2B5EF4-FFF2-40B4-BE49-F238E27FC236}">
                <a16:creationId xmlns:a16="http://schemas.microsoft.com/office/drawing/2014/main" id="{DD93333C-EBF6-95F0-3CE8-3F11A0E971C1}"/>
              </a:ext>
            </a:extLst>
          </p:cNvPr>
          <p:cNvSpPr>
            <a:spLocks noGrp="1"/>
          </p:cNvSpPr>
          <p:nvPr/>
        </p:nvSpPr>
        <p:spPr>
          <a:xfrm>
            <a:off x="13630112" y="892012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28" name="radial.spoke-0-17">
            <a:extLst>
              <a:ext uri="{FF2B5EF4-FFF2-40B4-BE49-F238E27FC236}">
                <a16:creationId xmlns:a16="http://schemas.microsoft.com/office/drawing/2014/main" id="{A6CFC069-0A80-D0B5-2330-68E6EFAF7C09}"/>
              </a:ext>
            </a:extLst>
          </p:cNvPr>
          <p:cNvSpPr>
            <a:spLocks noGrp="1"/>
          </p:cNvSpPr>
          <p:nvPr/>
        </p:nvSpPr>
        <p:spPr>
          <a:xfrm>
            <a:off x="13509065" y="822007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0"/>
                </a:moveTo>
                <a:lnTo>
                  <a:pt x="0" y="67871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29" name="radial.index-0-17">
            <a:extLst>
              <a:ext uri="{FF2B5EF4-FFF2-40B4-BE49-F238E27FC236}">
                <a16:creationId xmlns:a16="http://schemas.microsoft.com/office/drawing/2014/main" id="{8B4345B4-F09C-C65D-B1EE-D90D90D36AA0}"/>
              </a:ext>
            </a:extLst>
          </p:cNvPr>
          <p:cNvSpPr>
            <a:spLocks noGrp="1"/>
          </p:cNvSpPr>
          <p:nvPr/>
        </p:nvSpPr>
        <p:spPr>
          <a:xfrm>
            <a:off x="13346178" y="8943591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30" name="radial.error-ray-0-17">
            <a:extLst>
              <a:ext uri="{FF2B5EF4-FFF2-40B4-BE49-F238E27FC236}">
                <a16:creationId xmlns:a16="http://schemas.microsoft.com/office/drawing/2014/main" id="{5BFA38D6-893D-ADB3-CAC4-BC7A276D23C7}"/>
              </a:ext>
            </a:extLst>
          </p:cNvPr>
          <p:cNvSpPr>
            <a:spLocks noGrp="1"/>
          </p:cNvSpPr>
          <p:nvPr/>
        </p:nvSpPr>
        <p:spPr>
          <a:xfrm>
            <a:off x="13509065" y="822007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0"/>
                </a:moveTo>
                <a:lnTo>
                  <a:pt x="0" y="678719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31" name="radial.sample-0-17">
            <a:extLst>
              <a:ext uri="{FF2B5EF4-FFF2-40B4-BE49-F238E27FC236}">
                <a16:creationId xmlns:a16="http://schemas.microsoft.com/office/drawing/2014/main" id="{6BCD8B35-BDC8-35BE-B947-1E23601587BA}"/>
              </a:ext>
            </a:extLst>
          </p:cNvPr>
          <p:cNvSpPr>
            <a:spLocks noGrp="1"/>
          </p:cNvSpPr>
          <p:nvPr/>
        </p:nvSpPr>
        <p:spPr>
          <a:xfrm>
            <a:off x="13482396" y="8872124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32" name="radial.spoke-0-18">
            <a:extLst>
              <a:ext uri="{FF2B5EF4-FFF2-40B4-BE49-F238E27FC236}">
                <a16:creationId xmlns:a16="http://schemas.microsoft.com/office/drawing/2014/main" id="{0F89D257-EB14-A8F0-A0EE-D4AB7FF70579}"/>
              </a:ext>
            </a:extLst>
          </p:cNvPr>
          <p:cNvSpPr>
            <a:spLocks noGrp="1"/>
          </p:cNvSpPr>
          <p:nvPr/>
        </p:nvSpPr>
        <p:spPr>
          <a:xfrm>
            <a:off x="13374556" y="8220075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436695" y="0"/>
                </a:moveTo>
                <a:lnTo>
                  <a:pt x="0" y="6010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33" name="radial.index-0-18">
            <a:extLst>
              <a:ext uri="{FF2B5EF4-FFF2-40B4-BE49-F238E27FC236}">
                <a16:creationId xmlns:a16="http://schemas.microsoft.com/office/drawing/2014/main" id="{C659293A-BC0C-82FD-8F8E-5E83DDBBBA9C}"/>
              </a:ext>
            </a:extLst>
          </p:cNvPr>
          <p:cNvSpPr>
            <a:spLocks noGrp="1"/>
          </p:cNvSpPr>
          <p:nvPr/>
        </p:nvSpPr>
        <p:spPr>
          <a:xfrm>
            <a:off x="13185800" y="885099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34" name="radial.error-ray-0-18">
            <a:extLst>
              <a:ext uri="{FF2B5EF4-FFF2-40B4-BE49-F238E27FC236}">
                <a16:creationId xmlns:a16="http://schemas.microsoft.com/office/drawing/2014/main" id="{56B8AEC5-5FDE-46D8-66EE-E5CA22D08685}"/>
              </a:ext>
            </a:extLst>
          </p:cNvPr>
          <p:cNvSpPr>
            <a:spLocks noGrp="1"/>
          </p:cNvSpPr>
          <p:nvPr/>
        </p:nvSpPr>
        <p:spPr>
          <a:xfrm>
            <a:off x="13684214" y="8220075"/>
            <a:ext cx="127036" cy="174850"/>
          </a:xfrm>
          <a:custGeom>
            <a:avLst/>
            <a:gdLst/>
            <a:ahLst/>
            <a:cxnLst/>
            <a:rect l="0" t="0" r="0" b="0"/>
            <a:pathLst>
              <a:path w="127036" h="174850">
                <a:moveTo>
                  <a:pt x="127036" y="0"/>
                </a:moveTo>
                <a:lnTo>
                  <a:pt x="0" y="17485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35" name="radial.sample-0-18">
            <a:extLst>
              <a:ext uri="{FF2B5EF4-FFF2-40B4-BE49-F238E27FC236}">
                <a16:creationId xmlns:a16="http://schemas.microsoft.com/office/drawing/2014/main" id="{1AC2A7AE-4D17-9A33-998A-B1154AB7C9BE}"/>
              </a:ext>
            </a:extLst>
          </p:cNvPr>
          <p:cNvSpPr>
            <a:spLocks noGrp="1"/>
          </p:cNvSpPr>
          <p:nvPr/>
        </p:nvSpPr>
        <p:spPr>
          <a:xfrm>
            <a:off x="13657545" y="8368255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36" name="radial.spoke-0-19">
            <a:extLst>
              <a:ext uri="{FF2B5EF4-FFF2-40B4-BE49-F238E27FC236}">
                <a16:creationId xmlns:a16="http://schemas.microsoft.com/office/drawing/2014/main" id="{B870324C-D454-3949-D481-6EF1A0AE897D}"/>
              </a:ext>
            </a:extLst>
          </p:cNvPr>
          <p:cNvSpPr>
            <a:spLocks noGrp="1"/>
          </p:cNvSpPr>
          <p:nvPr/>
        </p:nvSpPr>
        <p:spPr>
          <a:xfrm>
            <a:off x="13259132" y="822007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552119" y="0"/>
                </a:moveTo>
                <a:lnTo>
                  <a:pt x="0" y="497131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37" name="radial.index-0-19">
            <a:extLst>
              <a:ext uri="{FF2B5EF4-FFF2-40B4-BE49-F238E27FC236}">
                <a16:creationId xmlns:a16="http://schemas.microsoft.com/office/drawing/2014/main" id="{121806E6-C2C8-CFD9-8942-F860F3EA329F}"/>
              </a:ext>
            </a:extLst>
          </p:cNvPr>
          <p:cNvSpPr>
            <a:spLocks noGrp="1"/>
          </p:cNvSpPr>
          <p:nvPr/>
        </p:nvSpPr>
        <p:spPr>
          <a:xfrm>
            <a:off x="13048179" y="872708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38" name="radial.error-ray-0-19">
            <a:extLst>
              <a:ext uri="{FF2B5EF4-FFF2-40B4-BE49-F238E27FC236}">
                <a16:creationId xmlns:a16="http://schemas.microsoft.com/office/drawing/2014/main" id="{1FA02766-046E-8F76-F0CA-BDE869B9DE9B}"/>
              </a:ext>
            </a:extLst>
          </p:cNvPr>
          <p:cNvSpPr>
            <a:spLocks noGrp="1"/>
          </p:cNvSpPr>
          <p:nvPr/>
        </p:nvSpPr>
        <p:spPr>
          <a:xfrm>
            <a:off x="13645045" y="8220075"/>
            <a:ext cx="166205" cy="149652"/>
          </a:xfrm>
          <a:custGeom>
            <a:avLst/>
            <a:gdLst/>
            <a:ahLst/>
            <a:cxnLst/>
            <a:rect l="0" t="0" r="0" b="0"/>
            <a:pathLst>
              <a:path w="166205" h="149652">
                <a:moveTo>
                  <a:pt x="166205" y="0"/>
                </a:moveTo>
                <a:lnTo>
                  <a:pt x="0" y="149652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39" name="radial.sample-0-19">
            <a:extLst>
              <a:ext uri="{FF2B5EF4-FFF2-40B4-BE49-F238E27FC236}">
                <a16:creationId xmlns:a16="http://schemas.microsoft.com/office/drawing/2014/main" id="{E82C831D-9AC6-909A-A34F-E381594FD63B}"/>
              </a:ext>
            </a:extLst>
          </p:cNvPr>
          <p:cNvSpPr>
            <a:spLocks noGrp="1"/>
          </p:cNvSpPr>
          <p:nvPr/>
        </p:nvSpPr>
        <p:spPr>
          <a:xfrm>
            <a:off x="13618375" y="8343057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40" name="radial.spoke-0-20">
            <a:extLst>
              <a:ext uri="{FF2B5EF4-FFF2-40B4-BE49-F238E27FC236}">
                <a16:creationId xmlns:a16="http://schemas.microsoft.com/office/drawing/2014/main" id="{D0357864-F296-63E2-1864-123BEFFACC83}"/>
              </a:ext>
            </a:extLst>
          </p:cNvPr>
          <p:cNvSpPr>
            <a:spLocks noGrp="1"/>
          </p:cNvSpPr>
          <p:nvPr/>
        </p:nvSpPr>
        <p:spPr>
          <a:xfrm>
            <a:off x="13167837" y="822007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0"/>
                </a:moveTo>
                <a:lnTo>
                  <a:pt x="0" y="37147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41" name="radial.index-0-20">
            <a:extLst>
              <a:ext uri="{FF2B5EF4-FFF2-40B4-BE49-F238E27FC236}">
                <a16:creationId xmlns:a16="http://schemas.microsoft.com/office/drawing/2014/main" id="{F8374DF9-F237-9DD6-EA25-74A69D8A98D7}"/>
              </a:ext>
            </a:extLst>
          </p:cNvPr>
          <p:cNvSpPr>
            <a:spLocks noGrp="1"/>
          </p:cNvSpPr>
          <p:nvPr/>
        </p:nvSpPr>
        <p:spPr>
          <a:xfrm>
            <a:off x="12939328" y="857726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42" name="radial.error-ray-0-20">
            <a:extLst>
              <a:ext uri="{FF2B5EF4-FFF2-40B4-BE49-F238E27FC236}">
                <a16:creationId xmlns:a16="http://schemas.microsoft.com/office/drawing/2014/main" id="{4E87BEA2-35DC-5CA9-953E-B738390A6487}"/>
              </a:ext>
            </a:extLst>
          </p:cNvPr>
          <p:cNvSpPr>
            <a:spLocks noGrp="1"/>
          </p:cNvSpPr>
          <p:nvPr/>
        </p:nvSpPr>
        <p:spPr>
          <a:xfrm>
            <a:off x="13167837" y="822007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0"/>
                </a:moveTo>
                <a:lnTo>
                  <a:pt x="0" y="37147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43" name="radial.sample-0-20">
            <a:extLst>
              <a:ext uri="{FF2B5EF4-FFF2-40B4-BE49-F238E27FC236}">
                <a16:creationId xmlns:a16="http://schemas.microsoft.com/office/drawing/2014/main" id="{99462D68-929B-5229-E8EC-E279B1BD7860}"/>
              </a:ext>
            </a:extLst>
          </p:cNvPr>
          <p:cNvSpPr>
            <a:spLocks noGrp="1"/>
          </p:cNvSpPr>
          <p:nvPr/>
        </p:nvSpPr>
        <p:spPr>
          <a:xfrm>
            <a:off x="13141165" y="856488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44" name="radial.spoke-0-21">
            <a:extLst>
              <a:ext uri="{FF2B5EF4-FFF2-40B4-BE49-F238E27FC236}">
                <a16:creationId xmlns:a16="http://schemas.microsoft.com/office/drawing/2014/main" id="{BFF1D060-E5AC-1975-5A52-AF6D00844A5F}"/>
              </a:ext>
            </a:extLst>
          </p:cNvPr>
          <p:cNvSpPr>
            <a:spLocks noGrp="1"/>
          </p:cNvSpPr>
          <p:nvPr/>
        </p:nvSpPr>
        <p:spPr>
          <a:xfrm>
            <a:off x="13104664" y="822007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0"/>
                </a:moveTo>
                <a:lnTo>
                  <a:pt x="0" y="229584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45" name="radial.index-0-21">
            <a:extLst>
              <a:ext uri="{FF2B5EF4-FFF2-40B4-BE49-F238E27FC236}">
                <a16:creationId xmlns:a16="http://schemas.microsoft.com/office/drawing/2014/main" id="{24D39FEA-3533-53D5-C8ED-618102C3592A}"/>
              </a:ext>
            </a:extLst>
          </p:cNvPr>
          <p:cNvSpPr>
            <a:spLocks noGrp="1"/>
          </p:cNvSpPr>
          <p:nvPr/>
        </p:nvSpPr>
        <p:spPr>
          <a:xfrm>
            <a:off x="12864005" y="840808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46" name="radial.error-ray-0-21">
            <a:extLst>
              <a:ext uri="{FF2B5EF4-FFF2-40B4-BE49-F238E27FC236}">
                <a16:creationId xmlns:a16="http://schemas.microsoft.com/office/drawing/2014/main" id="{0D2CADA9-2C71-E0DE-0715-7B228CE78D5B}"/>
              </a:ext>
            </a:extLst>
          </p:cNvPr>
          <p:cNvSpPr>
            <a:spLocks noGrp="1"/>
          </p:cNvSpPr>
          <p:nvPr/>
        </p:nvSpPr>
        <p:spPr>
          <a:xfrm>
            <a:off x="13104664" y="822007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0"/>
                </a:moveTo>
                <a:lnTo>
                  <a:pt x="0" y="229584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47" name="radial.sample-0-21">
            <a:extLst>
              <a:ext uri="{FF2B5EF4-FFF2-40B4-BE49-F238E27FC236}">
                <a16:creationId xmlns:a16="http://schemas.microsoft.com/office/drawing/2014/main" id="{570D7DE1-4916-6DB6-A246-17C8ECD2559A}"/>
              </a:ext>
            </a:extLst>
          </p:cNvPr>
          <p:cNvSpPr>
            <a:spLocks noGrp="1"/>
          </p:cNvSpPr>
          <p:nvPr/>
        </p:nvSpPr>
        <p:spPr>
          <a:xfrm>
            <a:off x="13077992" y="8422989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48" name="radial.spoke-0-22">
            <a:extLst>
              <a:ext uri="{FF2B5EF4-FFF2-40B4-BE49-F238E27FC236}">
                <a16:creationId xmlns:a16="http://schemas.microsoft.com/office/drawing/2014/main" id="{F603ABB9-C425-17BF-2641-AD10CB8E3A0D}"/>
              </a:ext>
            </a:extLst>
          </p:cNvPr>
          <p:cNvSpPr>
            <a:spLocks noGrp="1"/>
          </p:cNvSpPr>
          <p:nvPr/>
        </p:nvSpPr>
        <p:spPr>
          <a:xfrm>
            <a:off x="13072370" y="822007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0"/>
                </a:moveTo>
                <a:lnTo>
                  <a:pt x="0" y="776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49" name="radial.index-0-22">
            <a:extLst>
              <a:ext uri="{FF2B5EF4-FFF2-40B4-BE49-F238E27FC236}">
                <a16:creationId xmlns:a16="http://schemas.microsoft.com/office/drawing/2014/main" id="{0F63FD52-95F1-EA27-C3EB-7FFBA0022AEE}"/>
              </a:ext>
            </a:extLst>
          </p:cNvPr>
          <p:cNvSpPr>
            <a:spLocks noGrp="1"/>
          </p:cNvSpPr>
          <p:nvPr/>
        </p:nvSpPr>
        <p:spPr>
          <a:xfrm>
            <a:off x="12825503" y="8226944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50" name="radial.error-ray-0-22">
            <a:extLst>
              <a:ext uri="{FF2B5EF4-FFF2-40B4-BE49-F238E27FC236}">
                <a16:creationId xmlns:a16="http://schemas.microsoft.com/office/drawing/2014/main" id="{B94045F3-61E6-454C-5CB9-05441E9529C6}"/>
              </a:ext>
            </a:extLst>
          </p:cNvPr>
          <p:cNvSpPr>
            <a:spLocks noGrp="1"/>
          </p:cNvSpPr>
          <p:nvPr/>
        </p:nvSpPr>
        <p:spPr>
          <a:xfrm>
            <a:off x="13399488" y="8220075"/>
            <a:ext cx="411763" cy="43278"/>
          </a:xfrm>
          <a:custGeom>
            <a:avLst/>
            <a:gdLst/>
            <a:ahLst/>
            <a:cxnLst/>
            <a:rect l="0" t="0" r="0" b="0"/>
            <a:pathLst>
              <a:path w="411763" h="43278">
                <a:moveTo>
                  <a:pt x="411763" y="0"/>
                </a:moveTo>
                <a:lnTo>
                  <a:pt x="0" y="43278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51" name="radial.sample-0-22">
            <a:extLst>
              <a:ext uri="{FF2B5EF4-FFF2-40B4-BE49-F238E27FC236}">
                <a16:creationId xmlns:a16="http://schemas.microsoft.com/office/drawing/2014/main" id="{EF010C28-AD77-3E94-7895-F2365695831C}"/>
              </a:ext>
            </a:extLst>
          </p:cNvPr>
          <p:cNvSpPr>
            <a:spLocks noGrp="1"/>
          </p:cNvSpPr>
          <p:nvPr/>
        </p:nvSpPr>
        <p:spPr>
          <a:xfrm>
            <a:off x="13372816" y="8236683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52" name="radial.spoke-0-23">
            <a:extLst>
              <a:ext uri="{FF2B5EF4-FFF2-40B4-BE49-F238E27FC236}">
                <a16:creationId xmlns:a16="http://schemas.microsoft.com/office/drawing/2014/main" id="{52F09B13-F5D1-1FFF-4E53-8588EACE84FD}"/>
              </a:ext>
            </a:extLst>
          </p:cNvPr>
          <p:cNvSpPr>
            <a:spLocks noGrp="1"/>
          </p:cNvSpPr>
          <p:nvPr/>
        </p:nvSpPr>
        <p:spPr>
          <a:xfrm>
            <a:off x="13072370" y="814241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7765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53" name="radial.index-0-23">
            <a:extLst>
              <a:ext uri="{FF2B5EF4-FFF2-40B4-BE49-F238E27FC236}">
                <a16:creationId xmlns:a16="http://schemas.microsoft.com/office/drawing/2014/main" id="{419ECA62-BEB6-84F1-15C2-BAF6FC4CCE30}"/>
              </a:ext>
            </a:extLst>
          </p:cNvPr>
          <p:cNvSpPr>
            <a:spLocks noGrp="1"/>
          </p:cNvSpPr>
          <p:nvPr/>
        </p:nvSpPr>
        <p:spPr>
          <a:xfrm>
            <a:off x="12825503" y="8041756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54" name="radial.error-ray-0-23">
            <a:extLst>
              <a:ext uri="{FF2B5EF4-FFF2-40B4-BE49-F238E27FC236}">
                <a16:creationId xmlns:a16="http://schemas.microsoft.com/office/drawing/2014/main" id="{123AC0B9-A7FF-CE04-4E62-CB88C05C2A98}"/>
              </a:ext>
            </a:extLst>
          </p:cNvPr>
          <p:cNvSpPr>
            <a:spLocks noGrp="1"/>
          </p:cNvSpPr>
          <p:nvPr/>
        </p:nvSpPr>
        <p:spPr>
          <a:xfrm>
            <a:off x="13072370" y="814241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7765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55" name="radial.sample-0-23">
            <a:extLst>
              <a:ext uri="{FF2B5EF4-FFF2-40B4-BE49-F238E27FC236}">
                <a16:creationId xmlns:a16="http://schemas.microsoft.com/office/drawing/2014/main" id="{DF24F4B3-C134-FC0A-F038-AA5EC35C339D}"/>
              </a:ext>
            </a:extLst>
          </p:cNvPr>
          <p:cNvSpPr>
            <a:spLocks noGrp="1"/>
          </p:cNvSpPr>
          <p:nvPr/>
        </p:nvSpPr>
        <p:spPr>
          <a:xfrm>
            <a:off x="13045700" y="8115746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56" name="radial.spoke-0-24">
            <a:extLst>
              <a:ext uri="{FF2B5EF4-FFF2-40B4-BE49-F238E27FC236}">
                <a16:creationId xmlns:a16="http://schemas.microsoft.com/office/drawing/2014/main" id="{2353E997-23FF-DD2F-76FD-C7F401536A1A}"/>
              </a:ext>
            </a:extLst>
          </p:cNvPr>
          <p:cNvSpPr>
            <a:spLocks noGrp="1"/>
          </p:cNvSpPr>
          <p:nvPr/>
        </p:nvSpPr>
        <p:spPr>
          <a:xfrm>
            <a:off x="13104664" y="799049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229584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57" name="radial.index-0-24">
            <a:extLst>
              <a:ext uri="{FF2B5EF4-FFF2-40B4-BE49-F238E27FC236}">
                <a16:creationId xmlns:a16="http://schemas.microsoft.com/office/drawing/2014/main" id="{9807B686-7131-5B6D-F5C6-58E67C9F26FA}"/>
              </a:ext>
            </a:extLst>
          </p:cNvPr>
          <p:cNvSpPr>
            <a:spLocks noGrp="1"/>
          </p:cNvSpPr>
          <p:nvPr/>
        </p:nvSpPr>
        <p:spPr>
          <a:xfrm>
            <a:off x="12864005" y="786061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58" name="radial.error-ray-0-24">
            <a:extLst>
              <a:ext uri="{FF2B5EF4-FFF2-40B4-BE49-F238E27FC236}">
                <a16:creationId xmlns:a16="http://schemas.microsoft.com/office/drawing/2014/main" id="{8FFA6061-65CD-12BB-8FA7-9A4C7E879E60}"/>
              </a:ext>
            </a:extLst>
          </p:cNvPr>
          <p:cNvSpPr>
            <a:spLocks noGrp="1"/>
          </p:cNvSpPr>
          <p:nvPr/>
        </p:nvSpPr>
        <p:spPr>
          <a:xfrm>
            <a:off x="13104664" y="799049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22958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59" name="radial.sample-0-24">
            <a:extLst>
              <a:ext uri="{FF2B5EF4-FFF2-40B4-BE49-F238E27FC236}">
                <a16:creationId xmlns:a16="http://schemas.microsoft.com/office/drawing/2014/main" id="{AE69F34E-DA7A-970E-50DC-5167B36DD6EA}"/>
              </a:ext>
            </a:extLst>
          </p:cNvPr>
          <p:cNvSpPr>
            <a:spLocks noGrp="1"/>
          </p:cNvSpPr>
          <p:nvPr/>
        </p:nvSpPr>
        <p:spPr>
          <a:xfrm>
            <a:off x="13077992" y="7963821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60" name="radial.spoke-0-25">
            <a:extLst>
              <a:ext uri="{FF2B5EF4-FFF2-40B4-BE49-F238E27FC236}">
                <a16:creationId xmlns:a16="http://schemas.microsoft.com/office/drawing/2014/main" id="{43E659ED-BCF3-E9AC-A576-5FA74DEFE59B}"/>
              </a:ext>
            </a:extLst>
          </p:cNvPr>
          <p:cNvSpPr>
            <a:spLocks noGrp="1"/>
          </p:cNvSpPr>
          <p:nvPr/>
        </p:nvSpPr>
        <p:spPr>
          <a:xfrm>
            <a:off x="13167837" y="784860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371475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61" name="radial.index-0-25">
            <a:extLst>
              <a:ext uri="{FF2B5EF4-FFF2-40B4-BE49-F238E27FC236}">
                <a16:creationId xmlns:a16="http://schemas.microsoft.com/office/drawing/2014/main" id="{83793FE2-F353-D869-1BAC-FA91D2AA9CBF}"/>
              </a:ext>
            </a:extLst>
          </p:cNvPr>
          <p:cNvSpPr>
            <a:spLocks noGrp="1"/>
          </p:cNvSpPr>
          <p:nvPr/>
        </p:nvSpPr>
        <p:spPr>
          <a:xfrm>
            <a:off x="12939328" y="769143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62" name="radial.error-ray-0-25">
            <a:extLst>
              <a:ext uri="{FF2B5EF4-FFF2-40B4-BE49-F238E27FC236}">
                <a16:creationId xmlns:a16="http://schemas.microsoft.com/office/drawing/2014/main" id="{00C8397A-5532-4122-3E5D-00A29757D984}"/>
              </a:ext>
            </a:extLst>
          </p:cNvPr>
          <p:cNvSpPr>
            <a:spLocks noGrp="1"/>
          </p:cNvSpPr>
          <p:nvPr/>
        </p:nvSpPr>
        <p:spPr>
          <a:xfrm>
            <a:off x="13624948" y="8112514"/>
            <a:ext cx="186302" cy="107561"/>
          </a:xfrm>
          <a:custGeom>
            <a:avLst/>
            <a:gdLst/>
            <a:ahLst/>
            <a:cxnLst/>
            <a:rect l="0" t="0" r="0" b="0"/>
            <a:pathLst>
              <a:path w="186302" h="107561">
                <a:moveTo>
                  <a:pt x="186302" y="107561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63" name="radial.sample-0-25">
            <a:extLst>
              <a:ext uri="{FF2B5EF4-FFF2-40B4-BE49-F238E27FC236}">
                <a16:creationId xmlns:a16="http://schemas.microsoft.com/office/drawing/2014/main" id="{87176063-340F-8DC3-7A9C-230323D32872}"/>
              </a:ext>
            </a:extLst>
          </p:cNvPr>
          <p:cNvSpPr>
            <a:spLocks noGrp="1"/>
          </p:cNvSpPr>
          <p:nvPr/>
        </p:nvSpPr>
        <p:spPr>
          <a:xfrm>
            <a:off x="13598279" y="8085844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64" name="radial.spoke-0-26">
            <a:extLst>
              <a:ext uri="{FF2B5EF4-FFF2-40B4-BE49-F238E27FC236}">
                <a16:creationId xmlns:a16="http://schemas.microsoft.com/office/drawing/2014/main" id="{D3FB404D-441C-588C-4A63-01D30A642536}"/>
              </a:ext>
            </a:extLst>
          </p:cNvPr>
          <p:cNvSpPr>
            <a:spLocks noGrp="1"/>
          </p:cNvSpPr>
          <p:nvPr/>
        </p:nvSpPr>
        <p:spPr>
          <a:xfrm>
            <a:off x="13259132" y="7722944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552119" y="497131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65" name="radial.index-0-26">
            <a:extLst>
              <a:ext uri="{FF2B5EF4-FFF2-40B4-BE49-F238E27FC236}">
                <a16:creationId xmlns:a16="http://schemas.microsoft.com/office/drawing/2014/main" id="{E6F8D819-113F-CCA9-A437-18BA7702F641}"/>
              </a:ext>
            </a:extLst>
          </p:cNvPr>
          <p:cNvSpPr>
            <a:spLocks noGrp="1"/>
          </p:cNvSpPr>
          <p:nvPr/>
        </p:nvSpPr>
        <p:spPr>
          <a:xfrm>
            <a:off x="13048179" y="754161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466" name="radial.error-ray-0-26">
            <a:extLst>
              <a:ext uri="{FF2B5EF4-FFF2-40B4-BE49-F238E27FC236}">
                <a16:creationId xmlns:a16="http://schemas.microsoft.com/office/drawing/2014/main" id="{72A2BF26-128F-71B1-CE27-AD7032F0F989}"/>
              </a:ext>
            </a:extLst>
          </p:cNvPr>
          <p:cNvSpPr>
            <a:spLocks noGrp="1"/>
          </p:cNvSpPr>
          <p:nvPr/>
        </p:nvSpPr>
        <p:spPr>
          <a:xfrm>
            <a:off x="13501300" y="7940995"/>
            <a:ext cx="309950" cy="279080"/>
          </a:xfrm>
          <a:custGeom>
            <a:avLst/>
            <a:gdLst/>
            <a:ahLst/>
            <a:cxnLst/>
            <a:rect l="0" t="0" r="0" b="0"/>
            <a:pathLst>
              <a:path w="309950" h="279080">
                <a:moveTo>
                  <a:pt x="309950" y="27908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67" name="radial.sample-0-26">
            <a:extLst>
              <a:ext uri="{FF2B5EF4-FFF2-40B4-BE49-F238E27FC236}">
                <a16:creationId xmlns:a16="http://schemas.microsoft.com/office/drawing/2014/main" id="{A12686AF-58C4-F4D8-1446-18367B493067}"/>
              </a:ext>
            </a:extLst>
          </p:cNvPr>
          <p:cNvSpPr>
            <a:spLocks noGrp="1"/>
          </p:cNvSpPr>
          <p:nvPr/>
        </p:nvSpPr>
        <p:spPr>
          <a:xfrm>
            <a:off x="13474630" y="7914325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68" name="radial.spoke-0-27">
            <a:extLst>
              <a:ext uri="{FF2B5EF4-FFF2-40B4-BE49-F238E27FC236}">
                <a16:creationId xmlns:a16="http://schemas.microsoft.com/office/drawing/2014/main" id="{7BC1129A-F1FD-FB11-2AB6-E4051A129DC2}"/>
              </a:ext>
            </a:extLst>
          </p:cNvPr>
          <p:cNvSpPr>
            <a:spLocks noGrp="1"/>
          </p:cNvSpPr>
          <p:nvPr/>
        </p:nvSpPr>
        <p:spPr>
          <a:xfrm>
            <a:off x="13374556" y="7619016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436695" y="60105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69" name="radial.index-0-27">
            <a:extLst>
              <a:ext uri="{FF2B5EF4-FFF2-40B4-BE49-F238E27FC236}">
                <a16:creationId xmlns:a16="http://schemas.microsoft.com/office/drawing/2014/main" id="{724F459B-A1FB-D4CD-C5DD-DE24FCCDA9F7}"/>
              </a:ext>
            </a:extLst>
          </p:cNvPr>
          <p:cNvSpPr>
            <a:spLocks noGrp="1"/>
          </p:cNvSpPr>
          <p:nvPr/>
        </p:nvSpPr>
        <p:spPr>
          <a:xfrm>
            <a:off x="13185800" y="741770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470" name="radial.error-ray-0-27">
            <a:extLst>
              <a:ext uri="{FF2B5EF4-FFF2-40B4-BE49-F238E27FC236}">
                <a16:creationId xmlns:a16="http://schemas.microsoft.com/office/drawing/2014/main" id="{447582F2-2151-4B51-19B1-FC60E3FECEFB}"/>
              </a:ext>
            </a:extLst>
          </p:cNvPr>
          <p:cNvSpPr>
            <a:spLocks noGrp="1"/>
          </p:cNvSpPr>
          <p:nvPr/>
        </p:nvSpPr>
        <p:spPr>
          <a:xfrm>
            <a:off x="13626785" y="7966181"/>
            <a:ext cx="184465" cy="253894"/>
          </a:xfrm>
          <a:custGeom>
            <a:avLst/>
            <a:gdLst/>
            <a:ahLst/>
            <a:cxnLst/>
            <a:rect l="0" t="0" r="0" b="0"/>
            <a:pathLst>
              <a:path w="184465" h="253894">
                <a:moveTo>
                  <a:pt x="184465" y="25389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71" name="radial.sample-0-27">
            <a:extLst>
              <a:ext uri="{FF2B5EF4-FFF2-40B4-BE49-F238E27FC236}">
                <a16:creationId xmlns:a16="http://schemas.microsoft.com/office/drawing/2014/main" id="{0B874C6D-7EAB-C13A-F010-376EA113AB3E}"/>
              </a:ext>
            </a:extLst>
          </p:cNvPr>
          <p:cNvSpPr>
            <a:spLocks noGrp="1"/>
          </p:cNvSpPr>
          <p:nvPr/>
        </p:nvSpPr>
        <p:spPr>
          <a:xfrm>
            <a:off x="13600116" y="7939511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72" name="radial.spoke-0-28">
            <a:extLst>
              <a:ext uri="{FF2B5EF4-FFF2-40B4-BE49-F238E27FC236}">
                <a16:creationId xmlns:a16="http://schemas.microsoft.com/office/drawing/2014/main" id="{BBDA7D68-6F4A-43BD-7138-99A32695BB55}"/>
              </a:ext>
            </a:extLst>
          </p:cNvPr>
          <p:cNvSpPr>
            <a:spLocks noGrp="1"/>
          </p:cNvSpPr>
          <p:nvPr/>
        </p:nvSpPr>
        <p:spPr>
          <a:xfrm>
            <a:off x="13509065" y="7541356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67871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73" name="radial.index-0-28">
            <a:extLst>
              <a:ext uri="{FF2B5EF4-FFF2-40B4-BE49-F238E27FC236}">
                <a16:creationId xmlns:a16="http://schemas.microsoft.com/office/drawing/2014/main" id="{FB5C40E9-308F-EE0A-F038-38FE5115F01C}"/>
              </a:ext>
            </a:extLst>
          </p:cNvPr>
          <p:cNvSpPr>
            <a:spLocks noGrp="1"/>
          </p:cNvSpPr>
          <p:nvPr/>
        </p:nvSpPr>
        <p:spPr>
          <a:xfrm>
            <a:off x="13346178" y="7325109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474" name="radial.error-ray-0-28">
            <a:extLst>
              <a:ext uri="{FF2B5EF4-FFF2-40B4-BE49-F238E27FC236}">
                <a16:creationId xmlns:a16="http://schemas.microsoft.com/office/drawing/2014/main" id="{52EC52FD-0FD5-C6CD-6EAD-0F0D8E801AA1}"/>
              </a:ext>
            </a:extLst>
          </p:cNvPr>
          <p:cNvSpPr>
            <a:spLocks noGrp="1"/>
          </p:cNvSpPr>
          <p:nvPr/>
        </p:nvSpPr>
        <p:spPr>
          <a:xfrm>
            <a:off x="13685645" y="7937961"/>
            <a:ext cx="125605" cy="282114"/>
          </a:xfrm>
          <a:custGeom>
            <a:avLst/>
            <a:gdLst/>
            <a:ahLst/>
            <a:cxnLst/>
            <a:rect l="0" t="0" r="0" b="0"/>
            <a:pathLst>
              <a:path w="125605" h="282114">
                <a:moveTo>
                  <a:pt x="125605" y="2821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75" name="radial.sample-0-28">
            <a:extLst>
              <a:ext uri="{FF2B5EF4-FFF2-40B4-BE49-F238E27FC236}">
                <a16:creationId xmlns:a16="http://schemas.microsoft.com/office/drawing/2014/main" id="{5F3A207D-54DD-7BA5-EC7B-A8A894A84F10}"/>
              </a:ext>
            </a:extLst>
          </p:cNvPr>
          <p:cNvSpPr>
            <a:spLocks noGrp="1"/>
          </p:cNvSpPr>
          <p:nvPr/>
        </p:nvSpPr>
        <p:spPr>
          <a:xfrm>
            <a:off x="13658976" y="7911291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76" name="radial.spoke-0-29">
            <a:extLst>
              <a:ext uri="{FF2B5EF4-FFF2-40B4-BE49-F238E27FC236}">
                <a16:creationId xmlns:a16="http://schemas.microsoft.com/office/drawing/2014/main" id="{0DB8310E-BC42-3F7B-B97B-F3F2BF7C5644}"/>
              </a:ext>
            </a:extLst>
          </p:cNvPr>
          <p:cNvSpPr>
            <a:spLocks noGrp="1"/>
          </p:cNvSpPr>
          <p:nvPr/>
        </p:nvSpPr>
        <p:spPr>
          <a:xfrm>
            <a:off x="13656782" y="7493360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726715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77" name="radial.index-0-29">
            <a:extLst>
              <a:ext uri="{FF2B5EF4-FFF2-40B4-BE49-F238E27FC236}">
                <a16:creationId xmlns:a16="http://schemas.microsoft.com/office/drawing/2014/main" id="{1713FC84-F309-6C68-A974-291AFC90BB75}"/>
              </a:ext>
            </a:extLst>
          </p:cNvPr>
          <p:cNvSpPr>
            <a:spLocks noGrp="1"/>
          </p:cNvSpPr>
          <p:nvPr/>
        </p:nvSpPr>
        <p:spPr>
          <a:xfrm>
            <a:off x="13522302" y="7267882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478" name="radial.error-ray-0-29">
            <a:extLst>
              <a:ext uri="{FF2B5EF4-FFF2-40B4-BE49-F238E27FC236}">
                <a16:creationId xmlns:a16="http://schemas.microsoft.com/office/drawing/2014/main" id="{797859DB-1472-22E0-C026-D8331447A877}"/>
              </a:ext>
            </a:extLst>
          </p:cNvPr>
          <p:cNvSpPr>
            <a:spLocks noGrp="1"/>
          </p:cNvSpPr>
          <p:nvPr/>
        </p:nvSpPr>
        <p:spPr>
          <a:xfrm>
            <a:off x="13782146" y="8083149"/>
            <a:ext cx="29104" cy="136926"/>
          </a:xfrm>
          <a:custGeom>
            <a:avLst/>
            <a:gdLst/>
            <a:ahLst/>
            <a:cxnLst/>
            <a:rect l="0" t="0" r="0" b="0"/>
            <a:pathLst>
              <a:path w="29104" h="136926">
                <a:moveTo>
                  <a:pt x="29104" y="13692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79" name="radial.sample-0-29">
            <a:extLst>
              <a:ext uri="{FF2B5EF4-FFF2-40B4-BE49-F238E27FC236}">
                <a16:creationId xmlns:a16="http://schemas.microsoft.com/office/drawing/2014/main" id="{4709953C-8B2D-7CB7-FE73-53A604D05951}"/>
              </a:ext>
            </a:extLst>
          </p:cNvPr>
          <p:cNvSpPr>
            <a:spLocks noGrp="1"/>
          </p:cNvSpPr>
          <p:nvPr/>
        </p:nvSpPr>
        <p:spPr>
          <a:xfrm>
            <a:off x="13755477" y="8056479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80" name="radial.center-0">
            <a:extLst>
              <a:ext uri="{FF2B5EF4-FFF2-40B4-BE49-F238E27FC236}">
                <a16:creationId xmlns:a16="http://schemas.microsoft.com/office/drawing/2014/main" id="{4833497F-8CEB-E543-88A7-B9DB2EA115DA}"/>
              </a:ext>
            </a:extLst>
          </p:cNvPr>
          <p:cNvSpPr>
            <a:spLocks noGrp="1"/>
          </p:cNvSpPr>
          <p:nvPr/>
        </p:nvSpPr>
        <p:spPr>
          <a:xfrm>
            <a:off x="13794105" y="8202930"/>
            <a:ext cx="34290" cy="34290"/>
          </a:xfrm>
          <a:prstGeom prst="ellipse">
            <a:avLst/>
          </a:prstGeom>
          <a:solidFill>
            <a:srgbClr val="263238"/>
          </a:solidFill>
          <a:ln w="1905">
            <a:solidFill>
              <a:srgbClr val="263238"/>
            </a:solidFill>
          </a:ln>
        </p:spPr>
      </p:sp>
      <p:sp>
        <p:nvSpPr>
          <p:cNvPr id="481" name="radial.scale-0-0">
            <a:extLst>
              <a:ext uri="{FF2B5EF4-FFF2-40B4-BE49-F238E27FC236}">
                <a16:creationId xmlns:a16="http://schemas.microsoft.com/office/drawing/2014/main" id="{659B3895-4B48-8B21-FB0F-7BCF9D857CD7}"/>
              </a:ext>
            </a:extLst>
          </p:cNvPr>
          <p:cNvSpPr>
            <a:spLocks noGrp="1"/>
          </p:cNvSpPr>
          <p:nvPr/>
        </p:nvSpPr>
        <p:spPr>
          <a:xfrm>
            <a:off x="13677900" y="8296275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82" name="radial.scale-0-500">
            <a:extLst>
              <a:ext uri="{FF2B5EF4-FFF2-40B4-BE49-F238E27FC236}">
                <a16:creationId xmlns:a16="http://schemas.microsoft.com/office/drawing/2014/main" id="{38F2736D-E3B2-70BC-CC06-D04B2DA607CA}"/>
              </a:ext>
            </a:extLst>
          </p:cNvPr>
          <p:cNvSpPr>
            <a:spLocks noGrp="1"/>
          </p:cNvSpPr>
          <p:nvPr/>
        </p:nvSpPr>
        <p:spPr>
          <a:xfrm>
            <a:off x="13940572" y="8435122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483" name="radial.scale-0-1000">
            <a:extLst>
              <a:ext uri="{FF2B5EF4-FFF2-40B4-BE49-F238E27FC236}">
                <a16:creationId xmlns:a16="http://schemas.microsoft.com/office/drawing/2014/main" id="{515FEBA1-5113-BE28-A272-9D83F0E35B2D}"/>
              </a:ext>
            </a:extLst>
          </p:cNvPr>
          <p:cNvSpPr>
            <a:spLocks noGrp="1"/>
          </p:cNvSpPr>
          <p:nvPr/>
        </p:nvSpPr>
        <p:spPr>
          <a:xfrm>
            <a:off x="14135894" y="8630443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484" name="radial.ring-1-250">
            <a:extLst>
              <a:ext uri="{FF2B5EF4-FFF2-40B4-BE49-F238E27FC236}">
                <a16:creationId xmlns:a16="http://schemas.microsoft.com/office/drawing/2014/main" id="{1ABA82C3-7586-0BD9-461A-CD824057C879}"/>
              </a:ext>
            </a:extLst>
          </p:cNvPr>
          <p:cNvSpPr>
            <a:spLocks noGrp="1"/>
          </p:cNvSpPr>
          <p:nvPr/>
        </p:nvSpPr>
        <p:spPr>
          <a:xfrm>
            <a:off x="13625513" y="10072688"/>
            <a:ext cx="371475" cy="371475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485" name="radial.ring-1-500">
            <a:extLst>
              <a:ext uri="{FF2B5EF4-FFF2-40B4-BE49-F238E27FC236}">
                <a16:creationId xmlns:a16="http://schemas.microsoft.com/office/drawing/2014/main" id="{71917DCE-1995-C9F1-873E-87888E9D91CF}"/>
              </a:ext>
            </a:extLst>
          </p:cNvPr>
          <p:cNvSpPr>
            <a:spLocks noGrp="1"/>
          </p:cNvSpPr>
          <p:nvPr/>
        </p:nvSpPr>
        <p:spPr>
          <a:xfrm>
            <a:off x="13439775" y="9886950"/>
            <a:ext cx="742950" cy="742950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486" name="radial.ring-1-750">
            <a:extLst>
              <a:ext uri="{FF2B5EF4-FFF2-40B4-BE49-F238E27FC236}">
                <a16:creationId xmlns:a16="http://schemas.microsoft.com/office/drawing/2014/main" id="{5B97B720-8420-BF3A-254A-58AAF7F6686F}"/>
              </a:ext>
            </a:extLst>
          </p:cNvPr>
          <p:cNvSpPr>
            <a:spLocks noGrp="1"/>
          </p:cNvSpPr>
          <p:nvPr/>
        </p:nvSpPr>
        <p:spPr>
          <a:xfrm>
            <a:off x="13254038" y="9701213"/>
            <a:ext cx="1114425" cy="1114425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487" name="radial.ring-1-1000">
            <a:extLst>
              <a:ext uri="{FF2B5EF4-FFF2-40B4-BE49-F238E27FC236}">
                <a16:creationId xmlns:a16="http://schemas.microsoft.com/office/drawing/2014/main" id="{A139134E-684F-4D45-CA70-1BF48609AA07}"/>
              </a:ext>
            </a:extLst>
          </p:cNvPr>
          <p:cNvSpPr>
            <a:spLocks noGrp="1"/>
          </p:cNvSpPr>
          <p:nvPr/>
        </p:nvSpPr>
        <p:spPr>
          <a:xfrm>
            <a:off x="13068300" y="9515475"/>
            <a:ext cx="1485900" cy="1485900"/>
          </a:xfrm>
          <a:prstGeom prst="ellipse">
            <a:avLst/>
          </a:prstGeom>
          <a:noFill/>
          <a:ln w="10478">
            <a:solidFill>
              <a:srgbClr val="AAB6BC"/>
            </a:solidFill>
          </a:ln>
        </p:spPr>
      </p:sp>
      <p:sp>
        <p:nvSpPr>
          <p:cNvPr id="488" name="radial.spoke-1-0">
            <a:extLst>
              <a:ext uri="{FF2B5EF4-FFF2-40B4-BE49-F238E27FC236}">
                <a16:creationId xmlns:a16="http://schemas.microsoft.com/office/drawing/2014/main" id="{93EF0A16-6D58-4504-EF64-7E16EF3C131B}"/>
              </a:ext>
            </a:extLst>
          </p:cNvPr>
          <p:cNvSpPr>
            <a:spLocks noGrp="1"/>
          </p:cNvSpPr>
          <p:nvPr/>
        </p:nvSpPr>
        <p:spPr>
          <a:xfrm>
            <a:off x="13811250" y="9515475"/>
            <a:ext cx="953" cy="742950"/>
          </a:xfrm>
          <a:custGeom>
            <a:avLst/>
            <a:gdLst/>
            <a:ahLst/>
            <a:cxnLst/>
            <a:rect l="0" t="0" r="0" b="0"/>
            <a:pathLst>
              <a:path w="953" h="742950">
                <a:moveTo>
                  <a:pt x="0" y="742950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89" name="radial.index-1-0">
            <a:extLst>
              <a:ext uri="{FF2B5EF4-FFF2-40B4-BE49-F238E27FC236}">
                <a16:creationId xmlns:a16="http://schemas.microsoft.com/office/drawing/2014/main" id="{FC9D7AE9-BC10-CD04-D291-242623554169}"/>
              </a:ext>
            </a:extLst>
          </p:cNvPr>
          <p:cNvSpPr>
            <a:spLocks noGrp="1"/>
          </p:cNvSpPr>
          <p:nvPr/>
        </p:nvSpPr>
        <p:spPr>
          <a:xfrm>
            <a:off x="13706475" y="928687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90" name="radial.error-ray-1-0">
            <a:extLst>
              <a:ext uri="{FF2B5EF4-FFF2-40B4-BE49-F238E27FC236}">
                <a16:creationId xmlns:a16="http://schemas.microsoft.com/office/drawing/2014/main" id="{8EA4E25D-C8E1-AEF5-496B-6E7946FD39B3}"/>
              </a:ext>
            </a:extLst>
          </p:cNvPr>
          <p:cNvSpPr>
            <a:spLocks noGrp="1"/>
          </p:cNvSpPr>
          <p:nvPr/>
        </p:nvSpPr>
        <p:spPr>
          <a:xfrm>
            <a:off x="13811250" y="10039067"/>
            <a:ext cx="953" cy="219358"/>
          </a:xfrm>
          <a:custGeom>
            <a:avLst/>
            <a:gdLst/>
            <a:ahLst/>
            <a:cxnLst/>
            <a:rect l="0" t="0" r="0" b="0"/>
            <a:pathLst>
              <a:path w="953" h="219358">
                <a:moveTo>
                  <a:pt x="0" y="21935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91" name="radial.sample-1-0">
            <a:extLst>
              <a:ext uri="{FF2B5EF4-FFF2-40B4-BE49-F238E27FC236}">
                <a16:creationId xmlns:a16="http://schemas.microsoft.com/office/drawing/2014/main" id="{495812B3-DFDE-0E7C-E5C1-C07DA324578B}"/>
              </a:ext>
            </a:extLst>
          </p:cNvPr>
          <p:cNvSpPr>
            <a:spLocks noGrp="1"/>
          </p:cNvSpPr>
          <p:nvPr/>
        </p:nvSpPr>
        <p:spPr>
          <a:xfrm>
            <a:off x="13784580" y="10012397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92" name="radial.spoke-1-1">
            <a:extLst>
              <a:ext uri="{FF2B5EF4-FFF2-40B4-BE49-F238E27FC236}">
                <a16:creationId xmlns:a16="http://schemas.microsoft.com/office/drawing/2014/main" id="{1508D73B-F8FE-5CE2-A314-C17426D216B4}"/>
              </a:ext>
            </a:extLst>
          </p:cNvPr>
          <p:cNvSpPr>
            <a:spLocks noGrp="1"/>
          </p:cNvSpPr>
          <p:nvPr/>
        </p:nvSpPr>
        <p:spPr>
          <a:xfrm>
            <a:off x="13811250" y="9531710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726715"/>
                </a:moveTo>
                <a:lnTo>
                  <a:pt x="154468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93" name="radial.index-1-1">
            <a:extLst>
              <a:ext uri="{FF2B5EF4-FFF2-40B4-BE49-F238E27FC236}">
                <a16:creationId xmlns:a16="http://schemas.microsoft.com/office/drawing/2014/main" id="{781089EE-2517-1F30-0A5A-789047DD8F29}"/>
              </a:ext>
            </a:extLst>
          </p:cNvPr>
          <p:cNvSpPr>
            <a:spLocks noGrp="1"/>
          </p:cNvSpPr>
          <p:nvPr/>
        </p:nvSpPr>
        <p:spPr>
          <a:xfrm>
            <a:off x="13890648" y="9306232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94" name="radial.error-ray-1-1">
            <a:extLst>
              <a:ext uri="{FF2B5EF4-FFF2-40B4-BE49-F238E27FC236}">
                <a16:creationId xmlns:a16="http://schemas.microsoft.com/office/drawing/2014/main" id="{794D8D4D-4E5C-F18D-19D5-EE8F28B5C4D2}"/>
              </a:ext>
            </a:extLst>
          </p:cNvPr>
          <p:cNvSpPr>
            <a:spLocks noGrp="1"/>
          </p:cNvSpPr>
          <p:nvPr/>
        </p:nvSpPr>
        <p:spPr>
          <a:xfrm>
            <a:off x="13811250" y="10171532"/>
            <a:ext cx="18470" cy="86893"/>
          </a:xfrm>
          <a:custGeom>
            <a:avLst/>
            <a:gdLst/>
            <a:ahLst/>
            <a:cxnLst/>
            <a:rect l="0" t="0" r="0" b="0"/>
            <a:pathLst>
              <a:path w="18470" h="86893">
                <a:moveTo>
                  <a:pt x="0" y="86893"/>
                </a:moveTo>
                <a:lnTo>
                  <a:pt x="1847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95" name="radial.sample-1-1">
            <a:extLst>
              <a:ext uri="{FF2B5EF4-FFF2-40B4-BE49-F238E27FC236}">
                <a16:creationId xmlns:a16="http://schemas.microsoft.com/office/drawing/2014/main" id="{6D638A99-AFD3-DE24-4E91-6B388C930B51}"/>
              </a:ext>
            </a:extLst>
          </p:cNvPr>
          <p:cNvSpPr>
            <a:spLocks noGrp="1"/>
          </p:cNvSpPr>
          <p:nvPr/>
        </p:nvSpPr>
        <p:spPr>
          <a:xfrm>
            <a:off x="13803051" y="10144862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96" name="radial.spoke-1-2">
            <a:extLst>
              <a:ext uri="{FF2B5EF4-FFF2-40B4-BE49-F238E27FC236}">
                <a16:creationId xmlns:a16="http://schemas.microsoft.com/office/drawing/2014/main" id="{1A517868-0991-B232-B0BA-ADCA60FC926D}"/>
              </a:ext>
            </a:extLst>
          </p:cNvPr>
          <p:cNvSpPr>
            <a:spLocks noGrp="1"/>
          </p:cNvSpPr>
          <p:nvPr/>
        </p:nvSpPr>
        <p:spPr>
          <a:xfrm>
            <a:off x="13811250" y="9579706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0" y="678719"/>
                </a:moveTo>
                <a:lnTo>
                  <a:pt x="302185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97" name="radial.index-1-2">
            <a:extLst>
              <a:ext uri="{FF2B5EF4-FFF2-40B4-BE49-F238E27FC236}">
                <a16:creationId xmlns:a16="http://schemas.microsoft.com/office/drawing/2014/main" id="{AC6DCAF4-A43C-6ABC-6526-D9616387D5C6}"/>
              </a:ext>
            </a:extLst>
          </p:cNvPr>
          <p:cNvSpPr>
            <a:spLocks noGrp="1"/>
          </p:cNvSpPr>
          <p:nvPr/>
        </p:nvSpPr>
        <p:spPr>
          <a:xfrm>
            <a:off x="14066772" y="9363459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98" name="radial.error-ray-1-2">
            <a:extLst>
              <a:ext uri="{FF2B5EF4-FFF2-40B4-BE49-F238E27FC236}">
                <a16:creationId xmlns:a16="http://schemas.microsoft.com/office/drawing/2014/main" id="{319CDE47-0C8D-3673-0E59-153DCA8DC90E}"/>
              </a:ext>
            </a:extLst>
          </p:cNvPr>
          <p:cNvSpPr>
            <a:spLocks noGrp="1"/>
          </p:cNvSpPr>
          <p:nvPr/>
        </p:nvSpPr>
        <p:spPr>
          <a:xfrm>
            <a:off x="13811250" y="10152999"/>
            <a:ext cx="46939" cy="105426"/>
          </a:xfrm>
          <a:custGeom>
            <a:avLst/>
            <a:gdLst/>
            <a:ahLst/>
            <a:cxnLst/>
            <a:rect l="0" t="0" r="0" b="0"/>
            <a:pathLst>
              <a:path w="46939" h="105426">
                <a:moveTo>
                  <a:pt x="0" y="105426"/>
                </a:moveTo>
                <a:lnTo>
                  <a:pt x="46939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99" name="radial.sample-1-2">
            <a:extLst>
              <a:ext uri="{FF2B5EF4-FFF2-40B4-BE49-F238E27FC236}">
                <a16:creationId xmlns:a16="http://schemas.microsoft.com/office/drawing/2014/main" id="{80595B69-B467-16C9-ABEC-54C58E09003C}"/>
              </a:ext>
            </a:extLst>
          </p:cNvPr>
          <p:cNvSpPr>
            <a:spLocks noGrp="1"/>
          </p:cNvSpPr>
          <p:nvPr/>
        </p:nvSpPr>
        <p:spPr>
          <a:xfrm>
            <a:off x="13831519" y="10126329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00" name="radial.spoke-1-3">
            <a:extLst>
              <a:ext uri="{FF2B5EF4-FFF2-40B4-BE49-F238E27FC236}">
                <a16:creationId xmlns:a16="http://schemas.microsoft.com/office/drawing/2014/main" id="{0692B96A-049C-44FB-A210-B51B34D5FF8E}"/>
              </a:ext>
            </a:extLst>
          </p:cNvPr>
          <p:cNvSpPr>
            <a:spLocks noGrp="1"/>
          </p:cNvSpPr>
          <p:nvPr/>
        </p:nvSpPr>
        <p:spPr>
          <a:xfrm>
            <a:off x="13811250" y="9657366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0" y="601059"/>
                </a:moveTo>
                <a:lnTo>
                  <a:pt x="436695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01" name="radial.index-1-3">
            <a:extLst>
              <a:ext uri="{FF2B5EF4-FFF2-40B4-BE49-F238E27FC236}">
                <a16:creationId xmlns:a16="http://schemas.microsoft.com/office/drawing/2014/main" id="{955A0B03-3718-2CC0-C6CE-FB72CBAFA8BC}"/>
              </a:ext>
            </a:extLst>
          </p:cNvPr>
          <p:cNvSpPr>
            <a:spLocks noGrp="1"/>
          </p:cNvSpPr>
          <p:nvPr/>
        </p:nvSpPr>
        <p:spPr>
          <a:xfrm>
            <a:off x="14227150" y="945605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02" name="radial.error-ray-1-3">
            <a:extLst>
              <a:ext uri="{FF2B5EF4-FFF2-40B4-BE49-F238E27FC236}">
                <a16:creationId xmlns:a16="http://schemas.microsoft.com/office/drawing/2014/main" id="{A120D842-5FDC-8B7D-FBE9-3C0A31365E3B}"/>
              </a:ext>
            </a:extLst>
          </p:cNvPr>
          <p:cNvSpPr>
            <a:spLocks noGrp="1"/>
          </p:cNvSpPr>
          <p:nvPr/>
        </p:nvSpPr>
        <p:spPr>
          <a:xfrm>
            <a:off x="13811250" y="10186524"/>
            <a:ext cx="52239" cy="71901"/>
          </a:xfrm>
          <a:custGeom>
            <a:avLst/>
            <a:gdLst/>
            <a:ahLst/>
            <a:cxnLst/>
            <a:rect l="0" t="0" r="0" b="0"/>
            <a:pathLst>
              <a:path w="52239" h="71901">
                <a:moveTo>
                  <a:pt x="0" y="71901"/>
                </a:moveTo>
                <a:lnTo>
                  <a:pt x="52239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03" name="radial.sample-1-3">
            <a:extLst>
              <a:ext uri="{FF2B5EF4-FFF2-40B4-BE49-F238E27FC236}">
                <a16:creationId xmlns:a16="http://schemas.microsoft.com/office/drawing/2014/main" id="{CF3DEB8B-652F-0287-37A0-96879934D5A5}"/>
              </a:ext>
            </a:extLst>
          </p:cNvPr>
          <p:cNvSpPr>
            <a:spLocks noGrp="1"/>
          </p:cNvSpPr>
          <p:nvPr/>
        </p:nvSpPr>
        <p:spPr>
          <a:xfrm>
            <a:off x="13836819" y="10159854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04" name="radial.spoke-1-4">
            <a:extLst>
              <a:ext uri="{FF2B5EF4-FFF2-40B4-BE49-F238E27FC236}">
                <a16:creationId xmlns:a16="http://schemas.microsoft.com/office/drawing/2014/main" id="{D791BFE7-80B4-81D5-08B6-A9F28E4206F9}"/>
              </a:ext>
            </a:extLst>
          </p:cNvPr>
          <p:cNvSpPr>
            <a:spLocks noGrp="1"/>
          </p:cNvSpPr>
          <p:nvPr/>
        </p:nvSpPr>
        <p:spPr>
          <a:xfrm>
            <a:off x="13811250" y="9761294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497131"/>
                </a:moveTo>
                <a:lnTo>
                  <a:pt x="552119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05" name="radial.index-1-4">
            <a:extLst>
              <a:ext uri="{FF2B5EF4-FFF2-40B4-BE49-F238E27FC236}">
                <a16:creationId xmlns:a16="http://schemas.microsoft.com/office/drawing/2014/main" id="{ADCFA7A8-41E0-5052-46CB-A398BD5F9CAA}"/>
              </a:ext>
            </a:extLst>
          </p:cNvPr>
          <p:cNvSpPr>
            <a:spLocks noGrp="1"/>
          </p:cNvSpPr>
          <p:nvPr/>
        </p:nvSpPr>
        <p:spPr>
          <a:xfrm>
            <a:off x="14364771" y="957996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06" name="radial.error-ray-1-4">
            <a:extLst>
              <a:ext uri="{FF2B5EF4-FFF2-40B4-BE49-F238E27FC236}">
                <a16:creationId xmlns:a16="http://schemas.microsoft.com/office/drawing/2014/main" id="{F3C66FE0-7095-A981-3157-98029BEA0668}"/>
              </a:ext>
            </a:extLst>
          </p:cNvPr>
          <p:cNvSpPr>
            <a:spLocks noGrp="1"/>
          </p:cNvSpPr>
          <p:nvPr/>
        </p:nvSpPr>
        <p:spPr>
          <a:xfrm>
            <a:off x="13811250" y="10107428"/>
            <a:ext cx="167699" cy="150997"/>
          </a:xfrm>
          <a:custGeom>
            <a:avLst/>
            <a:gdLst/>
            <a:ahLst/>
            <a:cxnLst/>
            <a:rect l="0" t="0" r="0" b="0"/>
            <a:pathLst>
              <a:path w="167699" h="150997">
                <a:moveTo>
                  <a:pt x="0" y="150997"/>
                </a:moveTo>
                <a:lnTo>
                  <a:pt x="167699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07" name="radial.sample-1-4">
            <a:extLst>
              <a:ext uri="{FF2B5EF4-FFF2-40B4-BE49-F238E27FC236}">
                <a16:creationId xmlns:a16="http://schemas.microsoft.com/office/drawing/2014/main" id="{740BE894-A513-7EF9-3171-2526315D80BC}"/>
              </a:ext>
            </a:extLst>
          </p:cNvPr>
          <p:cNvSpPr>
            <a:spLocks noGrp="1"/>
          </p:cNvSpPr>
          <p:nvPr/>
        </p:nvSpPr>
        <p:spPr>
          <a:xfrm>
            <a:off x="13952279" y="1008075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08" name="radial.spoke-1-5">
            <a:extLst>
              <a:ext uri="{FF2B5EF4-FFF2-40B4-BE49-F238E27FC236}">
                <a16:creationId xmlns:a16="http://schemas.microsoft.com/office/drawing/2014/main" id="{E6AFBEC0-DA9B-9100-8A21-4CD4601115DD}"/>
              </a:ext>
            </a:extLst>
          </p:cNvPr>
          <p:cNvSpPr>
            <a:spLocks noGrp="1"/>
          </p:cNvSpPr>
          <p:nvPr/>
        </p:nvSpPr>
        <p:spPr>
          <a:xfrm>
            <a:off x="13811250" y="988695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371475"/>
                </a:moveTo>
                <a:lnTo>
                  <a:pt x="643414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09" name="radial.index-1-5">
            <a:extLst>
              <a:ext uri="{FF2B5EF4-FFF2-40B4-BE49-F238E27FC236}">
                <a16:creationId xmlns:a16="http://schemas.microsoft.com/office/drawing/2014/main" id="{AC8F78BA-97E4-3C33-E896-61F43A6F329D}"/>
              </a:ext>
            </a:extLst>
          </p:cNvPr>
          <p:cNvSpPr>
            <a:spLocks noGrp="1"/>
          </p:cNvSpPr>
          <p:nvPr/>
        </p:nvSpPr>
        <p:spPr>
          <a:xfrm>
            <a:off x="14473622" y="972978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10" name="radial.error-ray-1-5">
            <a:extLst>
              <a:ext uri="{FF2B5EF4-FFF2-40B4-BE49-F238E27FC236}">
                <a16:creationId xmlns:a16="http://schemas.microsoft.com/office/drawing/2014/main" id="{2341F3FD-5B13-55F5-8059-5799B82487B8}"/>
              </a:ext>
            </a:extLst>
          </p:cNvPr>
          <p:cNvSpPr>
            <a:spLocks noGrp="1"/>
          </p:cNvSpPr>
          <p:nvPr/>
        </p:nvSpPr>
        <p:spPr>
          <a:xfrm>
            <a:off x="13811250" y="10051206"/>
            <a:ext cx="358914" cy="207219"/>
          </a:xfrm>
          <a:custGeom>
            <a:avLst/>
            <a:gdLst/>
            <a:ahLst/>
            <a:cxnLst/>
            <a:rect l="0" t="0" r="0" b="0"/>
            <a:pathLst>
              <a:path w="358914" h="207219">
                <a:moveTo>
                  <a:pt x="0" y="207219"/>
                </a:moveTo>
                <a:lnTo>
                  <a:pt x="358914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11" name="radial.sample-1-5">
            <a:extLst>
              <a:ext uri="{FF2B5EF4-FFF2-40B4-BE49-F238E27FC236}">
                <a16:creationId xmlns:a16="http://schemas.microsoft.com/office/drawing/2014/main" id="{2B4097EE-9553-A433-F6E5-A8733A52C79A}"/>
              </a:ext>
            </a:extLst>
          </p:cNvPr>
          <p:cNvSpPr>
            <a:spLocks noGrp="1"/>
          </p:cNvSpPr>
          <p:nvPr/>
        </p:nvSpPr>
        <p:spPr>
          <a:xfrm>
            <a:off x="14143493" y="10024536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12" name="radial.spoke-1-6">
            <a:extLst>
              <a:ext uri="{FF2B5EF4-FFF2-40B4-BE49-F238E27FC236}">
                <a16:creationId xmlns:a16="http://schemas.microsoft.com/office/drawing/2014/main" id="{C43F531A-9D46-F34C-4218-9E56120EE13F}"/>
              </a:ext>
            </a:extLst>
          </p:cNvPr>
          <p:cNvSpPr>
            <a:spLocks noGrp="1"/>
          </p:cNvSpPr>
          <p:nvPr/>
        </p:nvSpPr>
        <p:spPr>
          <a:xfrm>
            <a:off x="13811250" y="1002884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0" y="229584"/>
                </a:moveTo>
                <a:lnTo>
                  <a:pt x="706587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13" name="radial.index-1-6">
            <a:extLst>
              <a:ext uri="{FF2B5EF4-FFF2-40B4-BE49-F238E27FC236}">
                <a16:creationId xmlns:a16="http://schemas.microsoft.com/office/drawing/2014/main" id="{37DACFAC-0CE6-ACF3-D373-789E546FF703}"/>
              </a:ext>
            </a:extLst>
          </p:cNvPr>
          <p:cNvSpPr>
            <a:spLocks noGrp="1"/>
          </p:cNvSpPr>
          <p:nvPr/>
        </p:nvSpPr>
        <p:spPr>
          <a:xfrm>
            <a:off x="14548945" y="989896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14" name="radial.error-ray-1-6">
            <a:extLst>
              <a:ext uri="{FF2B5EF4-FFF2-40B4-BE49-F238E27FC236}">
                <a16:creationId xmlns:a16="http://schemas.microsoft.com/office/drawing/2014/main" id="{3F9FFECD-6DC0-5453-B1CA-5900EBC9531F}"/>
              </a:ext>
            </a:extLst>
          </p:cNvPr>
          <p:cNvSpPr>
            <a:spLocks noGrp="1"/>
          </p:cNvSpPr>
          <p:nvPr/>
        </p:nvSpPr>
        <p:spPr>
          <a:xfrm>
            <a:off x="13811250" y="10227273"/>
            <a:ext cx="95877" cy="31152"/>
          </a:xfrm>
          <a:custGeom>
            <a:avLst/>
            <a:gdLst/>
            <a:ahLst/>
            <a:cxnLst/>
            <a:rect l="0" t="0" r="0" b="0"/>
            <a:pathLst>
              <a:path w="95877" h="31152">
                <a:moveTo>
                  <a:pt x="0" y="31152"/>
                </a:moveTo>
                <a:lnTo>
                  <a:pt x="95877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15" name="radial.sample-1-6">
            <a:extLst>
              <a:ext uri="{FF2B5EF4-FFF2-40B4-BE49-F238E27FC236}">
                <a16:creationId xmlns:a16="http://schemas.microsoft.com/office/drawing/2014/main" id="{64405325-D1E3-C4D9-DE2C-0834843739E5}"/>
              </a:ext>
            </a:extLst>
          </p:cNvPr>
          <p:cNvSpPr>
            <a:spLocks noGrp="1"/>
          </p:cNvSpPr>
          <p:nvPr/>
        </p:nvSpPr>
        <p:spPr>
          <a:xfrm>
            <a:off x="13880457" y="10200603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16" name="radial.spoke-1-7">
            <a:extLst>
              <a:ext uri="{FF2B5EF4-FFF2-40B4-BE49-F238E27FC236}">
                <a16:creationId xmlns:a16="http://schemas.microsoft.com/office/drawing/2014/main" id="{D73D5261-F02D-E551-2EAD-9DB9A23B09A9}"/>
              </a:ext>
            </a:extLst>
          </p:cNvPr>
          <p:cNvSpPr>
            <a:spLocks noGrp="1"/>
          </p:cNvSpPr>
          <p:nvPr/>
        </p:nvSpPr>
        <p:spPr>
          <a:xfrm>
            <a:off x="13811250" y="1018076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77659"/>
                </a:moveTo>
                <a:lnTo>
                  <a:pt x="73888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17" name="radial.index-1-7">
            <a:extLst>
              <a:ext uri="{FF2B5EF4-FFF2-40B4-BE49-F238E27FC236}">
                <a16:creationId xmlns:a16="http://schemas.microsoft.com/office/drawing/2014/main" id="{723928AF-2611-C09B-4EA7-18B5AE4B9561}"/>
              </a:ext>
            </a:extLst>
          </p:cNvPr>
          <p:cNvSpPr>
            <a:spLocks noGrp="1"/>
          </p:cNvSpPr>
          <p:nvPr/>
        </p:nvSpPr>
        <p:spPr>
          <a:xfrm>
            <a:off x="14587448" y="10080106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18" name="radial.error-ray-1-7">
            <a:extLst>
              <a:ext uri="{FF2B5EF4-FFF2-40B4-BE49-F238E27FC236}">
                <a16:creationId xmlns:a16="http://schemas.microsoft.com/office/drawing/2014/main" id="{CEC743B4-3D4E-51A4-D390-26067143CFFE}"/>
              </a:ext>
            </a:extLst>
          </p:cNvPr>
          <p:cNvSpPr>
            <a:spLocks noGrp="1"/>
          </p:cNvSpPr>
          <p:nvPr/>
        </p:nvSpPr>
        <p:spPr>
          <a:xfrm>
            <a:off x="13811250" y="10246644"/>
            <a:ext cx="112085" cy="11781"/>
          </a:xfrm>
          <a:custGeom>
            <a:avLst/>
            <a:gdLst/>
            <a:ahLst/>
            <a:cxnLst/>
            <a:rect l="0" t="0" r="0" b="0"/>
            <a:pathLst>
              <a:path w="112085" h="11781">
                <a:moveTo>
                  <a:pt x="0" y="11781"/>
                </a:moveTo>
                <a:lnTo>
                  <a:pt x="112085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19" name="radial.sample-1-7">
            <a:extLst>
              <a:ext uri="{FF2B5EF4-FFF2-40B4-BE49-F238E27FC236}">
                <a16:creationId xmlns:a16="http://schemas.microsoft.com/office/drawing/2014/main" id="{8A2E2795-4C7D-E88F-E9C6-09FDD6997BDE}"/>
              </a:ext>
            </a:extLst>
          </p:cNvPr>
          <p:cNvSpPr>
            <a:spLocks noGrp="1"/>
          </p:cNvSpPr>
          <p:nvPr/>
        </p:nvSpPr>
        <p:spPr>
          <a:xfrm>
            <a:off x="13896665" y="10219974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20" name="radial.spoke-1-8">
            <a:extLst>
              <a:ext uri="{FF2B5EF4-FFF2-40B4-BE49-F238E27FC236}">
                <a16:creationId xmlns:a16="http://schemas.microsoft.com/office/drawing/2014/main" id="{CA644661-7D83-DAE9-AF32-08C6C8320F67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0"/>
                </a:moveTo>
                <a:lnTo>
                  <a:pt x="738880" y="776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21" name="radial.index-1-8">
            <a:extLst>
              <a:ext uri="{FF2B5EF4-FFF2-40B4-BE49-F238E27FC236}">
                <a16:creationId xmlns:a16="http://schemas.microsoft.com/office/drawing/2014/main" id="{7097EAFC-389C-9BA3-A98A-BF19CFF683F0}"/>
              </a:ext>
            </a:extLst>
          </p:cNvPr>
          <p:cNvSpPr>
            <a:spLocks noGrp="1"/>
          </p:cNvSpPr>
          <p:nvPr/>
        </p:nvSpPr>
        <p:spPr>
          <a:xfrm>
            <a:off x="14587448" y="10265294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22" name="radial.error-ray-1-8">
            <a:extLst>
              <a:ext uri="{FF2B5EF4-FFF2-40B4-BE49-F238E27FC236}">
                <a16:creationId xmlns:a16="http://schemas.microsoft.com/office/drawing/2014/main" id="{98CF8410-03B4-A3EC-56CE-6FA5BFAF996F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315356" cy="33145"/>
          </a:xfrm>
          <a:custGeom>
            <a:avLst/>
            <a:gdLst/>
            <a:ahLst/>
            <a:cxnLst/>
            <a:rect l="0" t="0" r="0" b="0"/>
            <a:pathLst>
              <a:path w="315356" h="33145">
                <a:moveTo>
                  <a:pt x="0" y="0"/>
                </a:moveTo>
                <a:lnTo>
                  <a:pt x="315356" y="33145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23" name="radial.sample-1-8">
            <a:extLst>
              <a:ext uri="{FF2B5EF4-FFF2-40B4-BE49-F238E27FC236}">
                <a16:creationId xmlns:a16="http://schemas.microsoft.com/office/drawing/2014/main" id="{0F003994-805C-6C83-C066-80D33DB91FB8}"/>
              </a:ext>
            </a:extLst>
          </p:cNvPr>
          <p:cNvSpPr>
            <a:spLocks noGrp="1"/>
          </p:cNvSpPr>
          <p:nvPr/>
        </p:nvSpPr>
        <p:spPr>
          <a:xfrm>
            <a:off x="14099936" y="10264901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24" name="radial.spoke-1-9">
            <a:extLst>
              <a:ext uri="{FF2B5EF4-FFF2-40B4-BE49-F238E27FC236}">
                <a16:creationId xmlns:a16="http://schemas.microsoft.com/office/drawing/2014/main" id="{B0BC0753-7977-EB0E-07D3-931A2DE5F76E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0" y="0"/>
                </a:moveTo>
                <a:lnTo>
                  <a:pt x="706587" y="229584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25" name="radial.index-1-9">
            <a:extLst>
              <a:ext uri="{FF2B5EF4-FFF2-40B4-BE49-F238E27FC236}">
                <a16:creationId xmlns:a16="http://schemas.microsoft.com/office/drawing/2014/main" id="{AEFAEB45-B14D-BFF5-4677-FD268B0D4655}"/>
              </a:ext>
            </a:extLst>
          </p:cNvPr>
          <p:cNvSpPr>
            <a:spLocks noGrp="1"/>
          </p:cNvSpPr>
          <p:nvPr/>
        </p:nvSpPr>
        <p:spPr>
          <a:xfrm>
            <a:off x="14548945" y="1044643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26" name="radial.error-ray-1-9">
            <a:extLst>
              <a:ext uri="{FF2B5EF4-FFF2-40B4-BE49-F238E27FC236}">
                <a16:creationId xmlns:a16="http://schemas.microsoft.com/office/drawing/2014/main" id="{9A2B860D-FAA4-72E9-FDA0-225D547E9CE1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406479" cy="132073"/>
          </a:xfrm>
          <a:custGeom>
            <a:avLst/>
            <a:gdLst/>
            <a:ahLst/>
            <a:cxnLst/>
            <a:rect l="0" t="0" r="0" b="0"/>
            <a:pathLst>
              <a:path w="406479" h="132073">
                <a:moveTo>
                  <a:pt x="0" y="0"/>
                </a:moveTo>
                <a:lnTo>
                  <a:pt x="406479" y="132073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27" name="radial.sample-1-9">
            <a:extLst>
              <a:ext uri="{FF2B5EF4-FFF2-40B4-BE49-F238E27FC236}">
                <a16:creationId xmlns:a16="http://schemas.microsoft.com/office/drawing/2014/main" id="{38800995-0797-2D79-56E7-0FFE45470558}"/>
              </a:ext>
            </a:extLst>
          </p:cNvPr>
          <p:cNvSpPr>
            <a:spLocks noGrp="1"/>
          </p:cNvSpPr>
          <p:nvPr/>
        </p:nvSpPr>
        <p:spPr>
          <a:xfrm>
            <a:off x="14191059" y="1036382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28" name="radial.spoke-1-10">
            <a:extLst>
              <a:ext uri="{FF2B5EF4-FFF2-40B4-BE49-F238E27FC236}">
                <a16:creationId xmlns:a16="http://schemas.microsoft.com/office/drawing/2014/main" id="{FABA2C9D-CA7C-8FC7-3B86-2DFE38E349EE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0"/>
                </a:moveTo>
                <a:lnTo>
                  <a:pt x="643414" y="37147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29" name="radial.index-1-10">
            <a:extLst>
              <a:ext uri="{FF2B5EF4-FFF2-40B4-BE49-F238E27FC236}">
                <a16:creationId xmlns:a16="http://schemas.microsoft.com/office/drawing/2014/main" id="{24AA26A3-BA9E-2727-E462-FAA828C4A7C0}"/>
              </a:ext>
            </a:extLst>
          </p:cNvPr>
          <p:cNvSpPr>
            <a:spLocks noGrp="1"/>
          </p:cNvSpPr>
          <p:nvPr/>
        </p:nvSpPr>
        <p:spPr>
          <a:xfrm>
            <a:off x="14473622" y="1061561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30" name="radial.error-ray-1-10">
            <a:extLst>
              <a:ext uri="{FF2B5EF4-FFF2-40B4-BE49-F238E27FC236}">
                <a16:creationId xmlns:a16="http://schemas.microsoft.com/office/drawing/2014/main" id="{37E8EA1F-1558-2C65-4ED5-0B05DCB93E24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147049" cy="84899"/>
          </a:xfrm>
          <a:custGeom>
            <a:avLst/>
            <a:gdLst/>
            <a:ahLst/>
            <a:cxnLst/>
            <a:rect l="0" t="0" r="0" b="0"/>
            <a:pathLst>
              <a:path w="147049" h="84899">
                <a:moveTo>
                  <a:pt x="0" y="0"/>
                </a:moveTo>
                <a:lnTo>
                  <a:pt x="147049" y="84899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31" name="radial.sample-1-10">
            <a:extLst>
              <a:ext uri="{FF2B5EF4-FFF2-40B4-BE49-F238E27FC236}">
                <a16:creationId xmlns:a16="http://schemas.microsoft.com/office/drawing/2014/main" id="{F3292C3D-1094-7434-DE34-3AD92ABEB929}"/>
              </a:ext>
            </a:extLst>
          </p:cNvPr>
          <p:cNvSpPr>
            <a:spLocks noGrp="1"/>
          </p:cNvSpPr>
          <p:nvPr/>
        </p:nvSpPr>
        <p:spPr>
          <a:xfrm>
            <a:off x="13931629" y="10316654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32" name="radial.spoke-1-11">
            <a:extLst>
              <a:ext uri="{FF2B5EF4-FFF2-40B4-BE49-F238E27FC236}">
                <a16:creationId xmlns:a16="http://schemas.microsoft.com/office/drawing/2014/main" id="{1BB47BBA-08B5-787D-9EF1-B297D6EE4C42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0"/>
                </a:moveTo>
                <a:lnTo>
                  <a:pt x="552119" y="497131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33" name="radial.index-1-11">
            <a:extLst>
              <a:ext uri="{FF2B5EF4-FFF2-40B4-BE49-F238E27FC236}">
                <a16:creationId xmlns:a16="http://schemas.microsoft.com/office/drawing/2014/main" id="{558B556F-9B7E-B44E-7B6F-1D1E8B7F42EF}"/>
              </a:ext>
            </a:extLst>
          </p:cNvPr>
          <p:cNvSpPr>
            <a:spLocks noGrp="1"/>
          </p:cNvSpPr>
          <p:nvPr/>
        </p:nvSpPr>
        <p:spPr>
          <a:xfrm>
            <a:off x="14364771" y="1076543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34" name="radial.error-ray-1-11">
            <a:extLst>
              <a:ext uri="{FF2B5EF4-FFF2-40B4-BE49-F238E27FC236}">
                <a16:creationId xmlns:a16="http://schemas.microsoft.com/office/drawing/2014/main" id="{EA9358D7-531F-911F-3620-A8DBF59EBE11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347278" cy="312691"/>
          </a:xfrm>
          <a:custGeom>
            <a:avLst/>
            <a:gdLst/>
            <a:ahLst/>
            <a:cxnLst/>
            <a:rect l="0" t="0" r="0" b="0"/>
            <a:pathLst>
              <a:path w="347278" h="312691">
                <a:moveTo>
                  <a:pt x="0" y="0"/>
                </a:moveTo>
                <a:lnTo>
                  <a:pt x="347278" y="312691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35" name="radial.sample-1-11">
            <a:extLst>
              <a:ext uri="{FF2B5EF4-FFF2-40B4-BE49-F238E27FC236}">
                <a16:creationId xmlns:a16="http://schemas.microsoft.com/office/drawing/2014/main" id="{A2CEBBC9-E44C-E07A-C6B9-8D3ED5AA273C}"/>
              </a:ext>
            </a:extLst>
          </p:cNvPr>
          <p:cNvSpPr>
            <a:spLocks noGrp="1"/>
          </p:cNvSpPr>
          <p:nvPr/>
        </p:nvSpPr>
        <p:spPr>
          <a:xfrm>
            <a:off x="14131858" y="10544446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36" name="radial.spoke-1-12">
            <a:extLst>
              <a:ext uri="{FF2B5EF4-FFF2-40B4-BE49-F238E27FC236}">
                <a16:creationId xmlns:a16="http://schemas.microsoft.com/office/drawing/2014/main" id="{8252FE80-7F2E-198E-D60E-01A20B155A25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0" y="0"/>
                </a:moveTo>
                <a:lnTo>
                  <a:pt x="436695" y="6010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37" name="radial.index-1-12">
            <a:extLst>
              <a:ext uri="{FF2B5EF4-FFF2-40B4-BE49-F238E27FC236}">
                <a16:creationId xmlns:a16="http://schemas.microsoft.com/office/drawing/2014/main" id="{E0AC2ED7-23EF-F683-1D47-AD30674A078B}"/>
              </a:ext>
            </a:extLst>
          </p:cNvPr>
          <p:cNvSpPr>
            <a:spLocks noGrp="1"/>
          </p:cNvSpPr>
          <p:nvPr/>
        </p:nvSpPr>
        <p:spPr>
          <a:xfrm>
            <a:off x="14227150" y="1088934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38" name="radial.error-ray-1-12">
            <a:extLst>
              <a:ext uri="{FF2B5EF4-FFF2-40B4-BE49-F238E27FC236}">
                <a16:creationId xmlns:a16="http://schemas.microsoft.com/office/drawing/2014/main" id="{BE472DEE-5CAB-2056-3FEA-0A321F5B9158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73153" cy="100687"/>
          </a:xfrm>
          <a:custGeom>
            <a:avLst/>
            <a:gdLst/>
            <a:ahLst/>
            <a:cxnLst/>
            <a:rect l="0" t="0" r="0" b="0"/>
            <a:pathLst>
              <a:path w="73153" h="100687">
                <a:moveTo>
                  <a:pt x="0" y="0"/>
                </a:moveTo>
                <a:lnTo>
                  <a:pt x="73153" y="100687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39" name="radial.sample-1-12">
            <a:extLst>
              <a:ext uri="{FF2B5EF4-FFF2-40B4-BE49-F238E27FC236}">
                <a16:creationId xmlns:a16="http://schemas.microsoft.com/office/drawing/2014/main" id="{466F6AC4-F411-190E-DC95-5A6516CC6DEF}"/>
              </a:ext>
            </a:extLst>
          </p:cNvPr>
          <p:cNvSpPr>
            <a:spLocks noGrp="1"/>
          </p:cNvSpPr>
          <p:nvPr/>
        </p:nvSpPr>
        <p:spPr>
          <a:xfrm>
            <a:off x="13857732" y="10332442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40" name="radial.spoke-1-13">
            <a:extLst>
              <a:ext uri="{FF2B5EF4-FFF2-40B4-BE49-F238E27FC236}">
                <a16:creationId xmlns:a16="http://schemas.microsoft.com/office/drawing/2014/main" id="{5B01B615-F943-6D94-6864-4AAA37C23818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0" y="0"/>
                </a:moveTo>
                <a:lnTo>
                  <a:pt x="302185" y="67871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41" name="radial.index-1-13">
            <a:extLst>
              <a:ext uri="{FF2B5EF4-FFF2-40B4-BE49-F238E27FC236}">
                <a16:creationId xmlns:a16="http://schemas.microsoft.com/office/drawing/2014/main" id="{A9C33F56-1FAA-6B91-7398-23DCCA2F35E2}"/>
              </a:ext>
            </a:extLst>
          </p:cNvPr>
          <p:cNvSpPr>
            <a:spLocks noGrp="1"/>
          </p:cNvSpPr>
          <p:nvPr/>
        </p:nvSpPr>
        <p:spPr>
          <a:xfrm>
            <a:off x="14066772" y="10981941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42" name="radial.error-ray-1-13">
            <a:extLst>
              <a:ext uri="{FF2B5EF4-FFF2-40B4-BE49-F238E27FC236}">
                <a16:creationId xmlns:a16="http://schemas.microsoft.com/office/drawing/2014/main" id="{0D1EFBF7-5290-351C-EEAF-74A956F4F2BD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42154" cy="94679"/>
          </a:xfrm>
          <a:custGeom>
            <a:avLst/>
            <a:gdLst/>
            <a:ahLst/>
            <a:cxnLst/>
            <a:rect l="0" t="0" r="0" b="0"/>
            <a:pathLst>
              <a:path w="42154" h="94679">
                <a:moveTo>
                  <a:pt x="0" y="0"/>
                </a:moveTo>
                <a:lnTo>
                  <a:pt x="42154" y="94679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43" name="radial.sample-1-13">
            <a:extLst>
              <a:ext uri="{FF2B5EF4-FFF2-40B4-BE49-F238E27FC236}">
                <a16:creationId xmlns:a16="http://schemas.microsoft.com/office/drawing/2014/main" id="{F95C6F28-CBF7-410F-4EE9-CE9838F2A245}"/>
              </a:ext>
            </a:extLst>
          </p:cNvPr>
          <p:cNvSpPr>
            <a:spLocks noGrp="1"/>
          </p:cNvSpPr>
          <p:nvPr/>
        </p:nvSpPr>
        <p:spPr>
          <a:xfrm>
            <a:off x="13826734" y="10326434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44" name="radial.spoke-1-14">
            <a:extLst>
              <a:ext uri="{FF2B5EF4-FFF2-40B4-BE49-F238E27FC236}">
                <a16:creationId xmlns:a16="http://schemas.microsoft.com/office/drawing/2014/main" id="{503F8022-C6C5-6847-2BF6-F217B6741483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0"/>
                </a:moveTo>
                <a:lnTo>
                  <a:pt x="154468" y="72671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45" name="radial.index-1-14">
            <a:extLst>
              <a:ext uri="{FF2B5EF4-FFF2-40B4-BE49-F238E27FC236}">
                <a16:creationId xmlns:a16="http://schemas.microsoft.com/office/drawing/2014/main" id="{698C8B30-786C-5B5B-E02C-7D4BAAA5F823}"/>
              </a:ext>
            </a:extLst>
          </p:cNvPr>
          <p:cNvSpPr>
            <a:spLocks noGrp="1"/>
          </p:cNvSpPr>
          <p:nvPr/>
        </p:nvSpPr>
        <p:spPr>
          <a:xfrm>
            <a:off x="13890648" y="1103916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46" name="radial.error-ray-1-14">
            <a:extLst>
              <a:ext uri="{FF2B5EF4-FFF2-40B4-BE49-F238E27FC236}">
                <a16:creationId xmlns:a16="http://schemas.microsoft.com/office/drawing/2014/main" id="{D816AF34-64D7-FB35-27A4-49DA5360EFCB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74524" cy="350608"/>
          </a:xfrm>
          <a:custGeom>
            <a:avLst/>
            <a:gdLst/>
            <a:ahLst/>
            <a:cxnLst/>
            <a:rect l="0" t="0" r="0" b="0"/>
            <a:pathLst>
              <a:path w="74524" h="350608">
                <a:moveTo>
                  <a:pt x="0" y="0"/>
                </a:moveTo>
                <a:lnTo>
                  <a:pt x="74524" y="350608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47" name="radial.sample-1-14">
            <a:extLst>
              <a:ext uri="{FF2B5EF4-FFF2-40B4-BE49-F238E27FC236}">
                <a16:creationId xmlns:a16="http://schemas.microsoft.com/office/drawing/2014/main" id="{88BA6D0D-50C1-1745-8F22-ADFDEB61C6C7}"/>
              </a:ext>
            </a:extLst>
          </p:cNvPr>
          <p:cNvSpPr>
            <a:spLocks noGrp="1"/>
          </p:cNvSpPr>
          <p:nvPr/>
        </p:nvSpPr>
        <p:spPr>
          <a:xfrm>
            <a:off x="13859104" y="10582363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48" name="radial.spoke-1-15">
            <a:extLst>
              <a:ext uri="{FF2B5EF4-FFF2-40B4-BE49-F238E27FC236}">
                <a16:creationId xmlns:a16="http://schemas.microsoft.com/office/drawing/2014/main" id="{1F87879D-60C9-DFFB-DD59-8A19347CC559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953" cy="742950"/>
          </a:xfrm>
          <a:custGeom>
            <a:avLst/>
            <a:gdLst/>
            <a:ahLst/>
            <a:cxnLst/>
            <a:rect l="0" t="0" r="0" b="0"/>
            <a:pathLst>
              <a:path w="953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49" name="radial.index-1-15">
            <a:extLst>
              <a:ext uri="{FF2B5EF4-FFF2-40B4-BE49-F238E27FC236}">
                <a16:creationId xmlns:a16="http://schemas.microsoft.com/office/drawing/2014/main" id="{CDA5F87B-FF9B-72A7-2960-372EE8AC1BE4}"/>
              </a:ext>
            </a:extLst>
          </p:cNvPr>
          <p:cNvSpPr>
            <a:spLocks noGrp="1"/>
          </p:cNvSpPr>
          <p:nvPr/>
        </p:nvSpPr>
        <p:spPr>
          <a:xfrm>
            <a:off x="13706475" y="1105852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50" name="radial.error-ray-1-15">
            <a:extLst>
              <a:ext uri="{FF2B5EF4-FFF2-40B4-BE49-F238E27FC236}">
                <a16:creationId xmlns:a16="http://schemas.microsoft.com/office/drawing/2014/main" id="{48B45BD8-0200-9D26-CFE2-638C14472294}"/>
              </a:ext>
            </a:extLst>
          </p:cNvPr>
          <p:cNvSpPr>
            <a:spLocks noGrp="1"/>
          </p:cNvSpPr>
          <p:nvPr/>
        </p:nvSpPr>
        <p:spPr>
          <a:xfrm>
            <a:off x="13811250" y="10258425"/>
            <a:ext cx="953" cy="103266"/>
          </a:xfrm>
          <a:custGeom>
            <a:avLst/>
            <a:gdLst/>
            <a:ahLst/>
            <a:cxnLst/>
            <a:rect l="0" t="0" r="0" b="0"/>
            <a:pathLst>
              <a:path w="953" h="103266">
                <a:moveTo>
                  <a:pt x="0" y="0"/>
                </a:moveTo>
                <a:lnTo>
                  <a:pt x="0" y="103266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51" name="radial.sample-1-15">
            <a:extLst>
              <a:ext uri="{FF2B5EF4-FFF2-40B4-BE49-F238E27FC236}">
                <a16:creationId xmlns:a16="http://schemas.microsoft.com/office/drawing/2014/main" id="{21864A77-CEBE-31CA-0746-5676706A4503}"/>
              </a:ext>
            </a:extLst>
          </p:cNvPr>
          <p:cNvSpPr>
            <a:spLocks noGrp="1"/>
          </p:cNvSpPr>
          <p:nvPr/>
        </p:nvSpPr>
        <p:spPr>
          <a:xfrm>
            <a:off x="13784580" y="10335021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52" name="radial.spoke-1-16">
            <a:extLst>
              <a:ext uri="{FF2B5EF4-FFF2-40B4-BE49-F238E27FC236}">
                <a16:creationId xmlns:a16="http://schemas.microsoft.com/office/drawing/2014/main" id="{9844E14F-3C8E-931A-A8B8-07F999CCB1B2}"/>
              </a:ext>
            </a:extLst>
          </p:cNvPr>
          <p:cNvSpPr>
            <a:spLocks noGrp="1"/>
          </p:cNvSpPr>
          <p:nvPr/>
        </p:nvSpPr>
        <p:spPr>
          <a:xfrm>
            <a:off x="13656782" y="1025842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0"/>
                </a:moveTo>
                <a:lnTo>
                  <a:pt x="0" y="72671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53" name="radial.index-1-16">
            <a:extLst>
              <a:ext uri="{FF2B5EF4-FFF2-40B4-BE49-F238E27FC236}">
                <a16:creationId xmlns:a16="http://schemas.microsoft.com/office/drawing/2014/main" id="{2A357363-EB57-F174-A025-F2EF17D5E09D}"/>
              </a:ext>
            </a:extLst>
          </p:cNvPr>
          <p:cNvSpPr>
            <a:spLocks noGrp="1"/>
          </p:cNvSpPr>
          <p:nvPr/>
        </p:nvSpPr>
        <p:spPr>
          <a:xfrm>
            <a:off x="13522302" y="1103916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54" name="radial.error-ray-1-16">
            <a:extLst>
              <a:ext uri="{FF2B5EF4-FFF2-40B4-BE49-F238E27FC236}">
                <a16:creationId xmlns:a16="http://schemas.microsoft.com/office/drawing/2014/main" id="{DF23335D-DFFB-E0F3-74F7-192186F826F8}"/>
              </a:ext>
            </a:extLst>
          </p:cNvPr>
          <p:cNvSpPr>
            <a:spLocks noGrp="1"/>
          </p:cNvSpPr>
          <p:nvPr/>
        </p:nvSpPr>
        <p:spPr>
          <a:xfrm>
            <a:off x="13767312" y="10258425"/>
            <a:ext cx="43938" cy="206712"/>
          </a:xfrm>
          <a:custGeom>
            <a:avLst/>
            <a:gdLst/>
            <a:ahLst/>
            <a:cxnLst/>
            <a:rect l="0" t="0" r="0" b="0"/>
            <a:pathLst>
              <a:path w="43938" h="206712">
                <a:moveTo>
                  <a:pt x="43938" y="0"/>
                </a:moveTo>
                <a:lnTo>
                  <a:pt x="0" y="206712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55" name="radial.sample-1-16">
            <a:extLst>
              <a:ext uri="{FF2B5EF4-FFF2-40B4-BE49-F238E27FC236}">
                <a16:creationId xmlns:a16="http://schemas.microsoft.com/office/drawing/2014/main" id="{A5701F7F-44B9-E229-BF0F-3906ECBB2B1A}"/>
              </a:ext>
            </a:extLst>
          </p:cNvPr>
          <p:cNvSpPr>
            <a:spLocks noGrp="1"/>
          </p:cNvSpPr>
          <p:nvPr/>
        </p:nvSpPr>
        <p:spPr>
          <a:xfrm>
            <a:off x="13740642" y="10438467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56" name="radial.spoke-1-17">
            <a:extLst>
              <a:ext uri="{FF2B5EF4-FFF2-40B4-BE49-F238E27FC236}">
                <a16:creationId xmlns:a16="http://schemas.microsoft.com/office/drawing/2014/main" id="{05CDC6A3-2C04-A3C8-F687-21219F867231}"/>
              </a:ext>
            </a:extLst>
          </p:cNvPr>
          <p:cNvSpPr>
            <a:spLocks noGrp="1"/>
          </p:cNvSpPr>
          <p:nvPr/>
        </p:nvSpPr>
        <p:spPr>
          <a:xfrm>
            <a:off x="13509065" y="1025842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0"/>
                </a:moveTo>
                <a:lnTo>
                  <a:pt x="0" y="67871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57" name="radial.index-1-17">
            <a:extLst>
              <a:ext uri="{FF2B5EF4-FFF2-40B4-BE49-F238E27FC236}">
                <a16:creationId xmlns:a16="http://schemas.microsoft.com/office/drawing/2014/main" id="{775C9718-63C5-EFDC-8031-424D3B3A9001}"/>
              </a:ext>
            </a:extLst>
          </p:cNvPr>
          <p:cNvSpPr>
            <a:spLocks noGrp="1"/>
          </p:cNvSpPr>
          <p:nvPr/>
        </p:nvSpPr>
        <p:spPr>
          <a:xfrm>
            <a:off x="13346178" y="10981941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58" name="radial.error-ray-1-17">
            <a:extLst>
              <a:ext uri="{FF2B5EF4-FFF2-40B4-BE49-F238E27FC236}">
                <a16:creationId xmlns:a16="http://schemas.microsoft.com/office/drawing/2014/main" id="{8481EBAC-3376-6DC9-A17C-6717C0C0047A}"/>
              </a:ext>
            </a:extLst>
          </p:cNvPr>
          <p:cNvSpPr>
            <a:spLocks noGrp="1"/>
          </p:cNvSpPr>
          <p:nvPr/>
        </p:nvSpPr>
        <p:spPr>
          <a:xfrm>
            <a:off x="13808438" y="10258425"/>
            <a:ext cx="2813" cy="6318"/>
          </a:xfrm>
          <a:custGeom>
            <a:avLst/>
            <a:gdLst/>
            <a:ahLst/>
            <a:cxnLst/>
            <a:rect l="0" t="0" r="0" b="0"/>
            <a:pathLst>
              <a:path w="2813" h="6318">
                <a:moveTo>
                  <a:pt x="2813" y="0"/>
                </a:moveTo>
                <a:lnTo>
                  <a:pt x="0" y="6318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59" name="radial.sample-1-17">
            <a:extLst>
              <a:ext uri="{FF2B5EF4-FFF2-40B4-BE49-F238E27FC236}">
                <a16:creationId xmlns:a16="http://schemas.microsoft.com/office/drawing/2014/main" id="{C41A535B-FE67-626D-6B98-FA737F5F76A7}"/>
              </a:ext>
            </a:extLst>
          </p:cNvPr>
          <p:cNvSpPr>
            <a:spLocks noGrp="1"/>
          </p:cNvSpPr>
          <p:nvPr/>
        </p:nvSpPr>
        <p:spPr>
          <a:xfrm>
            <a:off x="13781767" y="10238073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60" name="radial.spoke-1-18">
            <a:extLst>
              <a:ext uri="{FF2B5EF4-FFF2-40B4-BE49-F238E27FC236}">
                <a16:creationId xmlns:a16="http://schemas.microsoft.com/office/drawing/2014/main" id="{B80ACC9C-20D8-3D65-1B91-841EF4433FB2}"/>
              </a:ext>
            </a:extLst>
          </p:cNvPr>
          <p:cNvSpPr>
            <a:spLocks noGrp="1"/>
          </p:cNvSpPr>
          <p:nvPr/>
        </p:nvSpPr>
        <p:spPr>
          <a:xfrm>
            <a:off x="13374556" y="10258425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436695" y="0"/>
                </a:moveTo>
                <a:lnTo>
                  <a:pt x="0" y="6010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61" name="radial.index-1-18">
            <a:extLst>
              <a:ext uri="{FF2B5EF4-FFF2-40B4-BE49-F238E27FC236}">
                <a16:creationId xmlns:a16="http://schemas.microsoft.com/office/drawing/2014/main" id="{D0A35DA7-AD7A-8FE5-B29C-1F57D86F5B0D}"/>
              </a:ext>
            </a:extLst>
          </p:cNvPr>
          <p:cNvSpPr>
            <a:spLocks noGrp="1"/>
          </p:cNvSpPr>
          <p:nvPr/>
        </p:nvSpPr>
        <p:spPr>
          <a:xfrm>
            <a:off x="13185800" y="1088934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62" name="radial.error-ray-1-18">
            <a:extLst>
              <a:ext uri="{FF2B5EF4-FFF2-40B4-BE49-F238E27FC236}">
                <a16:creationId xmlns:a16="http://schemas.microsoft.com/office/drawing/2014/main" id="{4109A121-3B29-F953-8B29-7947AB8BA9F7}"/>
              </a:ext>
            </a:extLst>
          </p:cNvPr>
          <p:cNvSpPr>
            <a:spLocks noGrp="1"/>
          </p:cNvSpPr>
          <p:nvPr/>
        </p:nvSpPr>
        <p:spPr>
          <a:xfrm>
            <a:off x="13787927" y="10258425"/>
            <a:ext cx="23322" cy="32100"/>
          </a:xfrm>
          <a:custGeom>
            <a:avLst/>
            <a:gdLst/>
            <a:ahLst/>
            <a:cxnLst/>
            <a:rect l="0" t="0" r="0" b="0"/>
            <a:pathLst>
              <a:path w="23322" h="32100">
                <a:moveTo>
                  <a:pt x="23322" y="0"/>
                </a:moveTo>
                <a:lnTo>
                  <a:pt x="0" y="3210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63" name="radial.sample-1-18">
            <a:extLst>
              <a:ext uri="{FF2B5EF4-FFF2-40B4-BE49-F238E27FC236}">
                <a16:creationId xmlns:a16="http://schemas.microsoft.com/office/drawing/2014/main" id="{4471F71D-C4CB-D62E-DC77-9A9B30675BB4}"/>
              </a:ext>
            </a:extLst>
          </p:cNvPr>
          <p:cNvSpPr>
            <a:spLocks noGrp="1"/>
          </p:cNvSpPr>
          <p:nvPr/>
        </p:nvSpPr>
        <p:spPr>
          <a:xfrm>
            <a:off x="13761258" y="10263855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64" name="radial.spoke-1-19">
            <a:extLst>
              <a:ext uri="{FF2B5EF4-FFF2-40B4-BE49-F238E27FC236}">
                <a16:creationId xmlns:a16="http://schemas.microsoft.com/office/drawing/2014/main" id="{8CC4EB2B-5B3D-7689-5932-5856C8087199}"/>
              </a:ext>
            </a:extLst>
          </p:cNvPr>
          <p:cNvSpPr>
            <a:spLocks noGrp="1"/>
          </p:cNvSpPr>
          <p:nvPr/>
        </p:nvSpPr>
        <p:spPr>
          <a:xfrm>
            <a:off x="13259132" y="1025842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552119" y="0"/>
                </a:moveTo>
                <a:lnTo>
                  <a:pt x="0" y="497131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65" name="radial.index-1-19">
            <a:extLst>
              <a:ext uri="{FF2B5EF4-FFF2-40B4-BE49-F238E27FC236}">
                <a16:creationId xmlns:a16="http://schemas.microsoft.com/office/drawing/2014/main" id="{DE0610D7-35DF-F0EF-3227-A434360B3E35}"/>
              </a:ext>
            </a:extLst>
          </p:cNvPr>
          <p:cNvSpPr>
            <a:spLocks noGrp="1"/>
          </p:cNvSpPr>
          <p:nvPr/>
        </p:nvSpPr>
        <p:spPr>
          <a:xfrm>
            <a:off x="13048179" y="1076543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66" name="radial.error-ray-1-19">
            <a:extLst>
              <a:ext uri="{FF2B5EF4-FFF2-40B4-BE49-F238E27FC236}">
                <a16:creationId xmlns:a16="http://schemas.microsoft.com/office/drawing/2014/main" id="{C3D33572-1509-A9A3-9C59-320D65852826}"/>
              </a:ext>
            </a:extLst>
          </p:cNvPr>
          <p:cNvSpPr>
            <a:spLocks noGrp="1"/>
          </p:cNvSpPr>
          <p:nvPr/>
        </p:nvSpPr>
        <p:spPr>
          <a:xfrm>
            <a:off x="13617087" y="10258425"/>
            <a:ext cx="194164" cy="174826"/>
          </a:xfrm>
          <a:custGeom>
            <a:avLst/>
            <a:gdLst/>
            <a:ahLst/>
            <a:cxnLst/>
            <a:rect l="0" t="0" r="0" b="0"/>
            <a:pathLst>
              <a:path w="194164" h="174826">
                <a:moveTo>
                  <a:pt x="194164" y="0"/>
                </a:moveTo>
                <a:lnTo>
                  <a:pt x="0" y="174826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67" name="radial.sample-1-19">
            <a:extLst>
              <a:ext uri="{FF2B5EF4-FFF2-40B4-BE49-F238E27FC236}">
                <a16:creationId xmlns:a16="http://schemas.microsoft.com/office/drawing/2014/main" id="{C7C307D9-DCD2-FF7E-6107-7907C62123FF}"/>
              </a:ext>
            </a:extLst>
          </p:cNvPr>
          <p:cNvSpPr>
            <a:spLocks noGrp="1"/>
          </p:cNvSpPr>
          <p:nvPr/>
        </p:nvSpPr>
        <p:spPr>
          <a:xfrm>
            <a:off x="13590415" y="10406581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68" name="radial.spoke-1-20">
            <a:extLst>
              <a:ext uri="{FF2B5EF4-FFF2-40B4-BE49-F238E27FC236}">
                <a16:creationId xmlns:a16="http://schemas.microsoft.com/office/drawing/2014/main" id="{FF97F6B1-F1F1-AA35-9C65-477A679AC205}"/>
              </a:ext>
            </a:extLst>
          </p:cNvPr>
          <p:cNvSpPr>
            <a:spLocks noGrp="1"/>
          </p:cNvSpPr>
          <p:nvPr/>
        </p:nvSpPr>
        <p:spPr>
          <a:xfrm>
            <a:off x="13167837" y="1025842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0"/>
                </a:moveTo>
                <a:lnTo>
                  <a:pt x="0" y="37147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69" name="radial.index-1-20">
            <a:extLst>
              <a:ext uri="{FF2B5EF4-FFF2-40B4-BE49-F238E27FC236}">
                <a16:creationId xmlns:a16="http://schemas.microsoft.com/office/drawing/2014/main" id="{604E708D-2DD3-0812-FE5F-9A6C7E596D7C}"/>
              </a:ext>
            </a:extLst>
          </p:cNvPr>
          <p:cNvSpPr>
            <a:spLocks noGrp="1"/>
          </p:cNvSpPr>
          <p:nvPr/>
        </p:nvSpPr>
        <p:spPr>
          <a:xfrm>
            <a:off x="12939328" y="1061561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70" name="radial.error-ray-1-20">
            <a:extLst>
              <a:ext uri="{FF2B5EF4-FFF2-40B4-BE49-F238E27FC236}">
                <a16:creationId xmlns:a16="http://schemas.microsoft.com/office/drawing/2014/main" id="{DE268E80-7FA7-742E-1DCB-FA7445784AA9}"/>
              </a:ext>
            </a:extLst>
          </p:cNvPr>
          <p:cNvSpPr>
            <a:spLocks noGrp="1"/>
          </p:cNvSpPr>
          <p:nvPr/>
        </p:nvSpPr>
        <p:spPr>
          <a:xfrm>
            <a:off x="13639825" y="10258425"/>
            <a:ext cx="171425" cy="98973"/>
          </a:xfrm>
          <a:custGeom>
            <a:avLst/>
            <a:gdLst/>
            <a:ahLst/>
            <a:cxnLst/>
            <a:rect l="0" t="0" r="0" b="0"/>
            <a:pathLst>
              <a:path w="171425" h="98973">
                <a:moveTo>
                  <a:pt x="171425" y="0"/>
                </a:moveTo>
                <a:lnTo>
                  <a:pt x="0" y="98973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71" name="radial.sample-1-20">
            <a:extLst>
              <a:ext uri="{FF2B5EF4-FFF2-40B4-BE49-F238E27FC236}">
                <a16:creationId xmlns:a16="http://schemas.microsoft.com/office/drawing/2014/main" id="{10D7B589-4C2E-82DF-A8CB-151DEE4523EE}"/>
              </a:ext>
            </a:extLst>
          </p:cNvPr>
          <p:cNvSpPr>
            <a:spLocks noGrp="1"/>
          </p:cNvSpPr>
          <p:nvPr/>
        </p:nvSpPr>
        <p:spPr>
          <a:xfrm>
            <a:off x="13613155" y="1033072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72" name="radial.spoke-1-21">
            <a:extLst>
              <a:ext uri="{FF2B5EF4-FFF2-40B4-BE49-F238E27FC236}">
                <a16:creationId xmlns:a16="http://schemas.microsoft.com/office/drawing/2014/main" id="{71447863-9294-E165-67E7-AC68F8DD7696}"/>
              </a:ext>
            </a:extLst>
          </p:cNvPr>
          <p:cNvSpPr>
            <a:spLocks noGrp="1"/>
          </p:cNvSpPr>
          <p:nvPr/>
        </p:nvSpPr>
        <p:spPr>
          <a:xfrm>
            <a:off x="13104664" y="1025842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0"/>
                </a:moveTo>
                <a:lnTo>
                  <a:pt x="0" y="229584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73" name="radial.index-1-21">
            <a:extLst>
              <a:ext uri="{FF2B5EF4-FFF2-40B4-BE49-F238E27FC236}">
                <a16:creationId xmlns:a16="http://schemas.microsoft.com/office/drawing/2014/main" id="{E7AE0592-7FD8-45CF-9FA0-9B1DAE84F5E4}"/>
              </a:ext>
            </a:extLst>
          </p:cNvPr>
          <p:cNvSpPr>
            <a:spLocks noGrp="1"/>
          </p:cNvSpPr>
          <p:nvPr/>
        </p:nvSpPr>
        <p:spPr>
          <a:xfrm>
            <a:off x="12864005" y="1044643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574" name="radial.error-ray-1-21">
            <a:extLst>
              <a:ext uri="{FF2B5EF4-FFF2-40B4-BE49-F238E27FC236}">
                <a16:creationId xmlns:a16="http://schemas.microsoft.com/office/drawing/2014/main" id="{9CF7965A-7A96-5709-4FB7-9D7D41A829FD}"/>
              </a:ext>
            </a:extLst>
          </p:cNvPr>
          <p:cNvSpPr>
            <a:spLocks noGrp="1"/>
          </p:cNvSpPr>
          <p:nvPr/>
        </p:nvSpPr>
        <p:spPr>
          <a:xfrm>
            <a:off x="13612254" y="10258425"/>
            <a:ext cx="198996" cy="64658"/>
          </a:xfrm>
          <a:custGeom>
            <a:avLst/>
            <a:gdLst/>
            <a:ahLst/>
            <a:cxnLst/>
            <a:rect l="0" t="0" r="0" b="0"/>
            <a:pathLst>
              <a:path w="198996" h="64658">
                <a:moveTo>
                  <a:pt x="198996" y="0"/>
                </a:moveTo>
                <a:lnTo>
                  <a:pt x="0" y="64658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75" name="radial.sample-1-21">
            <a:extLst>
              <a:ext uri="{FF2B5EF4-FFF2-40B4-BE49-F238E27FC236}">
                <a16:creationId xmlns:a16="http://schemas.microsoft.com/office/drawing/2014/main" id="{0F382FC1-A983-EAD7-4123-000B93B024ED}"/>
              </a:ext>
            </a:extLst>
          </p:cNvPr>
          <p:cNvSpPr>
            <a:spLocks noGrp="1"/>
          </p:cNvSpPr>
          <p:nvPr/>
        </p:nvSpPr>
        <p:spPr>
          <a:xfrm>
            <a:off x="13585583" y="10296413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76" name="radial.spoke-1-22">
            <a:extLst>
              <a:ext uri="{FF2B5EF4-FFF2-40B4-BE49-F238E27FC236}">
                <a16:creationId xmlns:a16="http://schemas.microsoft.com/office/drawing/2014/main" id="{BB1AF767-4C28-9131-D7E3-43C3ED61A473}"/>
              </a:ext>
            </a:extLst>
          </p:cNvPr>
          <p:cNvSpPr>
            <a:spLocks noGrp="1"/>
          </p:cNvSpPr>
          <p:nvPr/>
        </p:nvSpPr>
        <p:spPr>
          <a:xfrm>
            <a:off x="13072370" y="1025842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0"/>
                </a:moveTo>
                <a:lnTo>
                  <a:pt x="0" y="776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77" name="radial.index-1-22">
            <a:extLst>
              <a:ext uri="{FF2B5EF4-FFF2-40B4-BE49-F238E27FC236}">
                <a16:creationId xmlns:a16="http://schemas.microsoft.com/office/drawing/2014/main" id="{049C8DC3-A1D7-852C-E4E7-6DEE440460E1}"/>
              </a:ext>
            </a:extLst>
          </p:cNvPr>
          <p:cNvSpPr>
            <a:spLocks noGrp="1"/>
          </p:cNvSpPr>
          <p:nvPr/>
        </p:nvSpPr>
        <p:spPr>
          <a:xfrm>
            <a:off x="12825503" y="10265294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78" name="radial.error-ray-1-22">
            <a:extLst>
              <a:ext uri="{FF2B5EF4-FFF2-40B4-BE49-F238E27FC236}">
                <a16:creationId xmlns:a16="http://schemas.microsoft.com/office/drawing/2014/main" id="{A4A038DB-8482-EC06-F719-493AE7E6F9F8}"/>
              </a:ext>
            </a:extLst>
          </p:cNvPr>
          <p:cNvSpPr>
            <a:spLocks noGrp="1"/>
          </p:cNvSpPr>
          <p:nvPr/>
        </p:nvSpPr>
        <p:spPr>
          <a:xfrm>
            <a:off x="13399154" y="10258425"/>
            <a:ext cx="412096" cy="43313"/>
          </a:xfrm>
          <a:custGeom>
            <a:avLst/>
            <a:gdLst/>
            <a:ahLst/>
            <a:cxnLst/>
            <a:rect l="0" t="0" r="0" b="0"/>
            <a:pathLst>
              <a:path w="412096" h="43313">
                <a:moveTo>
                  <a:pt x="412096" y="0"/>
                </a:moveTo>
                <a:lnTo>
                  <a:pt x="0" y="43313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79" name="radial.sample-1-22">
            <a:extLst>
              <a:ext uri="{FF2B5EF4-FFF2-40B4-BE49-F238E27FC236}">
                <a16:creationId xmlns:a16="http://schemas.microsoft.com/office/drawing/2014/main" id="{0F330EE3-CFDC-CAF4-8C5E-D2BC94F47B0B}"/>
              </a:ext>
            </a:extLst>
          </p:cNvPr>
          <p:cNvSpPr>
            <a:spLocks noGrp="1"/>
          </p:cNvSpPr>
          <p:nvPr/>
        </p:nvSpPr>
        <p:spPr>
          <a:xfrm>
            <a:off x="13372485" y="1027506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80" name="radial.spoke-1-23">
            <a:extLst>
              <a:ext uri="{FF2B5EF4-FFF2-40B4-BE49-F238E27FC236}">
                <a16:creationId xmlns:a16="http://schemas.microsoft.com/office/drawing/2014/main" id="{6448A7E1-577E-E772-42B7-938FBE216E72}"/>
              </a:ext>
            </a:extLst>
          </p:cNvPr>
          <p:cNvSpPr>
            <a:spLocks noGrp="1"/>
          </p:cNvSpPr>
          <p:nvPr/>
        </p:nvSpPr>
        <p:spPr>
          <a:xfrm>
            <a:off x="13072370" y="1018076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7765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81" name="radial.index-1-23">
            <a:extLst>
              <a:ext uri="{FF2B5EF4-FFF2-40B4-BE49-F238E27FC236}">
                <a16:creationId xmlns:a16="http://schemas.microsoft.com/office/drawing/2014/main" id="{B383C6A6-2423-1D3F-16A4-A431C48C027C}"/>
              </a:ext>
            </a:extLst>
          </p:cNvPr>
          <p:cNvSpPr>
            <a:spLocks noGrp="1"/>
          </p:cNvSpPr>
          <p:nvPr/>
        </p:nvSpPr>
        <p:spPr>
          <a:xfrm>
            <a:off x="12825503" y="10080106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82" name="radial.error-ray-1-23">
            <a:extLst>
              <a:ext uri="{FF2B5EF4-FFF2-40B4-BE49-F238E27FC236}">
                <a16:creationId xmlns:a16="http://schemas.microsoft.com/office/drawing/2014/main" id="{DFE32061-B4C2-EF77-F00E-DE2CEF447AE7}"/>
              </a:ext>
            </a:extLst>
          </p:cNvPr>
          <p:cNvSpPr>
            <a:spLocks noGrp="1"/>
          </p:cNvSpPr>
          <p:nvPr/>
        </p:nvSpPr>
        <p:spPr>
          <a:xfrm>
            <a:off x="13770859" y="10254180"/>
            <a:ext cx="40391" cy="4245"/>
          </a:xfrm>
          <a:custGeom>
            <a:avLst/>
            <a:gdLst/>
            <a:ahLst/>
            <a:cxnLst/>
            <a:rect l="0" t="0" r="0" b="0"/>
            <a:pathLst>
              <a:path w="40391" h="4245">
                <a:moveTo>
                  <a:pt x="40391" y="424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83" name="radial.sample-1-23">
            <a:extLst>
              <a:ext uri="{FF2B5EF4-FFF2-40B4-BE49-F238E27FC236}">
                <a16:creationId xmlns:a16="http://schemas.microsoft.com/office/drawing/2014/main" id="{1370D48B-3700-B653-0A6D-E466D2B9B5AD}"/>
              </a:ext>
            </a:extLst>
          </p:cNvPr>
          <p:cNvSpPr>
            <a:spLocks noGrp="1"/>
          </p:cNvSpPr>
          <p:nvPr/>
        </p:nvSpPr>
        <p:spPr>
          <a:xfrm>
            <a:off x="13744189" y="10227510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84" name="radial.spoke-1-24">
            <a:extLst>
              <a:ext uri="{FF2B5EF4-FFF2-40B4-BE49-F238E27FC236}">
                <a16:creationId xmlns:a16="http://schemas.microsoft.com/office/drawing/2014/main" id="{01F81A61-A6B6-1592-0706-2B78EEF7758E}"/>
              </a:ext>
            </a:extLst>
          </p:cNvPr>
          <p:cNvSpPr>
            <a:spLocks noGrp="1"/>
          </p:cNvSpPr>
          <p:nvPr/>
        </p:nvSpPr>
        <p:spPr>
          <a:xfrm>
            <a:off x="13104664" y="1002884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229584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85" name="radial.index-1-24">
            <a:extLst>
              <a:ext uri="{FF2B5EF4-FFF2-40B4-BE49-F238E27FC236}">
                <a16:creationId xmlns:a16="http://schemas.microsoft.com/office/drawing/2014/main" id="{3149447B-0886-7B7B-1648-732CF595FE26}"/>
              </a:ext>
            </a:extLst>
          </p:cNvPr>
          <p:cNvSpPr>
            <a:spLocks noGrp="1"/>
          </p:cNvSpPr>
          <p:nvPr/>
        </p:nvSpPr>
        <p:spPr>
          <a:xfrm>
            <a:off x="12864005" y="989896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586" name="radial.error-ray-1-24">
            <a:extLst>
              <a:ext uri="{FF2B5EF4-FFF2-40B4-BE49-F238E27FC236}">
                <a16:creationId xmlns:a16="http://schemas.microsoft.com/office/drawing/2014/main" id="{FC8F475D-CC28-836A-EBEC-CB95B99FD170}"/>
              </a:ext>
            </a:extLst>
          </p:cNvPr>
          <p:cNvSpPr>
            <a:spLocks noGrp="1"/>
          </p:cNvSpPr>
          <p:nvPr/>
        </p:nvSpPr>
        <p:spPr>
          <a:xfrm>
            <a:off x="13804277" y="10256158"/>
            <a:ext cx="6974" cy="2266"/>
          </a:xfrm>
          <a:custGeom>
            <a:avLst/>
            <a:gdLst/>
            <a:ahLst/>
            <a:cxnLst/>
            <a:rect l="0" t="0" r="0" b="0"/>
            <a:pathLst>
              <a:path w="6974" h="2266">
                <a:moveTo>
                  <a:pt x="6974" y="226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87" name="radial.sample-1-24">
            <a:extLst>
              <a:ext uri="{FF2B5EF4-FFF2-40B4-BE49-F238E27FC236}">
                <a16:creationId xmlns:a16="http://schemas.microsoft.com/office/drawing/2014/main" id="{8102A9EB-8928-3C4B-9E3F-79E73FF44365}"/>
              </a:ext>
            </a:extLst>
          </p:cNvPr>
          <p:cNvSpPr>
            <a:spLocks noGrp="1"/>
          </p:cNvSpPr>
          <p:nvPr/>
        </p:nvSpPr>
        <p:spPr>
          <a:xfrm>
            <a:off x="13777606" y="10229489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88" name="radial.spoke-1-25">
            <a:extLst>
              <a:ext uri="{FF2B5EF4-FFF2-40B4-BE49-F238E27FC236}">
                <a16:creationId xmlns:a16="http://schemas.microsoft.com/office/drawing/2014/main" id="{B36AFDD2-CC0C-60DD-19B3-E39B4BA69819}"/>
              </a:ext>
            </a:extLst>
          </p:cNvPr>
          <p:cNvSpPr>
            <a:spLocks noGrp="1"/>
          </p:cNvSpPr>
          <p:nvPr/>
        </p:nvSpPr>
        <p:spPr>
          <a:xfrm>
            <a:off x="13167837" y="988695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371475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89" name="radial.index-1-25">
            <a:extLst>
              <a:ext uri="{FF2B5EF4-FFF2-40B4-BE49-F238E27FC236}">
                <a16:creationId xmlns:a16="http://schemas.microsoft.com/office/drawing/2014/main" id="{AB113DB1-181C-E689-301C-85876D71E522}"/>
              </a:ext>
            </a:extLst>
          </p:cNvPr>
          <p:cNvSpPr>
            <a:spLocks noGrp="1"/>
          </p:cNvSpPr>
          <p:nvPr/>
        </p:nvSpPr>
        <p:spPr>
          <a:xfrm>
            <a:off x="12939328" y="972978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590" name="radial.error-ray-1-25">
            <a:extLst>
              <a:ext uri="{FF2B5EF4-FFF2-40B4-BE49-F238E27FC236}">
                <a16:creationId xmlns:a16="http://schemas.microsoft.com/office/drawing/2014/main" id="{F591B44F-4767-CA8C-62E3-000D28614135}"/>
              </a:ext>
            </a:extLst>
          </p:cNvPr>
          <p:cNvSpPr>
            <a:spLocks noGrp="1"/>
          </p:cNvSpPr>
          <p:nvPr/>
        </p:nvSpPr>
        <p:spPr>
          <a:xfrm>
            <a:off x="13617053" y="10146305"/>
            <a:ext cx="194198" cy="112120"/>
          </a:xfrm>
          <a:custGeom>
            <a:avLst/>
            <a:gdLst/>
            <a:ahLst/>
            <a:cxnLst/>
            <a:rect l="0" t="0" r="0" b="0"/>
            <a:pathLst>
              <a:path w="194198" h="112120">
                <a:moveTo>
                  <a:pt x="194198" y="11212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91" name="radial.sample-1-25">
            <a:extLst>
              <a:ext uri="{FF2B5EF4-FFF2-40B4-BE49-F238E27FC236}">
                <a16:creationId xmlns:a16="http://schemas.microsoft.com/office/drawing/2014/main" id="{CA41E447-5AAC-C88A-DBD0-F76E6F9647EE}"/>
              </a:ext>
            </a:extLst>
          </p:cNvPr>
          <p:cNvSpPr>
            <a:spLocks noGrp="1"/>
          </p:cNvSpPr>
          <p:nvPr/>
        </p:nvSpPr>
        <p:spPr>
          <a:xfrm>
            <a:off x="13590383" y="10119635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92" name="radial.spoke-1-26">
            <a:extLst>
              <a:ext uri="{FF2B5EF4-FFF2-40B4-BE49-F238E27FC236}">
                <a16:creationId xmlns:a16="http://schemas.microsoft.com/office/drawing/2014/main" id="{D4C00BC3-05E7-D99A-53AD-FFC08AB2F4C9}"/>
              </a:ext>
            </a:extLst>
          </p:cNvPr>
          <p:cNvSpPr>
            <a:spLocks noGrp="1"/>
          </p:cNvSpPr>
          <p:nvPr/>
        </p:nvSpPr>
        <p:spPr>
          <a:xfrm>
            <a:off x="13259132" y="9761294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552119" y="497131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93" name="radial.index-1-26">
            <a:extLst>
              <a:ext uri="{FF2B5EF4-FFF2-40B4-BE49-F238E27FC236}">
                <a16:creationId xmlns:a16="http://schemas.microsoft.com/office/drawing/2014/main" id="{2807BE57-8897-38EA-DFC2-4D20C962FA06}"/>
              </a:ext>
            </a:extLst>
          </p:cNvPr>
          <p:cNvSpPr>
            <a:spLocks noGrp="1"/>
          </p:cNvSpPr>
          <p:nvPr/>
        </p:nvSpPr>
        <p:spPr>
          <a:xfrm>
            <a:off x="13048179" y="957996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594" name="radial.error-ray-1-26">
            <a:extLst>
              <a:ext uri="{FF2B5EF4-FFF2-40B4-BE49-F238E27FC236}">
                <a16:creationId xmlns:a16="http://schemas.microsoft.com/office/drawing/2014/main" id="{A595724B-5A88-1F21-74E3-B1895292996F}"/>
              </a:ext>
            </a:extLst>
          </p:cNvPr>
          <p:cNvSpPr>
            <a:spLocks noGrp="1"/>
          </p:cNvSpPr>
          <p:nvPr/>
        </p:nvSpPr>
        <p:spPr>
          <a:xfrm>
            <a:off x="13496348" y="9974887"/>
            <a:ext cx="314901" cy="283538"/>
          </a:xfrm>
          <a:custGeom>
            <a:avLst/>
            <a:gdLst/>
            <a:ahLst/>
            <a:cxnLst/>
            <a:rect l="0" t="0" r="0" b="0"/>
            <a:pathLst>
              <a:path w="314901" h="283538">
                <a:moveTo>
                  <a:pt x="314901" y="28353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95" name="radial.sample-1-26">
            <a:extLst>
              <a:ext uri="{FF2B5EF4-FFF2-40B4-BE49-F238E27FC236}">
                <a16:creationId xmlns:a16="http://schemas.microsoft.com/office/drawing/2014/main" id="{5A7AD826-AE1F-EBD1-5DAD-51A624FD5DA8}"/>
              </a:ext>
            </a:extLst>
          </p:cNvPr>
          <p:cNvSpPr>
            <a:spLocks noGrp="1"/>
          </p:cNvSpPr>
          <p:nvPr/>
        </p:nvSpPr>
        <p:spPr>
          <a:xfrm>
            <a:off x="13469679" y="9948217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96" name="radial.spoke-1-27">
            <a:extLst>
              <a:ext uri="{FF2B5EF4-FFF2-40B4-BE49-F238E27FC236}">
                <a16:creationId xmlns:a16="http://schemas.microsoft.com/office/drawing/2014/main" id="{47BFFA8A-50F6-E921-0459-38D2CAC8BB34}"/>
              </a:ext>
            </a:extLst>
          </p:cNvPr>
          <p:cNvSpPr>
            <a:spLocks noGrp="1"/>
          </p:cNvSpPr>
          <p:nvPr/>
        </p:nvSpPr>
        <p:spPr>
          <a:xfrm>
            <a:off x="13374556" y="9657366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436695" y="60105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97" name="radial.index-1-27">
            <a:extLst>
              <a:ext uri="{FF2B5EF4-FFF2-40B4-BE49-F238E27FC236}">
                <a16:creationId xmlns:a16="http://schemas.microsoft.com/office/drawing/2014/main" id="{A3405FFF-148A-3DBE-B04E-17484F50442B}"/>
              </a:ext>
            </a:extLst>
          </p:cNvPr>
          <p:cNvSpPr>
            <a:spLocks noGrp="1"/>
          </p:cNvSpPr>
          <p:nvPr/>
        </p:nvSpPr>
        <p:spPr>
          <a:xfrm>
            <a:off x="13185800" y="945605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598" name="radial.error-ray-1-27">
            <a:extLst>
              <a:ext uri="{FF2B5EF4-FFF2-40B4-BE49-F238E27FC236}">
                <a16:creationId xmlns:a16="http://schemas.microsoft.com/office/drawing/2014/main" id="{2B3EA446-C68B-2B0D-F859-5F19673B3BEB}"/>
              </a:ext>
            </a:extLst>
          </p:cNvPr>
          <p:cNvSpPr>
            <a:spLocks noGrp="1"/>
          </p:cNvSpPr>
          <p:nvPr/>
        </p:nvSpPr>
        <p:spPr>
          <a:xfrm>
            <a:off x="13626725" y="10004448"/>
            <a:ext cx="184525" cy="253977"/>
          </a:xfrm>
          <a:custGeom>
            <a:avLst/>
            <a:gdLst/>
            <a:ahLst/>
            <a:cxnLst/>
            <a:rect l="0" t="0" r="0" b="0"/>
            <a:pathLst>
              <a:path w="184525" h="253977">
                <a:moveTo>
                  <a:pt x="184525" y="253977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99" name="radial.sample-1-27">
            <a:extLst>
              <a:ext uri="{FF2B5EF4-FFF2-40B4-BE49-F238E27FC236}">
                <a16:creationId xmlns:a16="http://schemas.microsoft.com/office/drawing/2014/main" id="{2F5B2471-FE67-88BD-991A-3064282D5C8C}"/>
              </a:ext>
            </a:extLst>
          </p:cNvPr>
          <p:cNvSpPr>
            <a:spLocks noGrp="1"/>
          </p:cNvSpPr>
          <p:nvPr/>
        </p:nvSpPr>
        <p:spPr>
          <a:xfrm>
            <a:off x="13600055" y="997777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600" name="radial.spoke-1-28">
            <a:extLst>
              <a:ext uri="{FF2B5EF4-FFF2-40B4-BE49-F238E27FC236}">
                <a16:creationId xmlns:a16="http://schemas.microsoft.com/office/drawing/2014/main" id="{45A90A17-3DFC-0E4A-C5B0-BEB9441532A1}"/>
              </a:ext>
            </a:extLst>
          </p:cNvPr>
          <p:cNvSpPr>
            <a:spLocks noGrp="1"/>
          </p:cNvSpPr>
          <p:nvPr/>
        </p:nvSpPr>
        <p:spPr>
          <a:xfrm>
            <a:off x="13509065" y="9579706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67871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601" name="radial.index-1-28">
            <a:extLst>
              <a:ext uri="{FF2B5EF4-FFF2-40B4-BE49-F238E27FC236}">
                <a16:creationId xmlns:a16="http://schemas.microsoft.com/office/drawing/2014/main" id="{10D33A24-7A5E-C549-6358-EE41659994E8}"/>
              </a:ext>
            </a:extLst>
          </p:cNvPr>
          <p:cNvSpPr>
            <a:spLocks noGrp="1"/>
          </p:cNvSpPr>
          <p:nvPr/>
        </p:nvSpPr>
        <p:spPr>
          <a:xfrm>
            <a:off x="13346178" y="9363459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02" name="radial.error-ray-1-28">
            <a:extLst>
              <a:ext uri="{FF2B5EF4-FFF2-40B4-BE49-F238E27FC236}">
                <a16:creationId xmlns:a16="http://schemas.microsoft.com/office/drawing/2014/main" id="{498078A4-FADF-1342-E6B5-1A5D667E4671}"/>
              </a:ext>
            </a:extLst>
          </p:cNvPr>
          <p:cNvSpPr>
            <a:spLocks noGrp="1"/>
          </p:cNvSpPr>
          <p:nvPr/>
        </p:nvSpPr>
        <p:spPr>
          <a:xfrm>
            <a:off x="13807946" y="10251007"/>
            <a:ext cx="3303" cy="7418"/>
          </a:xfrm>
          <a:custGeom>
            <a:avLst/>
            <a:gdLst/>
            <a:ahLst/>
            <a:cxnLst/>
            <a:rect l="0" t="0" r="0" b="0"/>
            <a:pathLst>
              <a:path w="3303" h="7418">
                <a:moveTo>
                  <a:pt x="3303" y="741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603" name="radial.sample-1-28">
            <a:extLst>
              <a:ext uri="{FF2B5EF4-FFF2-40B4-BE49-F238E27FC236}">
                <a16:creationId xmlns:a16="http://schemas.microsoft.com/office/drawing/2014/main" id="{A42699C1-3E41-9E1B-EF1F-75678CFF1DB2}"/>
              </a:ext>
            </a:extLst>
          </p:cNvPr>
          <p:cNvSpPr>
            <a:spLocks noGrp="1"/>
          </p:cNvSpPr>
          <p:nvPr/>
        </p:nvSpPr>
        <p:spPr>
          <a:xfrm>
            <a:off x="13781277" y="10224337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604" name="radial.spoke-1-29">
            <a:extLst>
              <a:ext uri="{FF2B5EF4-FFF2-40B4-BE49-F238E27FC236}">
                <a16:creationId xmlns:a16="http://schemas.microsoft.com/office/drawing/2014/main" id="{C41ACC6B-498E-184B-A2BB-D2001105069A}"/>
              </a:ext>
            </a:extLst>
          </p:cNvPr>
          <p:cNvSpPr>
            <a:spLocks noGrp="1"/>
          </p:cNvSpPr>
          <p:nvPr/>
        </p:nvSpPr>
        <p:spPr>
          <a:xfrm>
            <a:off x="13656782" y="9531710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726715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605" name="radial.index-1-29">
            <a:extLst>
              <a:ext uri="{FF2B5EF4-FFF2-40B4-BE49-F238E27FC236}">
                <a16:creationId xmlns:a16="http://schemas.microsoft.com/office/drawing/2014/main" id="{B79C09D7-E6E6-F919-C588-EB11CA30E8EA}"/>
              </a:ext>
            </a:extLst>
          </p:cNvPr>
          <p:cNvSpPr>
            <a:spLocks noGrp="1"/>
          </p:cNvSpPr>
          <p:nvPr/>
        </p:nvSpPr>
        <p:spPr>
          <a:xfrm>
            <a:off x="13522302" y="9306232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06" name="radial.error-ray-1-29">
            <a:extLst>
              <a:ext uri="{FF2B5EF4-FFF2-40B4-BE49-F238E27FC236}">
                <a16:creationId xmlns:a16="http://schemas.microsoft.com/office/drawing/2014/main" id="{3088D854-9C4B-0DB9-CB80-0D5734D8C7DE}"/>
              </a:ext>
            </a:extLst>
          </p:cNvPr>
          <p:cNvSpPr>
            <a:spLocks noGrp="1"/>
          </p:cNvSpPr>
          <p:nvPr/>
        </p:nvSpPr>
        <p:spPr>
          <a:xfrm>
            <a:off x="13763809" y="10035236"/>
            <a:ext cx="47440" cy="223189"/>
          </a:xfrm>
          <a:custGeom>
            <a:avLst/>
            <a:gdLst/>
            <a:ahLst/>
            <a:cxnLst/>
            <a:rect l="0" t="0" r="0" b="0"/>
            <a:pathLst>
              <a:path w="47440" h="223189">
                <a:moveTo>
                  <a:pt x="47440" y="22318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607" name="radial.sample-1-29">
            <a:extLst>
              <a:ext uri="{FF2B5EF4-FFF2-40B4-BE49-F238E27FC236}">
                <a16:creationId xmlns:a16="http://schemas.microsoft.com/office/drawing/2014/main" id="{0C9CD951-E1D2-BB90-1C34-5887A86A7BC4}"/>
              </a:ext>
            </a:extLst>
          </p:cNvPr>
          <p:cNvSpPr>
            <a:spLocks noGrp="1"/>
          </p:cNvSpPr>
          <p:nvPr/>
        </p:nvSpPr>
        <p:spPr>
          <a:xfrm>
            <a:off x="13737140" y="10008566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608" name="radial.center-1">
            <a:extLst>
              <a:ext uri="{FF2B5EF4-FFF2-40B4-BE49-F238E27FC236}">
                <a16:creationId xmlns:a16="http://schemas.microsoft.com/office/drawing/2014/main" id="{CC28C059-0C63-1AC2-0051-7BF08514B182}"/>
              </a:ext>
            </a:extLst>
          </p:cNvPr>
          <p:cNvSpPr>
            <a:spLocks noGrp="1"/>
          </p:cNvSpPr>
          <p:nvPr/>
        </p:nvSpPr>
        <p:spPr>
          <a:xfrm>
            <a:off x="13794105" y="10241280"/>
            <a:ext cx="34290" cy="34290"/>
          </a:xfrm>
          <a:prstGeom prst="ellipse">
            <a:avLst/>
          </a:prstGeom>
          <a:solidFill>
            <a:srgbClr val="263238"/>
          </a:solidFill>
          <a:ln w="1905">
            <a:solidFill>
              <a:srgbClr val="263238"/>
            </a:solidFill>
          </a:ln>
        </p:spPr>
      </p:sp>
      <p:sp>
        <p:nvSpPr>
          <p:cNvPr id="609" name="radial.scale-1-0">
            <a:extLst>
              <a:ext uri="{FF2B5EF4-FFF2-40B4-BE49-F238E27FC236}">
                <a16:creationId xmlns:a16="http://schemas.microsoft.com/office/drawing/2014/main" id="{7D9BE3B9-7215-762D-1A84-812F2CC27DC6}"/>
              </a:ext>
            </a:extLst>
          </p:cNvPr>
          <p:cNvSpPr>
            <a:spLocks noGrp="1"/>
          </p:cNvSpPr>
          <p:nvPr/>
        </p:nvSpPr>
        <p:spPr>
          <a:xfrm>
            <a:off x="13677900" y="10334625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10" name="radial.scale-1-500">
            <a:extLst>
              <a:ext uri="{FF2B5EF4-FFF2-40B4-BE49-F238E27FC236}">
                <a16:creationId xmlns:a16="http://schemas.microsoft.com/office/drawing/2014/main" id="{971CE107-9F9C-C6A5-0773-EFD998956863}"/>
              </a:ext>
            </a:extLst>
          </p:cNvPr>
          <p:cNvSpPr>
            <a:spLocks noGrp="1"/>
          </p:cNvSpPr>
          <p:nvPr/>
        </p:nvSpPr>
        <p:spPr>
          <a:xfrm>
            <a:off x="13940572" y="10473472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611" name="radial.scale-1-1000">
            <a:extLst>
              <a:ext uri="{FF2B5EF4-FFF2-40B4-BE49-F238E27FC236}">
                <a16:creationId xmlns:a16="http://schemas.microsoft.com/office/drawing/2014/main" id="{244E051E-CDE4-8EDC-C6E8-39AA37CAADFB}"/>
              </a:ext>
            </a:extLst>
          </p:cNvPr>
          <p:cNvSpPr>
            <a:spLocks noGrp="1"/>
          </p:cNvSpPr>
          <p:nvPr/>
        </p:nvSpPr>
        <p:spPr>
          <a:xfrm>
            <a:off x="14135894" y="10668793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612" name="radial.index-explain">
            <a:extLst>
              <a:ext uri="{FF2B5EF4-FFF2-40B4-BE49-F238E27FC236}">
                <a16:creationId xmlns:a16="http://schemas.microsoft.com/office/drawing/2014/main" id="{B2C0F7F7-BA33-6289-6305-3D3D4FFB4830}"/>
              </a:ext>
            </a:extLst>
          </p:cNvPr>
          <p:cNvSpPr>
            <a:spLocks noGrp="1"/>
          </p:cNvSpPr>
          <p:nvPr/>
        </p:nvSpPr>
        <p:spPr>
          <a:xfrm>
            <a:off x="12811125" y="11258550"/>
            <a:ext cx="23812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圆周编号 1–30：抽样序号</a:t>
            </a:r>
          </a:p>
        </p:txBody>
      </p:sp>
      <p:sp>
        <p:nvSpPr>
          <p:cNvPr id="613" name="radial.divider">
            <a:extLst>
              <a:ext uri="{FF2B5EF4-FFF2-40B4-BE49-F238E27FC236}">
                <a16:creationId xmlns:a16="http://schemas.microsoft.com/office/drawing/2014/main" id="{F180A653-010A-2815-D9F1-0E91CF57BD23}"/>
              </a:ext>
            </a:extLst>
          </p:cNvPr>
          <p:cNvSpPr>
            <a:spLocks noGrp="1"/>
          </p:cNvSpPr>
          <p:nvPr/>
        </p:nvSpPr>
        <p:spPr>
          <a:xfrm>
            <a:off x="15544800" y="7400925"/>
            <a:ext cx="953" cy="4076700"/>
          </a:xfrm>
          <a:custGeom>
            <a:avLst/>
            <a:gdLst/>
            <a:ahLst/>
            <a:cxnLst/>
            <a:rect l="0" t="0" r="0" b="0"/>
            <a:pathLst>
              <a:path w="953" h="4076700">
                <a:moveTo>
                  <a:pt x="0" y="0"/>
                </a:moveTo>
                <a:lnTo>
                  <a:pt x="0" y="4076700"/>
                </a:lnTo>
              </a:path>
            </a:pathLst>
          </a:custGeom>
          <a:noFill/>
          <a:ln w="9525">
            <a:solidFill>
              <a:srgbClr val="D6DEE2"/>
            </a:solidFill>
            <a:prstDash val="solid"/>
          </a:ln>
        </p:spPr>
      </p:sp>
      <p:sp>
        <p:nvSpPr>
          <p:cNvPr id="614" name="rmse.explain">
            <a:extLst>
              <a:ext uri="{FF2B5EF4-FFF2-40B4-BE49-F238E27FC236}">
                <a16:creationId xmlns:a16="http://schemas.microsoft.com/office/drawing/2014/main" id="{F3EB1584-F084-F1A7-93DB-FDEB576CB2BC}"/>
              </a:ext>
            </a:extLst>
          </p:cNvPr>
          <p:cNvSpPr>
            <a:spLocks noGrp="1"/>
          </p:cNvSpPr>
          <p:nvPr/>
        </p:nvSpPr>
        <p:spPr>
          <a:xfrm>
            <a:off x="16002000" y="7334250"/>
            <a:ext cx="5524500" cy="2667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三参数RMSE（各参数独立纵轴）</a:t>
            </a:r>
          </a:p>
        </p:txBody>
      </p:sp>
      <p:sp>
        <p:nvSpPr>
          <p:cNvPr id="615" name="rmse.legend-mark0">
            <a:extLst>
              <a:ext uri="{FF2B5EF4-FFF2-40B4-BE49-F238E27FC236}">
                <a16:creationId xmlns:a16="http://schemas.microsoft.com/office/drawing/2014/main" id="{05A22454-9C7E-3621-6EF7-B46C71CF70B2}"/>
              </a:ext>
            </a:extLst>
          </p:cNvPr>
          <p:cNvSpPr>
            <a:spLocks noGrp="1"/>
          </p:cNvSpPr>
          <p:nvPr/>
        </p:nvSpPr>
        <p:spPr>
          <a:xfrm>
            <a:off x="16716375" y="7800975"/>
            <a:ext cx="142875" cy="142875"/>
          </a:xfrm>
          <a:prstGeom prst="rect">
            <a:avLst/>
          </a:prstGeom>
          <a:solidFill>
            <a:srgbClr val="7E8A94"/>
          </a:solidFill>
          <a:ln w="11430">
            <a:noFill/>
          </a:ln>
        </p:spPr>
      </p:sp>
      <p:sp>
        <p:nvSpPr>
          <p:cNvPr id="616" name="rmse.legend-mark1">
            <a:extLst>
              <a:ext uri="{FF2B5EF4-FFF2-40B4-BE49-F238E27FC236}">
                <a16:creationId xmlns:a16="http://schemas.microsoft.com/office/drawing/2014/main" id="{0274199A-6ACB-3FEC-710B-56214FF2A8DD}"/>
              </a:ext>
            </a:extLst>
          </p:cNvPr>
          <p:cNvSpPr>
            <a:spLocks noGrp="1"/>
          </p:cNvSpPr>
          <p:nvPr/>
        </p:nvSpPr>
        <p:spPr>
          <a:xfrm>
            <a:off x="18907125" y="7800975"/>
            <a:ext cx="142875" cy="142875"/>
          </a:xfrm>
          <a:prstGeom prst="rect">
            <a:avLst/>
          </a:prstGeom>
          <a:solidFill>
            <a:srgbClr val="147AAA"/>
          </a:solidFill>
          <a:ln w="11430">
            <a:noFill/>
          </a:ln>
        </p:spPr>
      </p:sp>
      <p:sp>
        <p:nvSpPr>
          <p:cNvPr id="617" name="rmse.axis-y0">
            <a:extLst>
              <a:ext uri="{FF2B5EF4-FFF2-40B4-BE49-F238E27FC236}">
                <a16:creationId xmlns:a16="http://schemas.microsoft.com/office/drawing/2014/main" id="{C9828115-CD8A-9099-6CCF-A245C1C8C862}"/>
              </a:ext>
            </a:extLst>
          </p:cNvPr>
          <p:cNvSpPr>
            <a:spLocks noGrp="1"/>
          </p:cNvSpPr>
          <p:nvPr/>
        </p:nvSpPr>
        <p:spPr>
          <a:xfrm>
            <a:off x="16192500" y="8277225"/>
            <a:ext cx="953" cy="2447925"/>
          </a:xfrm>
          <a:custGeom>
            <a:avLst/>
            <a:gdLst/>
            <a:ahLst/>
            <a:cxnLst/>
            <a:rect l="0" t="0" r="0" b="0"/>
            <a:pathLst>
              <a:path w="953" h="2447925">
                <a:moveTo>
                  <a:pt x="0" y="0"/>
                </a:moveTo>
                <a:lnTo>
                  <a:pt x="0" y="2447925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618" name="rmse.axis-x0">
            <a:extLst>
              <a:ext uri="{FF2B5EF4-FFF2-40B4-BE49-F238E27FC236}">
                <a16:creationId xmlns:a16="http://schemas.microsoft.com/office/drawing/2014/main" id="{886141AB-C2CC-5E6D-DE3B-9CFC41324CBA}"/>
              </a:ext>
            </a:extLst>
          </p:cNvPr>
          <p:cNvSpPr>
            <a:spLocks noGrp="1"/>
          </p:cNvSpPr>
          <p:nvPr/>
        </p:nvSpPr>
        <p:spPr>
          <a:xfrm>
            <a:off x="16192500" y="1072515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619" name="rmse.grid-0-0">
            <a:extLst>
              <a:ext uri="{FF2B5EF4-FFF2-40B4-BE49-F238E27FC236}">
                <a16:creationId xmlns:a16="http://schemas.microsoft.com/office/drawing/2014/main" id="{EC05CF4B-EFF5-E30C-AFA4-908EE2F41D3B}"/>
              </a:ext>
            </a:extLst>
          </p:cNvPr>
          <p:cNvSpPr>
            <a:spLocks noGrp="1"/>
          </p:cNvSpPr>
          <p:nvPr/>
        </p:nvSpPr>
        <p:spPr>
          <a:xfrm>
            <a:off x="16192500" y="1072515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620" name="rmse.tick-0-0">
            <a:extLst>
              <a:ext uri="{FF2B5EF4-FFF2-40B4-BE49-F238E27FC236}">
                <a16:creationId xmlns:a16="http://schemas.microsoft.com/office/drawing/2014/main" id="{54DA6859-9BFA-CA16-19CA-BB1D2196E148}"/>
              </a:ext>
            </a:extLst>
          </p:cNvPr>
          <p:cNvSpPr>
            <a:spLocks noGrp="1"/>
          </p:cNvSpPr>
          <p:nvPr/>
        </p:nvSpPr>
        <p:spPr>
          <a:xfrm>
            <a:off x="15811500" y="10620375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21" name="rmse.grid-0-1">
            <a:extLst>
              <a:ext uri="{FF2B5EF4-FFF2-40B4-BE49-F238E27FC236}">
                <a16:creationId xmlns:a16="http://schemas.microsoft.com/office/drawing/2014/main" id="{1946955F-79B2-D73C-E88C-F0F615E67653}"/>
              </a:ext>
            </a:extLst>
          </p:cNvPr>
          <p:cNvSpPr>
            <a:spLocks noGrp="1"/>
          </p:cNvSpPr>
          <p:nvPr/>
        </p:nvSpPr>
        <p:spPr>
          <a:xfrm>
            <a:off x="16192500" y="9818511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622" name="rmse.tick-0-1">
            <a:extLst>
              <a:ext uri="{FF2B5EF4-FFF2-40B4-BE49-F238E27FC236}">
                <a16:creationId xmlns:a16="http://schemas.microsoft.com/office/drawing/2014/main" id="{36D58ADB-2978-552D-5A6E-919532EAB69B}"/>
              </a:ext>
            </a:extLst>
          </p:cNvPr>
          <p:cNvSpPr>
            <a:spLocks noGrp="1"/>
          </p:cNvSpPr>
          <p:nvPr/>
        </p:nvSpPr>
        <p:spPr>
          <a:xfrm>
            <a:off x="15811500" y="9713736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23" name="rmse.grid-0-2">
            <a:extLst>
              <a:ext uri="{FF2B5EF4-FFF2-40B4-BE49-F238E27FC236}">
                <a16:creationId xmlns:a16="http://schemas.microsoft.com/office/drawing/2014/main" id="{9A5CBF92-5C96-02E2-0653-4B80D7CF481A}"/>
              </a:ext>
            </a:extLst>
          </p:cNvPr>
          <p:cNvSpPr>
            <a:spLocks noGrp="1"/>
          </p:cNvSpPr>
          <p:nvPr/>
        </p:nvSpPr>
        <p:spPr>
          <a:xfrm>
            <a:off x="16192500" y="8911872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624" name="rmse.tick-0-2">
            <a:extLst>
              <a:ext uri="{FF2B5EF4-FFF2-40B4-BE49-F238E27FC236}">
                <a16:creationId xmlns:a16="http://schemas.microsoft.com/office/drawing/2014/main" id="{1ECF2966-A644-3701-D718-EE0F13417839}"/>
              </a:ext>
            </a:extLst>
          </p:cNvPr>
          <p:cNvSpPr>
            <a:spLocks noGrp="1"/>
          </p:cNvSpPr>
          <p:nvPr/>
        </p:nvSpPr>
        <p:spPr>
          <a:xfrm>
            <a:off x="15811500" y="8807097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25" name="rmse.bar-beta-0">
            <a:extLst>
              <a:ext uri="{FF2B5EF4-FFF2-40B4-BE49-F238E27FC236}">
                <a16:creationId xmlns:a16="http://schemas.microsoft.com/office/drawing/2014/main" id="{48FD1C3C-3221-ED2A-6F35-D2FF126E3AF8}"/>
              </a:ext>
            </a:extLst>
          </p:cNvPr>
          <p:cNvSpPr>
            <a:spLocks noGrp="1"/>
          </p:cNvSpPr>
          <p:nvPr/>
        </p:nvSpPr>
        <p:spPr>
          <a:xfrm>
            <a:off x="16383000" y="8578222"/>
            <a:ext cx="323850" cy="2146928"/>
          </a:xfrm>
          <a:prstGeom prst="rect">
            <a:avLst/>
          </a:prstGeom>
          <a:solidFill>
            <a:srgbClr val="7E8A94"/>
          </a:solidFill>
          <a:ln w="11430">
            <a:noFill/>
          </a:ln>
        </p:spPr>
      </p:sp>
      <p:sp>
        <p:nvSpPr>
          <p:cNvPr id="626" name="rmse.value-beta-0">
            <a:extLst>
              <a:ext uri="{FF2B5EF4-FFF2-40B4-BE49-F238E27FC236}">
                <a16:creationId xmlns:a16="http://schemas.microsoft.com/office/drawing/2014/main" id="{C068C06C-6974-8D28-EFFA-01FD5A919F40}"/>
              </a:ext>
            </a:extLst>
          </p:cNvPr>
          <p:cNvSpPr>
            <a:spLocks noGrp="1"/>
          </p:cNvSpPr>
          <p:nvPr/>
        </p:nvSpPr>
        <p:spPr>
          <a:xfrm>
            <a:off x="16230600" y="8321047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rPr>
              <a:t>2.368</a:t>
            </a:r>
          </a:p>
        </p:txBody>
      </p:sp>
      <p:sp>
        <p:nvSpPr>
          <p:cNvPr id="627" name="rmse.bar-beta-1">
            <a:extLst>
              <a:ext uri="{FF2B5EF4-FFF2-40B4-BE49-F238E27FC236}">
                <a16:creationId xmlns:a16="http://schemas.microsoft.com/office/drawing/2014/main" id="{6AE10F07-DDD8-5429-27D1-BAF2B9262953}"/>
              </a:ext>
            </a:extLst>
          </p:cNvPr>
          <p:cNvSpPr>
            <a:spLocks noGrp="1"/>
          </p:cNvSpPr>
          <p:nvPr/>
        </p:nvSpPr>
        <p:spPr>
          <a:xfrm>
            <a:off x="16954500" y="10003022"/>
            <a:ext cx="323850" cy="722128"/>
          </a:xfrm>
          <a:prstGeom prst="rect">
            <a:avLst/>
          </a:prstGeom>
          <a:solidFill>
            <a:srgbClr val="147AAA"/>
          </a:solidFill>
          <a:ln w="11430">
            <a:noFill/>
          </a:ln>
        </p:spPr>
      </p:sp>
      <p:sp>
        <p:nvSpPr>
          <p:cNvPr id="628" name="rmse.value-beta-1">
            <a:extLst>
              <a:ext uri="{FF2B5EF4-FFF2-40B4-BE49-F238E27FC236}">
                <a16:creationId xmlns:a16="http://schemas.microsoft.com/office/drawing/2014/main" id="{2BBEFE95-4E63-6C99-3C70-6C720BD32ECF}"/>
              </a:ext>
            </a:extLst>
          </p:cNvPr>
          <p:cNvSpPr>
            <a:spLocks noGrp="1"/>
          </p:cNvSpPr>
          <p:nvPr/>
        </p:nvSpPr>
        <p:spPr>
          <a:xfrm>
            <a:off x="16802100" y="9745847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0.796</a:t>
            </a:r>
          </a:p>
        </p:txBody>
      </p:sp>
      <p:sp>
        <p:nvSpPr>
          <p:cNvPr id="629" name="rmse.reduction0">
            <a:extLst>
              <a:ext uri="{FF2B5EF4-FFF2-40B4-BE49-F238E27FC236}">
                <a16:creationId xmlns:a16="http://schemas.microsoft.com/office/drawing/2014/main" id="{09A8C257-5BF0-738A-10BD-111E76AF7574}"/>
              </a:ext>
            </a:extLst>
          </p:cNvPr>
          <p:cNvSpPr>
            <a:spLocks noGrp="1"/>
          </p:cNvSpPr>
          <p:nvPr/>
        </p:nvSpPr>
        <p:spPr>
          <a:xfrm>
            <a:off x="16049625" y="11344275"/>
            <a:ext cx="1571625" cy="2476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降低 66.4%</a:t>
            </a:r>
          </a:p>
        </p:txBody>
      </p:sp>
      <p:sp>
        <p:nvSpPr>
          <p:cNvPr id="630" name="rmse.axis-y1">
            <a:extLst>
              <a:ext uri="{FF2B5EF4-FFF2-40B4-BE49-F238E27FC236}">
                <a16:creationId xmlns:a16="http://schemas.microsoft.com/office/drawing/2014/main" id="{B5B4D6F8-A99E-E118-6E32-F3E957CE3DA8}"/>
              </a:ext>
            </a:extLst>
          </p:cNvPr>
          <p:cNvSpPr>
            <a:spLocks noGrp="1"/>
          </p:cNvSpPr>
          <p:nvPr/>
        </p:nvSpPr>
        <p:spPr>
          <a:xfrm>
            <a:off x="18145125" y="8277225"/>
            <a:ext cx="953" cy="2447925"/>
          </a:xfrm>
          <a:custGeom>
            <a:avLst/>
            <a:gdLst/>
            <a:ahLst/>
            <a:cxnLst/>
            <a:rect l="0" t="0" r="0" b="0"/>
            <a:pathLst>
              <a:path w="953" h="2447925">
                <a:moveTo>
                  <a:pt x="0" y="0"/>
                </a:moveTo>
                <a:lnTo>
                  <a:pt x="0" y="2447925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631" name="rmse.axis-x1">
            <a:extLst>
              <a:ext uri="{FF2B5EF4-FFF2-40B4-BE49-F238E27FC236}">
                <a16:creationId xmlns:a16="http://schemas.microsoft.com/office/drawing/2014/main" id="{DD2AF0EB-9C30-F6C2-EE08-5B0416470A76}"/>
              </a:ext>
            </a:extLst>
          </p:cNvPr>
          <p:cNvSpPr>
            <a:spLocks noGrp="1"/>
          </p:cNvSpPr>
          <p:nvPr/>
        </p:nvSpPr>
        <p:spPr>
          <a:xfrm>
            <a:off x="18145125" y="1072515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632" name="rmse.grid-1-0">
            <a:extLst>
              <a:ext uri="{FF2B5EF4-FFF2-40B4-BE49-F238E27FC236}">
                <a16:creationId xmlns:a16="http://schemas.microsoft.com/office/drawing/2014/main" id="{46B3DEEB-D040-ECB5-74ED-6E8A8F9AC392}"/>
              </a:ext>
            </a:extLst>
          </p:cNvPr>
          <p:cNvSpPr>
            <a:spLocks noGrp="1"/>
          </p:cNvSpPr>
          <p:nvPr/>
        </p:nvSpPr>
        <p:spPr>
          <a:xfrm>
            <a:off x="18145125" y="1072515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633" name="rmse.tick-1-0">
            <a:extLst>
              <a:ext uri="{FF2B5EF4-FFF2-40B4-BE49-F238E27FC236}">
                <a16:creationId xmlns:a16="http://schemas.microsoft.com/office/drawing/2014/main" id="{B6A8B1E0-C90D-BA52-B5C5-DBD44AFAC2FC}"/>
              </a:ext>
            </a:extLst>
          </p:cNvPr>
          <p:cNvSpPr>
            <a:spLocks noGrp="1"/>
          </p:cNvSpPr>
          <p:nvPr/>
        </p:nvSpPr>
        <p:spPr>
          <a:xfrm>
            <a:off x="17764125" y="10620375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34" name="rmse.grid-1-400">
            <a:extLst>
              <a:ext uri="{FF2B5EF4-FFF2-40B4-BE49-F238E27FC236}">
                <a16:creationId xmlns:a16="http://schemas.microsoft.com/office/drawing/2014/main" id="{3836B33B-00A7-5E1A-2607-01E03BAC3608}"/>
              </a:ext>
            </a:extLst>
          </p:cNvPr>
          <p:cNvSpPr>
            <a:spLocks noGrp="1"/>
          </p:cNvSpPr>
          <p:nvPr/>
        </p:nvSpPr>
        <p:spPr>
          <a:xfrm>
            <a:off x="18145125" y="9501188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635" name="rmse.tick-1-400">
            <a:extLst>
              <a:ext uri="{FF2B5EF4-FFF2-40B4-BE49-F238E27FC236}">
                <a16:creationId xmlns:a16="http://schemas.microsoft.com/office/drawing/2014/main" id="{C36C33B4-77F2-DBC6-CA2B-51754AF73370}"/>
              </a:ext>
            </a:extLst>
          </p:cNvPr>
          <p:cNvSpPr>
            <a:spLocks noGrp="1"/>
          </p:cNvSpPr>
          <p:nvPr/>
        </p:nvSpPr>
        <p:spPr>
          <a:xfrm>
            <a:off x="17764125" y="9396413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400</a:t>
            </a:r>
          </a:p>
        </p:txBody>
      </p:sp>
      <p:sp>
        <p:nvSpPr>
          <p:cNvPr id="636" name="rmse.grid-1-800">
            <a:extLst>
              <a:ext uri="{FF2B5EF4-FFF2-40B4-BE49-F238E27FC236}">
                <a16:creationId xmlns:a16="http://schemas.microsoft.com/office/drawing/2014/main" id="{13F2449C-A4B2-ED1C-EA83-C5620DAE5B5F}"/>
              </a:ext>
            </a:extLst>
          </p:cNvPr>
          <p:cNvSpPr>
            <a:spLocks noGrp="1"/>
          </p:cNvSpPr>
          <p:nvPr/>
        </p:nvSpPr>
        <p:spPr>
          <a:xfrm>
            <a:off x="18145125" y="8277225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637" name="rmse.tick-1-800">
            <a:extLst>
              <a:ext uri="{FF2B5EF4-FFF2-40B4-BE49-F238E27FC236}">
                <a16:creationId xmlns:a16="http://schemas.microsoft.com/office/drawing/2014/main" id="{8F22C6E1-7EC8-74FD-E91E-22A51345FD5D}"/>
              </a:ext>
            </a:extLst>
          </p:cNvPr>
          <p:cNvSpPr>
            <a:spLocks noGrp="1"/>
          </p:cNvSpPr>
          <p:nvPr/>
        </p:nvSpPr>
        <p:spPr>
          <a:xfrm>
            <a:off x="17764125" y="8172450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638" name="rmse.bar-eta-0">
            <a:extLst>
              <a:ext uri="{FF2B5EF4-FFF2-40B4-BE49-F238E27FC236}">
                <a16:creationId xmlns:a16="http://schemas.microsoft.com/office/drawing/2014/main" id="{BD2D428F-FEC7-E037-86BE-C7F7F483DFD9}"/>
              </a:ext>
            </a:extLst>
          </p:cNvPr>
          <p:cNvSpPr>
            <a:spLocks noGrp="1"/>
          </p:cNvSpPr>
          <p:nvPr/>
        </p:nvSpPr>
        <p:spPr>
          <a:xfrm>
            <a:off x="18335625" y="8550460"/>
            <a:ext cx="323850" cy="2174690"/>
          </a:xfrm>
          <a:prstGeom prst="rect">
            <a:avLst/>
          </a:prstGeom>
          <a:solidFill>
            <a:srgbClr val="7E8A94"/>
          </a:solidFill>
          <a:ln w="11430">
            <a:noFill/>
          </a:ln>
        </p:spPr>
      </p:sp>
      <p:sp>
        <p:nvSpPr>
          <p:cNvPr id="639" name="rmse.value-eta-0">
            <a:extLst>
              <a:ext uri="{FF2B5EF4-FFF2-40B4-BE49-F238E27FC236}">
                <a16:creationId xmlns:a16="http://schemas.microsoft.com/office/drawing/2014/main" id="{7FCC810D-8267-399F-5C7B-368BBEE9523C}"/>
              </a:ext>
            </a:extLst>
          </p:cNvPr>
          <p:cNvSpPr>
            <a:spLocks noGrp="1"/>
          </p:cNvSpPr>
          <p:nvPr/>
        </p:nvSpPr>
        <p:spPr>
          <a:xfrm>
            <a:off x="18183225" y="8293285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rPr>
              <a:t>710.7</a:t>
            </a:r>
          </a:p>
        </p:txBody>
      </p:sp>
      <p:sp>
        <p:nvSpPr>
          <p:cNvPr id="640" name="rmse.bar-eta-1">
            <a:extLst>
              <a:ext uri="{FF2B5EF4-FFF2-40B4-BE49-F238E27FC236}">
                <a16:creationId xmlns:a16="http://schemas.microsoft.com/office/drawing/2014/main" id="{2B390B57-E605-C7E1-C45C-A35CAAE784A4}"/>
              </a:ext>
            </a:extLst>
          </p:cNvPr>
          <p:cNvSpPr>
            <a:spLocks noGrp="1"/>
          </p:cNvSpPr>
          <p:nvPr/>
        </p:nvSpPr>
        <p:spPr>
          <a:xfrm>
            <a:off x="18907125" y="9579246"/>
            <a:ext cx="323850" cy="1145904"/>
          </a:xfrm>
          <a:prstGeom prst="rect">
            <a:avLst/>
          </a:prstGeom>
          <a:solidFill>
            <a:srgbClr val="147AAA"/>
          </a:solidFill>
          <a:ln w="11430">
            <a:noFill/>
          </a:ln>
        </p:spPr>
      </p:sp>
      <p:sp>
        <p:nvSpPr>
          <p:cNvPr id="641" name="rmse.value-eta-1">
            <a:extLst>
              <a:ext uri="{FF2B5EF4-FFF2-40B4-BE49-F238E27FC236}">
                <a16:creationId xmlns:a16="http://schemas.microsoft.com/office/drawing/2014/main" id="{A9BEC84D-FB0D-7563-A331-9E1FA2FD19FA}"/>
              </a:ext>
            </a:extLst>
          </p:cNvPr>
          <p:cNvSpPr>
            <a:spLocks noGrp="1"/>
          </p:cNvSpPr>
          <p:nvPr/>
        </p:nvSpPr>
        <p:spPr>
          <a:xfrm>
            <a:off x="18754725" y="9322071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374.5</a:t>
            </a:r>
          </a:p>
        </p:txBody>
      </p:sp>
      <p:sp>
        <p:nvSpPr>
          <p:cNvPr id="642" name="rmse.reduction1">
            <a:extLst>
              <a:ext uri="{FF2B5EF4-FFF2-40B4-BE49-F238E27FC236}">
                <a16:creationId xmlns:a16="http://schemas.microsoft.com/office/drawing/2014/main" id="{A515B8EF-F204-0D9C-6700-FBDDEAE1CE31}"/>
              </a:ext>
            </a:extLst>
          </p:cNvPr>
          <p:cNvSpPr>
            <a:spLocks noGrp="1"/>
          </p:cNvSpPr>
          <p:nvPr/>
        </p:nvSpPr>
        <p:spPr>
          <a:xfrm>
            <a:off x="18002250" y="11344275"/>
            <a:ext cx="1571625" cy="2476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降低 47.3%</a:t>
            </a:r>
          </a:p>
        </p:txBody>
      </p:sp>
      <p:sp>
        <p:nvSpPr>
          <p:cNvPr id="643" name="rmse.axis-y2">
            <a:extLst>
              <a:ext uri="{FF2B5EF4-FFF2-40B4-BE49-F238E27FC236}">
                <a16:creationId xmlns:a16="http://schemas.microsoft.com/office/drawing/2014/main" id="{DC5C2717-59E3-E3A0-3531-3F42FE1ED10F}"/>
              </a:ext>
            </a:extLst>
          </p:cNvPr>
          <p:cNvSpPr>
            <a:spLocks noGrp="1"/>
          </p:cNvSpPr>
          <p:nvPr/>
        </p:nvSpPr>
        <p:spPr>
          <a:xfrm>
            <a:off x="20097750" y="8277225"/>
            <a:ext cx="953" cy="2447925"/>
          </a:xfrm>
          <a:custGeom>
            <a:avLst/>
            <a:gdLst/>
            <a:ahLst/>
            <a:cxnLst/>
            <a:rect l="0" t="0" r="0" b="0"/>
            <a:pathLst>
              <a:path w="953" h="2447925">
                <a:moveTo>
                  <a:pt x="0" y="0"/>
                </a:moveTo>
                <a:lnTo>
                  <a:pt x="0" y="2447925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644" name="rmse.axis-x2">
            <a:extLst>
              <a:ext uri="{FF2B5EF4-FFF2-40B4-BE49-F238E27FC236}">
                <a16:creationId xmlns:a16="http://schemas.microsoft.com/office/drawing/2014/main" id="{78BD1E4F-A5B3-2C1B-D9AC-425DCD24DAD2}"/>
              </a:ext>
            </a:extLst>
          </p:cNvPr>
          <p:cNvSpPr>
            <a:spLocks noGrp="1"/>
          </p:cNvSpPr>
          <p:nvPr/>
        </p:nvSpPr>
        <p:spPr>
          <a:xfrm>
            <a:off x="20097750" y="1072515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645" name="rmse.grid-2-0">
            <a:extLst>
              <a:ext uri="{FF2B5EF4-FFF2-40B4-BE49-F238E27FC236}">
                <a16:creationId xmlns:a16="http://schemas.microsoft.com/office/drawing/2014/main" id="{176F8A4D-F8DF-3D65-FC2E-CF77C79CA0EE}"/>
              </a:ext>
            </a:extLst>
          </p:cNvPr>
          <p:cNvSpPr>
            <a:spLocks noGrp="1"/>
          </p:cNvSpPr>
          <p:nvPr/>
        </p:nvSpPr>
        <p:spPr>
          <a:xfrm>
            <a:off x="20097750" y="1072515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646" name="rmse.tick-2-0">
            <a:extLst>
              <a:ext uri="{FF2B5EF4-FFF2-40B4-BE49-F238E27FC236}">
                <a16:creationId xmlns:a16="http://schemas.microsoft.com/office/drawing/2014/main" id="{52A04806-FC48-9A80-98F2-23299CF2F6C5}"/>
              </a:ext>
            </a:extLst>
          </p:cNvPr>
          <p:cNvSpPr>
            <a:spLocks noGrp="1"/>
          </p:cNvSpPr>
          <p:nvPr/>
        </p:nvSpPr>
        <p:spPr>
          <a:xfrm>
            <a:off x="19716750" y="10620375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47" name="rmse.grid-2-350">
            <a:extLst>
              <a:ext uri="{FF2B5EF4-FFF2-40B4-BE49-F238E27FC236}">
                <a16:creationId xmlns:a16="http://schemas.microsoft.com/office/drawing/2014/main" id="{DD591DCE-7841-278F-2075-61489B7B81DA}"/>
              </a:ext>
            </a:extLst>
          </p:cNvPr>
          <p:cNvSpPr>
            <a:spLocks noGrp="1"/>
          </p:cNvSpPr>
          <p:nvPr/>
        </p:nvSpPr>
        <p:spPr>
          <a:xfrm>
            <a:off x="20097750" y="9501188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648" name="rmse.tick-2-350">
            <a:extLst>
              <a:ext uri="{FF2B5EF4-FFF2-40B4-BE49-F238E27FC236}">
                <a16:creationId xmlns:a16="http://schemas.microsoft.com/office/drawing/2014/main" id="{0DA08656-BE29-AED4-19FE-13E734F3632D}"/>
              </a:ext>
            </a:extLst>
          </p:cNvPr>
          <p:cNvSpPr>
            <a:spLocks noGrp="1"/>
          </p:cNvSpPr>
          <p:nvPr/>
        </p:nvSpPr>
        <p:spPr>
          <a:xfrm>
            <a:off x="19716750" y="9396413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350</a:t>
            </a:r>
          </a:p>
        </p:txBody>
      </p:sp>
      <p:sp>
        <p:nvSpPr>
          <p:cNvPr id="649" name="rmse.grid-2-700">
            <a:extLst>
              <a:ext uri="{FF2B5EF4-FFF2-40B4-BE49-F238E27FC236}">
                <a16:creationId xmlns:a16="http://schemas.microsoft.com/office/drawing/2014/main" id="{6DA61542-4A82-F6E9-4C27-62E90FEFD43A}"/>
              </a:ext>
            </a:extLst>
          </p:cNvPr>
          <p:cNvSpPr>
            <a:spLocks noGrp="1"/>
          </p:cNvSpPr>
          <p:nvPr/>
        </p:nvSpPr>
        <p:spPr>
          <a:xfrm>
            <a:off x="20097750" y="8277225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650" name="rmse.tick-2-700">
            <a:extLst>
              <a:ext uri="{FF2B5EF4-FFF2-40B4-BE49-F238E27FC236}">
                <a16:creationId xmlns:a16="http://schemas.microsoft.com/office/drawing/2014/main" id="{0963C6B7-06CD-99E1-9AB3-18EA1676C0EC}"/>
              </a:ext>
            </a:extLst>
          </p:cNvPr>
          <p:cNvSpPr>
            <a:spLocks noGrp="1"/>
          </p:cNvSpPr>
          <p:nvPr/>
        </p:nvSpPr>
        <p:spPr>
          <a:xfrm>
            <a:off x="19716750" y="8172450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700</a:t>
            </a:r>
          </a:p>
        </p:txBody>
      </p:sp>
      <p:sp>
        <p:nvSpPr>
          <p:cNvPr id="651" name="rmse.bar-gamma-0">
            <a:extLst>
              <a:ext uri="{FF2B5EF4-FFF2-40B4-BE49-F238E27FC236}">
                <a16:creationId xmlns:a16="http://schemas.microsoft.com/office/drawing/2014/main" id="{6A7DE565-CE1C-48A0-C01F-F3C80E6C86B1}"/>
              </a:ext>
            </a:extLst>
          </p:cNvPr>
          <p:cNvSpPr>
            <a:spLocks noGrp="1"/>
          </p:cNvSpPr>
          <p:nvPr/>
        </p:nvSpPr>
        <p:spPr>
          <a:xfrm>
            <a:off x="20288250" y="8493749"/>
            <a:ext cx="323850" cy="2231401"/>
          </a:xfrm>
          <a:prstGeom prst="rect">
            <a:avLst/>
          </a:prstGeom>
          <a:solidFill>
            <a:srgbClr val="7E8A94"/>
          </a:solidFill>
          <a:ln w="11430">
            <a:noFill/>
          </a:ln>
        </p:spPr>
      </p:sp>
      <p:sp>
        <p:nvSpPr>
          <p:cNvPr id="652" name="rmse.value-gamma-0">
            <a:extLst>
              <a:ext uri="{FF2B5EF4-FFF2-40B4-BE49-F238E27FC236}">
                <a16:creationId xmlns:a16="http://schemas.microsoft.com/office/drawing/2014/main" id="{E3537F3E-80C2-3F3E-3C87-57C3C3F78389}"/>
              </a:ext>
            </a:extLst>
          </p:cNvPr>
          <p:cNvSpPr>
            <a:spLocks noGrp="1"/>
          </p:cNvSpPr>
          <p:nvPr/>
        </p:nvSpPr>
        <p:spPr>
          <a:xfrm>
            <a:off x="20135850" y="8236574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rPr>
              <a:t>638.1</a:t>
            </a:r>
          </a:p>
        </p:txBody>
      </p:sp>
      <p:sp>
        <p:nvSpPr>
          <p:cNvPr id="653" name="rmse.bar-gamma-1">
            <a:extLst>
              <a:ext uri="{FF2B5EF4-FFF2-40B4-BE49-F238E27FC236}">
                <a16:creationId xmlns:a16="http://schemas.microsoft.com/office/drawing/2014/main" id="{F80CB070-CA73-FF7A-23CA-93CC1587DBAE}"/>
              </a:ext>
            </a:extLst>
          </p:cNvPr>
          <p:cNvSpPr>
            <a:spLocks noGrp="1"/>
          </p:cNvSpPr>
          <p:nvPr/>
        </p:nvSpPr>
        <p:spPr>
          <a:xfrm>
            <a:off x="20859750" y="9581831"/>
            <a:ext cx="323850" cy="1143319"/>
          </a:xfrm>
          <a:prstGeom prst="rect">
            <a:avLst/>
          </a:prstGeom>
          <a:solidFill>
            <a:srgbClr val="147AAA"/>
          </a:solidFill>
          <a:ln w="11430">
            <a:noFill/>
          </a:ln>
        </p:spPr>
      </p:sp>
      <p:sp>
        <p:nvSpPr>
          <p:cNvPr id="654" name="rmse.value-gamma-1">
            <a:extLst>
              <a:ext uri="{FF2B5EF4-FFF2-40B4-BE49-F238E27FC236}">
                <a16:creationId xmlns:a16="http://schemas.microsoft.com/office/drawing/2014/main" id="{10A1DA13-A645-5698-FBAF-1BC5E7208AF3}"/>
              </a:ext>
            </a:extLst>
          </p:cNvPr>
          <p:cNvSpPr>
            <a:spLocks noGrp="1"/>
          </p:cNvSpPr>
          <p:nvPr/>
        </p:nvSpPr>
        <p:spPr>
          <a:xfrm>
            <a:off x="20707350" y="9324656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326.9</a:t>
            </a:r>
          </a:p>
        </p:txBody>
      </p:sp>
      <p:sp>
        <p:nvSpPr>
          <p:cNvPr id="655" name="rmse.reduction2">
            <a:extLst>
              <a:ext uri="{FF2B5EF4-FFF2-40B4-BE49-F238E27FC236}">
                <a16:creationId xmlns:a16="http://schemas.microsoft.com/office/drawing/2014/main" id="{EFBDD584-D218-A55C-A57F-7BFBD88D36DB}"/>
              </a:ext>
            </a:extLst>
          </p:cNvPr>
          <p:cNvSpPr>
            <a:spLocks noGrp="1"/>
          </p:cNvSpPr>
          <p:nvPr/>
        </p:nvSpPr>
        <p:spPr>
          <a:xfrm>
            <a:off x="19954875" y="11344275"/>
            <a:ext cx="1571625" cy="2476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降低 48.8%</a:t>
            </a:r>
          </a:p>
        </p:txBody>
      </p:sp>
      <p:graphicFrame>
        <p:nvGraphicFramePr>
          <p:cNvPr id="656" name="MathType.radial.delta0">
            <a:extLst>
              <a:ext uri="{FF2B5EF4-FFF2-40B4-BE49-F238E27FC236}">
                <a16:creationId xmlns:a16="http://schemas.microsoft.com/office/drawing/2014/main" id="{D06B7520-D226-2080-F27C-6F1D397F5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436356"/>
              </p:ext>
            </p:extLst>
          </p:nvPr>
        </p:nvGraphicFramePr>
        <p:xfrm>
          <a:off x="12071747" y="8070056"/>
          <a:ext cx="621506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68280" imgH="177480" progId="Equation.DSMT4">
                  <p:embed/>
                </p:oleObj>
              </mc:Choice>
              <mc:Fallback>
                <p:oleObj name="Equation" r:id="rId35" imgW="368280" imgH="177480" progId="Equation.DSMT4">
                  <p:embed/>
                  <p:pic>
                    <p:nvPicPr>
                      <p:cNvPr id="313" name="MathType.radial.delta0">
                        <a:extLst>
                          <a:ext uri="{FF2B5EF4-FFF2-40B4-BE49-F238E27FC236}">
                            <a16:creationId xmlns:a16="http://schemas.microsoft.com/office/drawing/2014/main" id="{09531BC6-4BDB-B2C1-25A6-240DC26E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2071747" y="8070056"/>
                        <a:ext cx="621506" cy="300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" name="MathType.radial.delta1">
            <a:extLst>
              <a:ext uri="{FF2B5EF4-FFF2-40B4-BE49-F238E27FC236}">
                <a16:creationId xmlns:a16="http://schemas.microsoft.com/office/drawing/2014/main" id="{9DAFE6AC-7984-9681-FA8C-C43BDA7FF8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758474"/>
              </p:ext>
            </p:extLst>
          </p:nvPr>
        </p:nvGraphicFramePr>
        <p:xfrm>
          <a:off x="11986022" y="10108406"/>
          <a:ext cx="792956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69800" imgH="177480" progId="Equation.DSMT4">
                  <p:embed/>
                </p:oleObj>
              </mc:Choice>
              <mc:Fallback>
                <p:oleObj name="Equation" r:id="rId37" imgW="469800" imgH="177480" progId="Equation.DSMT4">
                  <p:embed/>
                  <p:pic>
                    <p:nvPicPr>
                      <p:cNvPr id="314" name="MathType.radial.delta1">
                        <a:extLst>
                          <a:ext uri="{FF2B5EF4-FFF2-40B4-BE49-F238E27FC236}">
                            <a16:creationId xmlns:a16="http://schemas.microsoft.com/office/drawing/2014/main" id="{CDC53AFF-B6FD-DBEF-A232-17C6C00FAE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1986022" y="10108406"/>
                        <a:ext cx="792956" cy="300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8" name="MathType.radial.error-formula">
            <a:extLst>
              <a:ext uri="{FF2B5EF4-FFF2-40B4-BE49-F238E27FC236}">
                <a16:creationId xmlns:a16="http://schemas.microsoft.com/office/drawing/2014/main" id="{B692575B-A3E0-DF40-F47B-A9B5A49B87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052515"/>
              </p:ext>
            </p:extLst>
          </p:nvPr>
        </p:nvGraphicFramePr>
        <p:xfrm>
          <a:off x="13637561" y="11487150"/>
          <a:ext cx="728379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634680" imgH="215640" progId="Equation.DSMT4">
                  <p:embed/>
                </p:oleObj>
              </mc:Choice>
              <mc:Fallback>
                <p:oleObj name="Equation" r:id="rId39" imgW="634680" imgH="215640" progId="Equation.DSMT4">
                  <p:embed/>
                  <p:pic>
                    <p:nvPicPr>
                      <p:cNvPr id="315" name="MathType.radial.error-formula">
                        <a:extLst>
                          <a:ext uri="{FF2B5EF4-FFF2-40B4-BE49-F238E27FC236}">
                            <a16:creationId xmlns:a16="http://schemas.microsoft.com/office/drawing/2014/main" id="{82E1C863-3940-F1CA-00FF-CB80A7E8F6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3637561" y="11487150"/>
                        <a:ext cx="728379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" name="MathType.rmse.legend0">
            <a:extLst>
              <a:ext uri="{FF2B5EF4-FFF2-40B4-BE49-F238E27FC236}">
                <a16:creationId xmlns:a16="http://schemas.microsoft.com/office/drawing/2014/main" id="{BAB4ABDA-1B3C-05D2-4559-3FABA48779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248532"/>
              </p:ext>
            </p:extLst>
          </p:nvPr>
        </p:nvGraphicFramePr>
        <p:xfrm>
          <a:off x="17237472" y="7735093"/>
          <a:ext cx="529431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368280" imgH="177480" progId="Equation.DSMT4">
                  <p:embed/>
                </p:oleObj>
              </mc:Choice>
              <mc:Fallback>
                <p:oleObj name="Equation" r:id="rId41" imgW="368280" imgH="177480" progId="Equation.DSMT4">
                  <p:embed/>
                  <p:pic>
                    <p:nvPicPr>
                      <p:cNvPr id="316" name="MathType.rmse.legend0">
                        <a:extLst>
                          <a:ext uri="{FF2B5EF4-FFF2-40B4-BE49-F238E27FC236}">
                            <a16:creationId xmlns:a16="http://schemas.microsoft.com/office/drawing/2014/main" id="{79B5D083-6303-3A91-1274-CA9B5B98FA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7237472" y="7735093"/>
                        <a:ext cx="529431" cy="25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0" name="MathType.rmse.legend1">
            <a:extLst>
              <a:ext uri="{FF2B5EF4-FFF2-40B4-BE49-F238E27FC236}">
                <a16:creationId xmlns:a16="http://schemas.microsoft.com/office/drawing/2014/main" id="{0312A6BC-7AB2-2B8B-A9D6-E3837AA7C2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36144"/>
              </p:ext>
            </p:extLst>
          </p:nvPr>
        </p:nvGraphicFramePr>
        <p:xfrm>
          <a:off x="19355197" y="7735093"/>
          <a:ext cx="675481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469800" imgH="177480" progId="Equation.DSMT4">
                  <p:embed/>
                </p:oleObj>
              </mc:Choice>
              <mc:Fallback>
                <p:oleObj name="Equation" r:id="rId43" imgW="469800" imgH="177480" progId="Equation.DSMT4">
                  <p:embed/>
                  <p:pic>
                    <p:nvPicPr>
                      <p:cNvPr id="317" name="MathType.rmse.legend1">
                        <a:extLst>
                          <a:ext uri="{FF2B5EF4-FFF2-40B4-BE49-F238E27FC236}">
                            <a16:creationId xmlns:a16="http://schemas.microsoft.com/office/drawing/2014/main" id="{5F523D50-71E5-8470-B96B-2BEF495A64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9355197" y="7735093"/>
                        <a:ext cx="675481" cy="25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" name="MathType.rmse.parameter0">
            <a:extLst>
              <a:ext uri="{FF2B5EF4-FFF2-40B4-BE49-F238E27FC236}">
                <a16:creationId xmlns:a16="http://schemas.microsoft.com/office/drawing/2014/main" id="{2FE8AA85-DB7B-8AEF-5450-7A84DE5BEB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305297"/>
              </p:ext>
            </p:extLst>
          </p:nvPr>
        </p:nvGraphicFramePr>
        <p:xfrm>
          <a:off x="16715184" y="10887075"/>
          <a:ext cx="25003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52280" imgH="203040" progId="Equation.DSMT4">
                  <p:embed/>
                </p:oleObj>
              </mc:Choice>
              <mc:Fallback>
                <p:oleObj name="Equation" r:id="rId45" imgW="152280" imgH="203040" progId="Equation.DSMT4">
                  <p:embed/>
                  <p:pic>
                    <p:nvPicPr>
                      <p:cNvPr id="318" name="MathType.rmse.parameter0">
                        <a:extLst>
                          <a:ext uri="{FF2B5EF4-FFF2-40B4-BE49-F238E27FC236}">
                            <a16:creationId xmlns:a16="http://schemas.microsoft.com/office/drawing/2014/main" id="{798F2AB4-62E4-E0F6-B31A-A80738D6F8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6715184" y="10887075"/>
                        <a:ext cx="25003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" name="MathType.rmse.parameter1">
            <a:extLst>
              <a:ext uri="{FF2B5EF4-FFF2-40B4-BE49-F238E27FC236}">
                <a16:creationId xmlns:a16="http://schemas.microsoft.com/office/drawing/2014/main" id="{9A23B2A9-1B2B-0E0F-AA06-CF83AD7E75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795625"/>
              </p:ext>
            </p:extLst>
          </p:nvPr>
        </p:nvGraphicFramePr>
        <p:xfrm>
          <a:off x="18677731" y="10904141"/>
          <a:ext cx="230188" cy="299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26720" imgH="164880" progId="Equation.DSMT4">
                  <p:embed/>
                </p:oleObj>
              </mc:Choice>
              <mc:Fallback>
                <p:oleObj name="Equation" r:id="rId47" imgW="126720" imgH="164880" progId="Equation.DSMT4">
                  <p:embed/>
                  <p:pic>
                    <p:nvPicPr>
                      <p:cNvPr id="319" name="MathType.rmse.parameter1">
                        <a:extLst>
                          <a:ext uri="{FF2B5EF4-FFF2-40B4-BE49-F238E27FC236}">
                            <a16:creationId xmlns:a16="http://schemas.microsoft.com/office/drawing/2014/main" id="{DE7487DF-B447-A6A3-8006-A759641E95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8677731" y="10904141"/>
                        <a:ext cx="230188" cy="299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" name="MathType.rmse.parameter2">
            <a:extLst>
              <a:ext uri="{FF2B5EF4-FFF2-40B4-BE49-F238E27FC236}">
                <a16:creationId xmlns:a16="http://schemas.microsoft.com/office/drawing/2014/main" id="{DCCDCC4E-08AC-7E3F-5DF0-C41D1BB4A1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977401"/>
              </p:ext>
            </p:extLst>
          </p:nvPr>
        </p:nvGraphicFramePr>
        <p:xfrm>
          <a:off x="20630356" y="10904141"/>
          <a:ext cx="230188" cy="299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26720" imgH="164880" progId="Equation.DSMT4">
                  <p:embed/>
                </p:oleObj>
              </mc:Choice>
              <mc:Fallback>
                <p:oleObj name="Equation" r:id="rId49" imgW="126720" imgH="164880" progId="Equation.DSMT4">
                  <p:embed/>
                  <p:pic>
                    <p:nvPicPr>
                      <p:cNvPr id="320" name="MathType.rmse.parameter2">
                        <a:extLst>
                          <a:ext uri="{FF2B5EF4-FFF2-40B4-BE49-F238E27FC236}">
                            <a16:creationId xmlns:a16="http://schemas.microsoft.com/office/drawing/2014/main" id="{6EF81A2E-EB22-412A-3318-33CF62C3B1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0630356" y="10904141"/>
                        <a:ext cx="230188" cy="299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24059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DocSecurity>0</DocSecurity>
  <PresentationFormat>自定义</PresentationFormat>
  <Paragraphs>139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2</cp:revision>
  <dcterms:created xsi:type="dcterms:W3CDTF">2026-09-23T02:35:55Z</dcterms:created>
  <dcterms:modified xsi:type="dcterms:W3CDTF">2026-09-23T02:57:17Z</dcterms:modified>
</cp:coreProperties>
</file>