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63c1a516684f44" /><Relationship Type="http://schemas.openxmlformats.org/officeDocument/2006/relationships/extended-properties" Target="/docProps/app.xml" Id="R580977bf1b954a36" /><Relationship Type="http://schemas.openxmlformats.org/officeDocument/2006/relationships/officeDocument" Target="/ppt/presentation.xml" Id="R26cbcdafeecb4b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1efaffb2374bed"/>
  </p:sldMasterIdLst>
  <p:notesMasterIdLst>
    <p:notesMasterId xmlns:r="http://schemas.openxmlformats.org/officeDocument/2006/relationships" r:id="R385c661544594fad"/>
  </p:notesMasterIdLst>
  <p:sldIdLst>
    <p:sldId xmlns:r="http://schemas.openxmlformats.org/officeDocument/2006/relationships" id="256" r:id="R4a0a5a9ac0ed4e5b"/>
  </p:sldIdLst>
  <p:sldSz cx="17145000" cy="13239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20b9f533e44da" /><Relationship Type="http://schemas.openxmlformats.org/officeDocument/2006/relationships/slideMaster" Target="/ppt/slideMasters/slideMaster1.xml" Id="Rde1efaffb2374bed" /><Relationship Type="http://schemas.openxmlformats.org/officeDocument/2006/relationships/notesMaster" Target="/ppt/notesMasters/notesMaster1.xml" Id="R385c661544594fad" /><Relationship Type="http://schemas.openxmlformats.org/officeDocument/2006/relationships/presProps" Target="/ppt/presProps.xml" Id="R196ad89c87c44dce" /><Relationship Type="http://schemas.openxmlformats.org/officeDocument/2006/relationships/tableStyles" Target="/ppt/tableStyles.xml" Id="R15f82a88c0894ab4" /><Relationship Type="http://schemas.openxmlformats.org/officeDocument/2006/relationships/slide" Target="/ppt/slides/slide1.xml" Id="R4a0a5a9ac0ed4e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46874da5c45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fee7bc05114778" /><Relationship Type="http://schemas.openxmlformats.org/officeDocument/2006/relationships/notesMaster" Target="/ppt/notesMasters/notesMaster1.xml" Id="Re56f75a992dd4e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图1。依据MDM原理重绘；来源 DOI 10.1142/S0219455423500852、10.12068/j.issn.1005-3026.2025.20240194。数据：public/case-studies/mdm/verification-182-046/data.csv。a、b为Sample-1-3，c、d为全部30组保存样本，无新模拟。秩概率(i−0.3)/(n+0.4)。标准差ddof=1。曲线均为既有F01 CSV的真实轨迹；10个零下界估计只计入散点条和汇总。公式为可编辑原生文本与分式线条；曲线为可编辑自由曲线。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89b5a1c5ce49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cece3729844e4d" /><Relationship Type="http://schemas.openxmlformats.org/officeDocument/2006/relationships/slideLayout" Target="/ppt/slideLayouts/slideLayout1.xml" Id="R101e1830663e4b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01e1830663e4b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c9f92e9ed4110" /><Relationship Type="http://schemas.openxmlformats.org/officeDocument/2006/relationships/notesSlide" Target="/ppt/notesSlides/notesSlide1.xml" Id="R1046e684509945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6" name="title.main">
            <a:extLst xmlns:a="http://schemas.openxmlformats.org/drawingml/2006/main">
              <a:ext uri="{FF2B5EF4-FFF2-40B4-BE49-F238E27FC236}">
                <a16:creationId xmlns:a16="http://schemas.microsoft.com/office/drawing/2014/main" id="{2F055F8C-0B0D-4288-88A1-2858BBCC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"/>
            <a:ext cx="1638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Ⅰ  单样本 MDM：由最小差异准则确定三个参数</a:t>
            </a:r>
          </a:p>
        </p:txBody>
      </p:sp>
      <p:sp>
        <p:nvSpPr>
          <p:cNvPr id="2" name="criterion.boundary">
            <a:extLst xmlns:a="http://schemas.openxmlformats.org/drawingml/2006/main">
              <a:ext uri="{FF2B5EF4-FFF2-40B4-BE49-F238E27FC236}">
                <a16:creationId xmlns:a16="http://schemas.microsoft.com/office/drawing/2014/main" id="{2BBCCD72-92EE-4A74-9585-812EDC8F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4400"/>
            <a:ext cx="4762500" cy="443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ADB7"/>
            </a:solidFill>
            <a:prstDash val="dash"/>
          </a:ln>
        </p:spPr>
      </p:sp>
      <p:sp>
        <p:nvSpPr>
          <p:cNvPr id="3" name="criterion.header">
            <a:extLst xmlns:a="http://schemas.openxmlformats.org/drawingml/2006/main">
              <a:ext uri="{FF2B5EF4-FFF2-40B4-BE49-F238E27FC236}">
                <a16:creationId xmlns:a16="http://schemas.microsoft.com/office/drawing/2014/main" id="{5A48ADD3-59E2-4F73-9015-57C3D6BB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14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" name="criterion.title">
            <a:extLst xmlns:a="http://schemas.openxmlformats.org/drawingml/2006/main">
              <a:ext uri="{FF2B5EF4-FFF2-40B4-BE49-F238E27FC236}">
                <a16:creationId xmlns:a16="http://schemas.microsoft.com/office/drawing/2014/main" id="{5F92AC90-9340-472B-961F-6D338ECC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334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样本如何形成求解准则</a:t>
            </a:r>
          </a:p>
        </p:txBody>
      </p:sp>
      <p:sp>
        <p:nvSpPr>
          <p:cNvPr id="5" name="criterion.input-label">
            <a:extLst xmlns:a="http://schemas.openxmlformats.org/drawingml/2006/main">
              <a:ext uri="{FF2B5EF4-FFF2-40B4-BE49-F238E27FC236}">
                <a16:creationId xmlns:a16="http://schemas.microsoft.com/office/drawing/2014/main" id="{F1D72067-3D97-4BAF-A543-C5B94127F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排序观测</a:t>
            </a:r>
          </a:p>
        </p:txBody>
      </p:sp>
      <p:sp>
        <p:nvSpPr>
          <p:cNvPr id="6" name="criterion.sample-baseline">
            <a:extLst xmlns:a="http://schemas.openxmlformats.org/drawingml/2006/main">
              <a:ext uri="{FF2B5EF4-FFF2-40B4-BE49-F238E27FC236}">
                <a16:creationId xmlns:a16="http://schemas.microsoft.com/office/drawing/2014/main" id="{FB1C16BE-349F-4C5F-B0A9-E9401E1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33600"/>
            <a:ext cx="1743075" cy="953"/>
          </a:xfrm>
          <a:custGeom xmlns:a="http://schemas.openxmlformats.org/drawingml/2006/main">
            <a:pathLst>
              <a:path w="1743075" h="953">
                <a:moveTo>
                  <a:pt x="0" y="0"/>
                </a:moveTo>
                <a:lnTo>
                  <a:pt x="1743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2878C"/>
            </a:solidFill>
            <a:prstDash val="solid"/>
          </a:ln>
        </p:spPr>
      </p:sp>
      <p:sp>
        <p:nvSpPr>
          <p:cNvPr id="7" name="criterion.sample-stem0">
            <a:extLst xmlns:a="http://schemas.openxmlformats.org/drawingml/2006/main">
              <a:ext uri="{FF2B5EF4-FFF2-40B4-BE49-F238E27FC236}">
                <a16:creationId xmlns:a16="http://schemas.microsoft.com/office/drawing/2014/main" id="{3B6C51C6-F02C-4782-AF20-6D4D5B01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747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8" name="criterion.sample-dot0">
            <a:extLst xmlns:a="http://schemas.openxmlformats.org/drawingml/2006/main">
              <a:ext uri="{FF2B5EF4-FFF2-40B4-BE49-F238E27FC236}">
                <a16:creationId xmlns:a16="http://schemas.microsoft.com/office/drawing/2014/main" id="{12E1E98B-9E97-4BA7-958D-C8CB68CDF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409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9" name="criterion.sample-stem1">
            <a:extLst xmlns:a="http://schemas.openxmlformats.org/drawingml/2006/main">
              <a:ext uri="{FF2B5EF4-FFF2-40B4-BE49-F238E27FC236}">
                <a16:creationId xmlns:a16="http://schemas.microsoft.com/office/drawing/2014/main" id="{06E842F7-2396-41DD-92A5-64FC83601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219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10" name="criterion.sample-dot1">
            <a:extLst xmlns:a="http://schemas.openxmlformats.org/drawingml/2006/main">
              <a:ext uri="{FF2B5EF4-FFF2-40B4-BE49-F238E27FC236}">
                <a16:creationId xmlns:a16="http://schemas.microsoft.com/office/drawing/2014/main" id="{23F93FC2-1AE1-426A-BE52-66B104C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881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11" name="criterion.sample-stem2">
            <a:extLst xmlns:a="http://schemas.openxmlformats.org/drawingml/2006/main">
              <a:ext uri="{FF2B5EF4-FFF2-40B4-BE49-F238E27FC236}">
                <a16:creationId xmlns:a16="http://schemas.microsoft.com/office/drawing/2014/main" id="{045ABF85-5EE3-4CDE-BD39-9EE41D0B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062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12" name="criterion.sample-dot2">
            <a:extLst xmlns:a="http://schemas.openxmlformats.org/drawingml/2006/main">
              <a:ext uri="{FF2B5EF4-FFF2-40B4-BE49-F238E27FC236}">
                <a16:creationId xmlns:a16="http://schemas.microsoft.com/office/drawing/2014/main" id="{C36F6C75-5679-4B6C-A76C-2701FE805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24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13" name="criterion.sample-stem3">
            <a:extLst xmlns:a="http://schemas.openxmlformats.org/drawingml/2006/main">
              <a:ext uri="{FF2B5EF4-FFF2-40B4-BE49-F238E27FC236}">
                <a16:creationId xmlns:a16="http://schemas.microsoft.com/office/drawing/2014/main" id="{7F96FFC8-8043-47A4-98CA-11211FE0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440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14" name="criterion.sample-dot3">
            <a:extLst xmlns:a="http://schemas.openxmlformats.org/drawingml/2006/main">
              <a:ext uri="{FF2B5EF4-FFF2-40B4-BE49-F238E27FC236}">
                <a16:creationId xmlns:a16="http://schemas.microsoft.com/office/drawing/2014/main" id="{5CCB507B-143F-48B5-8378-85770B31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103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15" name="criterion.sample-stem4">
            <a:extLst xmlns:a="http://schemas.openxmlformats.org/drawingml/2006/main">
              <a:ext uri="{FF2B5EF4-FFF2-40B4-BE49-F238E27FC236}">
                <a16:creationId xmlns:a16="http://schemas.microsoft.com/office/drawing/2014/main" id="{8D65039C-235B-4769-8B6B-15FF876B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266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16" name="criterion.sample-dot4">
            <a:extLst xmlns:a="http://schemas.openxmlformats.org/drawingml/2006/main">
              <a:ext uri="{FF2B5EF4-FFF2-40B4-BE49-F238E27FC236}">
                <a16:creationId xmlns:a16="http://schemas.microsoft.com/office/drawing/2014/main" id="{19279901-D212-4BBC-9948-9AE49F4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928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17" name="criterion.sample-stem5">
            <a:extLst xmlns:a="http://schemas.openxmlformats.org/drawingml/2006/main">
              <a:ext uri="{FF2B5EF4-FFF2-40B4-BE49-F238E27FC236}">
                <a16:creationId xmlns:a16="http://schemas.microsoft.com/office/drawing/2014/main" id="{3BE119B6-5571-4E4E-8F29-7575D3956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212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18" name="criterion.sample-dot5">
            <a:extLst xmlns:a="http://schemas.openxmlformats.org/drawingml/2006/main">
              <a:ext uri="{FF2B5EF4-FFF2-40B4-BE49-F238E27FC236}">
                <a16:creationId xmlns:a16="http://schemas.microsoft.com/office/drawing/2014/main" id="{CDFB0B94-67FB-4ADD-8EFD-2B12DFE3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874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19" name="criterion.sample-stem6">
            <a:extLst xmlns:a="http://schemas.openxmlformats.org/drawingml/2006/main">
              <a:ext uri="{FF2B5EF4-FFF2-40B4-BE49-F238E27FC236}">
                <a16:creationId xmlns:a16="http://schemas.microsoft.com/office/drawing/2014/main" id="{C69FEE54-F9E0-499E-94DF-F2973E07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544" y="1943100"/>
            <a:ext cx="953" cy="190500"/>
          </a:xfrm>
          <a:custGeom xmlns:a="http://schemas.openxmlformats.org/drawingml/2006/main">
            <a:pathLst>
              <a:path w="953" h="190500">
                <a:moveTo>
                  <a:pt x="0" y="1905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147AAA"/>
            </a:solidFill>
            <a:prstDash val="solid"/>
          </a:ln>
        </p:spPr>
      </p:sp>
      <p:sp>
        <p:nvSpPr>
          <p:cNvPr id="20" name="criterion.sample-dot6">
            <a:extLst xmlns:a="http://schemas.openxmlformats.org/drawingml/2006/main">
              <a:ext uri="{FF2B5EF4-FFF2-40B4-BE49-F238E27FC236}">
                <a16:creationId xmlns:a16="http://schemas.microsoft.com/office/drawing/2014/main" id="{4F649254-1B50-4F20-83E6-2C7CE1E6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206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21" name="criterion.sorted.0">
            <a:extLst xmlns:a="http://schemas.openxmlformats.org/drawingml/2006/main">
              <a:ext uri="{FF2B5EF4-FFF2-40B4-BE49-F238E27FC236}">
                <a16:creationId xmlns:a16="http://schemas.microsoft.com/office/drawing/2014/main" id="{08127729-7884-4EF2-8DE6-EE0718A5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81" y="2191703"/>
            <a:ext cx="1126712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t₍₁₎, …, t₍ₙ₎</a:t>
            </a:r>
          </a:p>
        </p:txBody>
      </p:sp>
      <p:sp>
        <p:nvSpPr>
          <p:cNvPr id="22" name="criterion.rank-left.0">
            <a:extLst xmlns:a="http://schemas.openxmlformats.org/drawingml/2006/main">
              <a:ext uri="{FF2B5EF4-FFF2-40B4-BE49-F238E27FC236}">
                <a16:creationId xmlns:a16="http://schemas.microsoft.com/office/drawing/2014/main" id="{FE3B189A-47E5-4A35-8AB7-F0F7D9B2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914" y="1753553"/>
            <a:ext cx="922496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F̂(t₍ᵢ₎) =</a:t>
            </a:r>
          </a:p>
        </p:txBody>
      </p:sp>
      <p:sp>
        <p:nvSpPr>
          <p:cNvPr id="23" name="criterion.rank.numerator.0">
            <a:extLst xmlns:a="http://schemas.openxmlformats.org/drawingml/2006/main">
              <a:ext uri="{FF2B5EF4-FFF2-40B4-BE49-F238E27FC236}">
                <a16:creationId xmlns:a16="http://schemas.microsoft.com/office/drawing/2014/main" id="{63AFDACF-7BC2-4FAB-9A3D-BDCD60F3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0744" y="1528763"/>
            <a:ext cx="69008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i − 0.3</a:t>
            </a:r>
          </a:p>
        </p:txBody>
      </p:sp>
      <p:sp>
        <p:nvSpPr>
          <p:cNvPr id="24" name="criterion.rank.bar">
            <a:extLst xmlns:a="http://schemas.openxmlformats.org/drawingml/2006/main">
              <a:ext uri="{FF2B5EF4-FFF2-40B4-BE49-F238E27FC236}">
                <a16:creationId xmlns:a16="http://schemas.microsoft.com/office/drawing/2014/main" id="{A157CE26-A69A-4FF2-9311-D1DA9868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885950"/>
            <a:ext cx="914400" cy="953"/>
          </a:xfrm>
          <a:custGeom xmlns:a="http://schemas.openxmlformats.org/drawingml/2006/main">
            <a:pathLst>
              <a:path w="914400" h="953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3238"/>
            </a:solidFill>
            <a:prstDash val="solid"/>
          </a:ln>
        </p:spPr>
      </p:sp>
      <p:sp>
        <p:nvSpPr>
          <p:cNvPr id="25" name="criterion.rank.denominator.0">
            <a:extLst xmlns:a="http://schemas.openxmlformats.org/drawingml/2006/main">
              <a:ext uri="{FF2B5EF4-FFF2-40B4-BE49-F238E27FC236}">
                <a16:creationId xmlns:a16="http://schemas.microsoft.com/office/drawing/2014/main" id="{A68F7DE2-3462-42ED-9DBB-7016C35D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407" y="1938338"/>
            <a:ext cx="756761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n + 0.4</a:t>
            </a:r>
          </a:p>
        </p:txBody>
      </p:sp>
      <p:sp>
        <p:nvSpPr>
          <p:cNvPr id="26" name="criterion.rank-label">
            <a:extLst xmlns:a="http://schemas.openxmlformats.org/drawingml/2006/main">
              <a:ext uri="{FF2B5EF4-FFF2-40B4-BE49-F238E27FC236}">
                <a16:creationId xmlns:a16="http://schemas.microsoft.com/office/drawing/2014/main" id="{9CB5F99C-180D-4B61-98C5-AD9FE715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13716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秩概率</a:t>
            </a:r>
          </a:p>
        </p:txBody>
      </p:sp>
      <p:sp>
        <p:nvSpPr>
          <p:cNvPr id="27" name="flow.input-pseudo">
            <a:extLst xmlns:a="http://schemas.openxmlformats.org/drawingml/2006/main">
              <a:ext uri="{FF2B5EF4-FFF2-40B4-BE49-F238E27FC236}">
                <a16:creationId xmlns:a16="http://schemas.microsoft.com/office/drawing/2014/main" id="{CA3E6A6D-A2C7-4A76-84D6-368D3F25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67000" y="2609850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28" name="criterion.pseudo-left.0">
            <a:extLst xmlns:a="http://schemas.openxmlformats.org/drawingml/2006/main">
              <a:ext uri="{FF2B5EF4-FFF2-40B4-BE49-F238E27FC236}">
                <a16:creationId xmlns:a16="http://schemas.microsoft.com/office/drawing/2014/main" id="{08900E26-191D-4442-A598-F0F229D4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43" y="3213735"/>
            <a:ext cx="1268063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η̂ᵢ(γⱼ, βₖ) =</a:t>
            </a:r>
          </a:p>
        </p:txBody>
      </p:sp>
      <p:sp>
        <p:nvSpPr>
          <p:cNvPr id="29" name="criterion.pseudo.numerator.0">
            <a:extLst xmlns:a="http://schemas.openxmlformats.org/drawingml/2006/main">
              <a:ext uri="{FF2B5EF4-FFF2-40B4-BE49-F238E27FC236}">
                <a16:creationId xmlns:a16="http://schemas.microsoft.com/office/drawing/2014/main" id="{85445F21-EA9C-4B4D-86AC-1A6B36B4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4080" y="2919413"/>
            <a:ext cx="754666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t₍ᵢ₎ − γⱼ</a:t>
            </a:r>
          </a:p>
        </p:txBody>
      </p:sp>
      <p:sp>
        <p:nvSpPr>
          <p:cNvPr id="30" name="criterion.pseudo.bar">
            <a:extLst xmlns:a="http://schemas.openxmlformats.org/drawingml/2006/main">
              <a:ext uri="{FF2B5EF4-FFF2-40B4-BE49-F238E27FC236}">
                <a16:creationId xmlns:a16="http://schemas.microsoft.com/office/drawing/2014/main" id="{5C7320F3-06D9-4C91-B135-EF8C798C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276600"/>
            <a:ext cx="2476500" cy="953"/>
          </a:xfrm>
          <a:custGeom xmlns:a="http://schemas.openxmlformats.org/drawingml/2006/main">
            <a:pathLst>
              <a:path w="2476500" h="953">
                <a:moveTo>
                  <a:pt x="0" y="0"/>
                </a:moveTo>
                <a:lnTo>
                  <a:pt x="2476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3238"/>
            </a:solidFill>
            <a:prstDash val="solid"/>
          </a:ln>
        </p:spPr>
      </p:sp>
      <p:sp>
        <p:nvSpPr>
          <p:cNvPr id="31" name="criterion.pseudo.denominator.0">
            <a:extLst xmlns:a="http://schemas.openxmlformats.org/drawingml/2006/main">
              <a:ext uri="{FF2B5EF4-FFF2-40B4-BE49-F238E27FC236}">
                <a16:creationId xmlns:a16="http://schemas.microsoft.com/office/drawing/2014/main" id="{BDA42625-BB1E-40A5-98C7-8D492C6B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9854" y="3328988"/>
            <a:ext cx="1780413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[−ln(1 − F̂(t₍ᵢ₎))]</a:t>
            </a:r>
          </a:p>
        </p:txBody>
      </p:sp>
      <p:sp>
        <p:nvSpPr>
          <p:cNvPr id="32" name="criterion.pseudo.denominator.1">
            <a:extLst xmlns:a="http://schemas.openxmlformats.org/drawingml/2006/main">
              <a:ext uri="{FF2B5EF4-FFF2-40B4-BE49-F238E27FC236}">
                <a16:creationId xmlns:a16="http://schemas.microsoft.com/office/drawing/2014/main" id="{7AEB7223-B243-4538-A1F7-0876DB83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692" y="3252788"/>
            <a:ext cx="33128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19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219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1/βₖ</a:t>
            </a:r>
          </a:p>
        </p:txBody>
      </p:sp>
      <p:sp>
        <p:nvSpPr>
          <p:cNvPr id="33" name="criterion.pseudo-label">
            <a:extLst xmlns:a="http://schemas.openxmlformats.org/drawingml/2006/main">
              <a:ext uri="{FF2B5EF4-FFF2-40B4-BE49-F238E27FC236}">
                <a16:creationId xmlns:a16="http://schemas.microsoft.com/office/drawing/2014/main" id="{1CBB2AFA-CCEA-417D-8F0B-E46D456B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74332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由每个观测得到伪尺度</a:t>
            </a:r>
          </a:p>
        </p:txBody>
      </p:sp>
      <p:sp>
        <p:nvSpPr>
          <p:cNvPr id="34" name="criterion.discrepancy.0">
            <a:extLst xmlns:a="http://schemas.openxmlformats.org/drawingml/2006/main">
              <a:ext uri="{FF2B5EF4-FFF2-40B4-BE49-F238E27FC236}">
                <a16:creationId xmlns:a16="http://schemas.microsoft.com/office/drawing/2014/main" id="{755BE901-0BAB-4848-8D29-2D1E3AED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502" y="4166235"/>
            <a:ext cx="18107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σ</a:t>
            </a:r>
          </a:p>
        </p:txBody>
      </p:sp>
      <p:sp>
        <p:nvSpPr>
          <p:cNvPr id="35" name="criterion.discrepancy.1">
            <a:extLst xmlns:a="http://schemas.openxmlformats.org/drawingml/2006/main">
              <a:ext uri="{FF2B5EF4-FFF2-40B4-BE49-F238E27FC236}">
                <a16:creationId xmlns:a16="http://schemas.microsoft.com/office/drawing/2014/main" id="{B308C01D-5A10-441D-9924-974756F2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998" y="4251579"/>
            <a:ext cx="12268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</a:t>
            </a:r>
          </a:p>
        </p:txBody>
      </p:sp>
      <p:sp>
        <p:nvSpPr>
          <p:cNvPr id="36" name="criterion.discrepancy.2">
            <a:extLst xmlns:a="http://schemas.openxmlformats.org/drawingml/2006/main">
              <a:ext uri="{FF2B5EF4-FFF2-40B4-BE49-F238E27FC236}">
                <a16:creationId xmlns:a16="http://schemas.microsoft.com/office/drawing/2014/main" id="{902CC8C4-E3B1-4D69-9FD3-907F41C9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105" y="4166235"/>
            <a:ext cx="2589943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(γⱼ, βₖ) = SD(η̂₁, …, η̂ₙ)</a:t>
            </a:r>
          </a:p>
        </p:txBody>
      </p:sp>
      <p:sp>
        <p:nvSpPr>
          <p:cNvPr id="37" name="criterion.minimum.0">
            <a:extLst xmlns:a="http://schemas.openxmlformats.org/drawingml/2006/main">
              <a:ext uri="{FF2B5EF4-FFF2-40B4-BE49-F238E27FC236}">
                <a16:creationId xmlns:a16="http://schemas.microsoft.com/office/drawing/2014/main" id="{55086011-2A55-4D86-817D-9FA99CD1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834" y="4823460"/>
            <a:ext cx="181070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σ</a:t>
            </a:r>
          </a:p>
        </p:txBody>
      </p:sp>
      <p:sp>
        <p:nvSpPr>
          <p:cNvPr id="38" name="criterion.minimum.1">
            <a:extLst xmlns:a="http://schemas.openxmlformats.org/drawingml/2006/main">
              <a:ext uri="{FF2B5EF4-FFF2-40B4-BE49-F238E27FC236}">
                <a16:creationId xmlns:a16="http://schemas.microsoft.com/office/drawing/2014/main" id="{D09BB3D9-5367-4F0C-9336-5BB1578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330" y="4908804"/>
            <a:ext cx="447103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η,min</a:t>
            </a:r>
          </a:p>
        </p:txBody>
      </p:sp>
      <p:sp>
        <p:nvSpPr>
          <p:cNvPr id="39" name="criterion.minimum.2">
            <a:extLst xmlns:a="http://schemas.openxmlformats.org/drawingml/2006/main">
              <a:ext uri="{FF2B5EF4-FFF2-40B4-BE49-F238E27FC236}">
                <a16:creationId xmlns:a16="http://schemas.microsoft.com/office/drawing/2014/main" id="{5EF77760-BD94-4B61-A5EF-5D48AE98F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3858" y="4823460"/>
            <a:ext cx="1414653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(γⱼ) = min σ</a:t>
            </a:r>
          </a:p>
        </p:txBody>
      </p:sp>
      <p:sp>
        <p:nvSpPr>
          <p:cNvPr id="40" name="criterion.minimum.3">
            <a:extLst xmlns:a="http://schemas.openxmlformats.org/drawingml/2006/main">
              <a:ext uri="{FF2B5EF4-FFF2-40B4-BE49-F238E27FC236}">
                <a16:creationId xmlns:a16="http://schemas.microsoft.com/office/drawing/2014/main" id="{AD2069BE-C14F-415B-8875-530D6FCD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9936" y="4908804"/>
            <a:ext cx="12268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36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</a:t>
            </a:r>
          </a:p>
        </p:txBody>
      </p:sp>
      <p:sp>
        <p:nvSpPr>
          <p:cNvPr id="41" name="criterion.minimum.4">
            <a:extLst xmlns:a="http://schemas.openxmlformats.org/drawingml/2006/main">
              <a:ext uri="{FF2B5EF4-FFF2-40B4-BE49-F238E27FC236}">
                <a16:creationId xmlns:a16="http://schemas.microsoft.com/office/drawing/2014/main" id="{98B274CC-837E-4CC6-ABA0-94F87C8A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043" y="4823460"/>
            <a:ext cx="806672" cy="3733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(γⱼ, βₖ)</a:t>
            </a:r>
          </a:p>
        </p:txBody>
      </p:sp>
      <p:sp>
        <p:nvSpPr>
          <p:cNvPr id="42" name="criterion.minimum-index.0">
            <a:extLst xmlns:a="http://schemas.openxmlformats.org/drawingml/2006/main">
              <a:ext uri="{FF2B5EF4-FFF2-40B4-BE49-F238E27FC236}">
                <a16:creationId xmlns:a16="http://schemas.microsoft.com/office/drawing/2014/main" id="{2F2CF499-B04D-4EB3-8629-714CF4D4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630" y="5144453"/>
            <a:ext cx="181166" cy="226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βₖ</a:t>
            </a:r>
          </a:p>
        </p:txBody>
      </p:sp>
      <p:sp>
        <p:nvSpPr>
          <p:cNvPr id="43" name="flow.pseudo-difference">
            <a:extLst xmlns:a="http://schemas.openxmlformats.org/drawingml/2006/main">
              <a:ext uri="{FF2B5EF4-FFF2-40B4-BE49-F238E27FC236}">
                <a16:creationId xmlns:a16="http://schemas.microsoft.com/office/drawing/2014/main" id="{40A12C7C-64DC-4295-8ED3-20B3A38C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95575" y="3933825"/>
            <a:ext cx="2476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44" name="flow.difference-minimum">
            <a:extLst xmlns:a="http://schemas.openxmlformats.org/drawingml/2006/main">
              <a:ext uri="{FF2B5EF4-FFF2-40B4-BE49-F238E27FC236}">
                <a16:creationId xmlns:a16="http://schemas.microsoft.com/office/drawing/2014/main" id="{14E8E8A3-09FF-4A71-A72C-C632C5FD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95575" y="4552950"/>
            <a:ext cx="2286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45" name="gamma.boundary">
            <a:extLst xmlns:a="http://schemas.openxmlformats.org/drawingml/2006/main">
              <a:ext uri="{FF2B5EF4-FFF2-40B4-BE49-F238E27FC236}">
                <a16:creationId xmlns:a16="http://schemas.microsoft.com/office/drawing/2014/main" id="{68E3725E-E9E3-403E-B351-5A2FDA57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14400"/>
            <a:ext cx="4762500" cy="443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ADB7"/>
            </a:solidFill>
            <a:prstDash val="dash"/>
          </a:ln>
        </p:spPr>
      </p:sp>
      <p:sp>
        <p:nvSpPr>
          <p:cNvPr id="46" name="gamma.header">
            <a:extLst xmlns:a="http://schemas.openxmlformats.org/drawingml/2006/main">
              <a:ext uri="{FF2B5EF4-FFF2-40B4-BE49-F238E27FC236}">
                <a16:creationId xmlns:a16="http://schemas.microsoft.com/office/drawing/2014/main" id="{88005AC2-4A34-4A0E-9AF0-AF0B7A38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914400"/>
            <a:ext cx="476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7" name="gamma.title">
            <a:extLst xmlns:a="http://schemas.openxmlformats.org/drawingml/2006/main">
              <a:ext uri="{FF2B5EF4-FFF2-40B4-BE49-F238E27FC236}">
                <a16:creationId xmlns:a16="http://schemas.microsoft.com/office/drawing/2014/main" id="{DB64BCF8-EDD3-42EF-945B-4BD9A0CD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334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  梯度交点确定位置参数</a:t>
            </a:r>
          </a:p>
        </p:txBody>
      </p:sp>
      <p:sp>
        <p:nvSpPr>
          <p:cNvPr id="48" name="gamma.gradient-name.0">
            <a:extLst xmlns:a="http://schemas.openxmlformats.org/drawingml/2006/main">
              <a:ext uri="{FF2B5EF4-FFF2-40B4-BE49-F238E27FC236}">
                <a16:creationId xmlns:a16="http://schemas.microsoft.com/office/drawing/2014/main" id="{425E1461-CE0E-4FD4-8642-F8CCEEF7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480" y="1644968"/>
            <a:ext cx="967740" cy="4533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5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∇(γ) =</a:t>
            </a:r>
          </a:p>
        </p:txBody>
      </p:sp>
      <p:sp>
        <p:nvSpPr>
          <p:cNvPr id="49" name="gamma.derivative.numerator.0">
            <a:extLst xmlns:a="http://schemas.openxmlformats.org/drawingml/2006/main">
              <a:ext uri="{FF2B5EF4-FFF2-40B4-BE49-F238E27FC236}">
                <a16:creationId xmlns:a16="http://schemas.microsoft.com/office/drawing/2014/main" id="{FB7C2C70-E706-40F9-BCD8-C20937AD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9115" y="1352550"/>
            <a:ext cx="350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dσ</a:t>
            </a:r>
          </a:p>
        </p:txBody>
      </p:sp>
      <p:sp>
        <p:nvSpPr>
          <p:cNvPr id="50" name="gamma.derivative.numerator.1">
            <a:extLst xmlns:a="http://schemas.openxmlformats.org/drawingml/2006/main">
              <a:ext uri="{FF2B5EF4-FFF2-40B4-BE49-F238E27FC236}">
                <a16:creationId xmlns:a16="http://schemas.microsoft.com/office/drawing/2014/main" id="{27B6449D-20F4-4967-A735-842968BA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0965" y="1443990"/>
            <a:ext cx="477298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463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η,min</a:t>
            </a:r>
          </a:p>
        </p:txBody>
      </p:sp>
      <p:sp>
        <p:nvSpPr>
          <p:cNvPr id="51" name="gamma.derivative.numerator.2">
            <a:extLst xmlns:a="http://schemas.openxmlformats.org/drawingml/2006/main">
              <a:ext uri="{FF2B5EF4-FFF2-40B4-BE49-F238E27FC236}">
                <a16:creationId xmlns:a16="http://schemas.microsoft.com/office/drawing/2014/main" id="{604CFDD5-173F-419F-AA13-2BFF2E99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9687" y="1352550"/>
            <a:ext cx="41062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(γ)</a:t>
            </a:r>
          </a:p>
        </p:txBody>
      </p:sp>
      <p:sp>
        <p:nvSpPr>
          <p:cNvPr id="52" name="gamma.derivative.bar">
            <a:extLst xmlns:a="http://schemas.openxmlformats.org/drawingml/2006/main">
              <a:ext uri="{FF2B5EF4-FFF2-40B4-BE49-F238E27FC236}">
                <a16:creationId xmlns:a16="http://schemas.microsoft.com/office/drawing/2014/main" id="{64FE5D90-F043-44AC-AFA5-5EB675F5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43075"/>
            <a:ext cx="2419350" cy="953"/>
          </a:xfrm>
          <a:custGeom xmlns:a="http://schemas.openxmlformats.org/drawingml/2006/main">
            <a:pathLst>
              <a:path w="2419350" h="953">
                <a:moveTo>
                  <a:pt x="0" y="0"/>
                </a:moveTo>
                <a:lnTo>
                  <a:pt x="2419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263238"/>
            </a:solidFill>
            <a:prstDash val="solid"/>
          </a:ln>
        </p:spPr>
      </p:sp>
      <p:sp>
        <p:nvSpPr>
          <p:cNvPr id="53" name="gamma.derivative.denominator.0">
            <a:extLst xmlns:a="http://schemas.openxmlformats.org/drawingml/2006/main">
              <a:ext uri="{FF2B5EF4-FFF2-40B4-BE49-F238E27FC236}">
                <a16:creationId xmlns:a16="http://schemas.microsoft.com/office/drawing/2014/main" id="{5DF434CC-6370-4685-9154-60D0ABB2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739" y="1762125"/>
            <a:ext cx="331946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2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dγ</a:t>
            </a:r>
          </a:p>
        </p:txBody>
      </p:sp>
      <p:sp>
        <p:nvSpPr>
          <p:cNvPr id="54" name="gamma.meaning">
            <a:extLst xmlns:a="http://schemas.openxmlformats.org/drawingml/2006/main">
              <a:ext uri="{FF2B5EF4-FFF2-40B4-BE49-F238E27FC236}">
                <a16:creationId xmlns:a16="http://schemas.microsoft.com/office/drawing/2014/main" id="{048C3817-C5F0-42B7-B688-F57DCCEA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条件最小差异随 γ 的变化率</a:t>
            </a:r>
          </a:p>
        </p:txBody>
      </p:sp>
      <p:sp>
        <p:nvSpPr>
          <p:cNvPr id="55" name="gamma.axisx">
            <a:extLst xmlns:a="http://schemas.openxmlformats.org/drawingml/2006/main">
              <a:ext uri="{FF2B5EF4-FFF2-40B4-BE49-F238E27FC236}">
                <a16:creationId xmlns:a16="http://schemas.microsoft.com/office/drawing/2014/main" id="{020E8DFD-83F1-4606-A6E6-BFA5D22A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38675"/>
            <a:ext cx="3371850" cy="953"/>
          </a:xfrm>
          <a:custGeom xmlns:a="http://schemas.openxmlformats.org/drawingml/2006/main"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56" name="gamma.axisy">
            <a:extLst xmlns:a="http://schemas.openxmlformats.org/drawingml/2006/main">
              <a:ext uri="{FF2B5EF4-FFF2-40B4-BE49-F238E27FC236}">
                <a16:creationId xmlns:a16="http://schemas.microsoft.com/office/drawing/2014/main" id="{E99FD9C8-E58A-441A-A445-E9021B5C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953" cy="1762125"/>
          </a:xfrm>
          <a:custGeom xmlns:a="http://schemas.openxmlformats.org/drawingml/2006/main"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57" name="gamma.xtick800">
            <a:extLst xmlns:a="http://schemas.openxmlformats.org/drawingml/2006/main">
              <a:ext uri="{FF2B5EF4-FFF2-40B4-BE49-F238E27FC236}">
                <a16:creationId xmlns:a16="http://schemas.microsoft.com/office/drawing/2014/main" id="{74475A35-26AA-48C9-8490-6CFE269D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564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58" name="gamma.xtxt800">
            <a:extLst xmlns:a="http://schemas.openxmlformats.org/drawingml/2006/main">
              <a:ext uri="{FF2B5EF4-FFF2-40B4-BE49-F238E27FC236}">
                <a16:creationId xmlns:a16="http://schemas.microsoft.com/office/drawing/2014/main" id="{BD0CF452-51A0-4E3F-88FD-F6726AD82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189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800</a:t>
            </a:r>
          </a:p>
        </p:txBody>
      </p:sp>
      <p:sp>
        <p:nvSpPr>
          <p:cNvPr id="59" name="gamma.xtick1000">
            <a:extLst xmlns:a="http://schemas.openxmlformats.org/drawingml/2006/main">
              <a:ext uri="{FF2B5EF4-FFF2-40B4-BE49-F238E27FC236}">
                <a16:creationId xmlns:a16="http://schemas.microsoft.com/office/drawing/2014/main" id="{F4DD15CC-CC1F-412D-B158-133B6C23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6691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60" name="gamma.xtxt1000">
            <a:extLst xmlns:a="http://schemas.openxmlformats.org/drawingml/2006/main">
              <a:ext uri="{FF2B5EF4-FFF2-40B4-BE49-F238E27FC236}">
                <a16:creationId xmlns:a16="http://schemas.microsoft.com/office/drawing/2014/main" id="{6CA04D7A-5432-46B2-A33E-94057DDE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3316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61" name="gamma.xtick1200">
            <a:extLst xmlns:a="http://schemas.openxmlformats.org/drawingml/2006/main">
              <a:ext uri="{FF2B5EF4-FFF2-40B4-BE49-F238E27FC236}">
                <a16:creationId xmlns:a16="http://schemas.microsoft.com/office/drawing/2014/main" id="{48F4F08D-0AF4-4E36-85C9-11260EFB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2818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62" name="gamma.xtxt1200">
            <a:extLst xmlns:a="http://schemas.openxmlformats.org/drawingml/2006/main">
              <a:ext uri="{FF2B5EF4-FFF2-40B4-BE49-F238E27FC236}">
                <a16:creationId xmlns:a16="http://schemas.microsoft.com/office/drawing/2014/main" id="{D49DFA85-7FE3-4BD4-B369-2A62D5BD0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443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1200</a:t>
            </a:r>
          </a:p>
        </p:txBody>
      </p:sp>
      <p:sp>
        <p:nvSpPr>
          <p:cNvPr id="63" name="gamma.ytick0">
            <a:extLst xmlns:a="http://schemas.openxmlformats.org/drawingml/2006/main">
              <a:ext uri="{FF2B5EF4-FFF2-40B4-BE49-F238E27FC236}">
                <a16:creationId xmlns:a16="http://schemas.microsoft.com/office/drawing/2014/main" id="{39B114E2-2C89-40CF-955C-43B4851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27220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64" name="gamma.ytxt0">
            <a:extLst xmlns:a="http://schemas.openxmlformats.org/drawingml/2006/main">
              <a:ext uri="{FF2B5EF4-FFF2-40B4-BE49-F238E27FC236}">
                <a16:creationId xmlns:a16="http://schemas.microsoft.com/office/drawing/2014/main" id="{A04F95CD-7630-471D-9D18-431CDF5F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0339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65" name="gamma.ytick0.2">
            <a:extLst xmlns:a="http://schemas.openxmlformats.org/drawingml/2006/main">
              <a:ext uri="{FF2B5EF4-FFF2-40B4-BE49-F238E27FC236}">
                <a16:creationId xmlns:a16="http://schemas.microsoft.com/office/drawing/2014/main" id="{F921E335-1573-4536-BC1D-27C95A1E6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63340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66" name="gamma.ytxt0.2">
            <a:extLst xmlns:a="http://schemas.openxmlformats.org/drawingml/2006/main">
              <a:ext uri="{FF2B5EF4-FFF2-40B4-BE49-F238E27FC236}">
                <a16:creationId xmlns:a16="http://schemas.microsoft.com/office/drawing/2014/main" id="{B69C3F8E-2295-42AE-ADF9-AAA2E68FB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73951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67" name="gamma.ytick0.4">
            <a:extLst xmlns:a="http://schemas.openxmlformats.org/drawingml/2006/main">
              <a:ext uri="{FF2B5EF4-FFF2-40B4-BE49-F238E27FC236}">
                <a16:creationId xmlns:a16="http://schemas.microsoft.com/office/drawing/2014/main" id="{422B027A-2D7F-423E-A826-3C648E79D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99460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68" name="gamma.ytxt0.4">
            <a:extLst xmlns:a="http://schemas.openxmlformats.org/drawingml/2006/main">
              <a:ext uri="{FF2B5EF4-FFF2-40B4-BE49-F238E27FC236}">
                <a16:creationId xmlns:a16="http://schemas.microsoft.com/office/drawing/2014/main" id="{6704C134-3811-4502-8ED5-522DF68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17563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0.4</a:t>
            </a:r>
          </a:p>
        </p:txBody>
      </p:sp>
      <p:sp>
        <p:nvSpPr>
          <p:cNvPr id="69" name="gamma.xlabel">
            <a:extLst xmlns:a="http://schemas.openxmlformats.org/drawingml/2006/main">
              <a:ext uri="{FF2B5EF4-FFF2-40B4-BE49-F238E27FC236}">
                <a16:creationId xmlns:a16="http://schemas.microsoft.com/office/drawing/2014/main" id="{0D1E5D66-2F60-42DF-BDB1-C23A0E9D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48250"/>
            <a:ext cx="3371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 γⱼ</a:t>
            </a:r>
          </a:p>
        </p:txBody>
      </p:sp>
      <p:sp>
        <p:nvSpPr>
          <p:cNvPr id="70" name="gamma.ylabel">
            <a:extLst xmlns:a="http://schemas.openxmlformats.org/drawingml/2006/main">
              <a:ext uri="{FF2B5EF4-FFF2-40B4-BE49-F238E27FC236}">
                <a16:creationId xmlns:a16="http://schemas.microsoft.com/office/drawing/2014/main" id="{BE5E605E-DABE-43D1-B1CC-50175BC4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191125" y="3586163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71" name="gamma.curve.segment0">
            <a:extLst xmlns:a="http://schemas.openxmlformats.org/drawingml/2006/main">
              <a:ext uri="{FF2B5EF4-FFF2-40B4-BE49-F238E27FC236}">
                <a16:creationId xmlns:a16="http://schemas.microsoft.com/office/drawing/2014/main" id="{E1715DBB-03A4-4B80-868B-43766F8B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95065"/>
            <a:ext cx="3371850" cy="1461820"/>
          </a:xfrm>
          <a:custGeom xmlns:a="http://schemas.openxmlformats.org/drawingml/2006/main">
            <a:pathLst>
              <a:path w="3371850" h="1461820">
                <a:moveTo>
                  <a:pt x="0" y="1461791"/>
                </a:moveTo>
                <a:lnTo>
                  <a:pt x="40429" y="1461812"/>
                </a:lnTo>
                <a:lnTo>
                  <a:pt x="83993" y="1461820"/>
                </a:lnTo>
                <a:lnTo>
                  <a:pt x="127059" y="1461815"/>
                </a:lnTo>
                <a:lnTo>
                  <a:pt x="169631" y="1461795"/>
                </a:lnTo>
                <a:lnTo>
                  <a:pt x="211716" y="1461760"/>
                </a:lnTo>
                <a:lnTo>
                  <a:pt x="253318" y="1461709"/>
                </a:lnTo>
                <a:lnTo>
                  <a:pt x="294444" y="1461642"/>
                </a:lnTo>
                <a:lnTo>
                  <a:pt x="335099" y="1461558"/>
                </a:lnTo>
                <a:lnTo>
                  <a:pt x="375289" y="1461456"/>
                </a:lnTo>
                <a:lnTo>
                  <a:pt x="415018" y="1461336"/>
                </a:lnTo>
                <a:lnTo>
                  <a:pt x="454292" y="1461197"/>
                </a:lnTo>
                <a:lnTo>
                  <a:pt x="493116" y="1461039"/>
                </a:lnTo>
                <a:lnTo>
                  <a:pt x="531496" y="1460860"/>
                </a:lnTo>
                <a:lnTo>
                  <a:pt x="569436" y="1460660"/>
                </a:lnTo>
                <a:lnTo>
                  <a:pt x="606942" y="1460439"/>
                </a:lnTo>
                <a:lnTo>
                  <a:pt x="644018" y="1460195"/>
                </a:lnTo>
                <a:lnTo>
                  <a:pt x="680669" y="1459928"/>
                </a:lnTo>
                <a:lnTo>
                  <a:pt x="716901" y="1459637"/>
                </a:lnTo>
                <a:lnTo>
                  <a:pt x="752717" y="1459322"/>
                </a:lnTo>
                <a:lnTo>
                  <a:pt x="788124" y="1458981"/>
                </a:lnTo>
                <a:lnTo>
                  <a:pt x="823124" y="1458613"/>
                </a:lnTo>
                <a:lnTo>
                  <a:pt x="857724" y="1458219"/>
                </a:lnTo>
                <a:lnTo>
                  <a:pt x="891928" y="1457796"/>
                </a:lnTo>
                <a:lnTo>
                  <a:pt x="925740" y="1457345"/>
                </a:lnTo>
                <a:lnTo>
                  <a:pt x="959165" y="1456864"/>
                </a:lnTo>
                <a:lnTo>
                  <a:pt x="992207" y="1456352"/>
                </a:lnTo>
                <a:lnTo>
                  <a:pt x="1024870" y="1455809"/>
                </a:lnTo>
                <a:lnTo>
                  <a:pt x="1057159" y="1455234"/>
                </a:lnTo>
                <a:lnTo>
                  <a:pt x="1089079" y="1454625"/>
                </a:lnTo>
                <a:lnTo>
                  <a:pt x="1120633" y="1453981"/>
                </a:lnTo>
                <a:lnTo>
                  <a:pt x="1151825" y="1453302"/>
                </a:lnTo>
                <a:lnTo>
                  <a:pt x="1182661" y="1452587"/>
                </a:lnTo>
                <a:lnTo>
                  <a:pt x="1213143" y="1451834"/>
                </a:lnTo>
                <a:lnTo>
                  <a:pt x="1243276" y="1451043"/>
                </a:lnTo>
                <a:lnTo>
                  <a:pt x="1273064" y="1450213"/>
                </a:lnTo>
                <a:lnTo>
                  <a:pt x="1302511" y="1449341"/>
                </a:lnTo>
                <a:lnTo>
                  <a:pt x="1331620" y="1448428"/>
                </a:lnTo>
                <a:lnTo>
                  <a:pt x="1360396" y="1447473"/>
                </a:lnTo>
                <a:lnTo>
                  <a:pt x="1388843" y="1446473"/>
                </a:lnTo>
                <a:lnTo>
                  <a:pt x="1416963" y="1445428"/>
                </a:lnTo>
                <a:lnTo>
                  <a:pt x="1444762" y="1444337"/>
                </a:lnTo>
                <a:lnTo>
                  <a:pt x="1472242" y="1443198"/>
                </a:lnTo>
                <a:lnTo>
                  <a:pt x="1499408" y="1442011"/>
                </a:lnTo>
                <a:lnTo>
                  <a:pt x="1526262" y="1440774"/>
                </a:lnTo>
                <a:lnTo>
                  <a:pt x="1552809" y="1439485"/>
                </a:lnTo>
                <a:lnTo>
                  <a:pt x="1579052" y="1438144"/>
                </a:lnTo>
                <a:lnTo>
                  <a:pt x="1604994" y="1436750"/>
                </a:lnTo>
                <a:lnTo>
                  <a:pt x="1630639" y="1435300"/>
                </a:lnTo>
                <a:lnTo>
                  <a:pt x="1655990" y="1433794"/>
                </a:lnTo>
                <a:lnTo>
                  <a:pt x="1681051" y="1432230"/>
                </a:lnTo>
                <a:lnTo>
                  <a:pt x="1682221" y="1432155"/>
                </a:lnTo>
                <a:lnTo>
                  <a:pt x="1705825" y="1430607"/>
                </a:lnTo>
                <a:lnTo>
                  <a:pt x="1730315" y="1428924"/>
                </a:lnTo>
                <a:lnTo>
                  <a:pt x="1754525" y="1427178"/>
                </a:lnTo>
                <a:lnTo>
                  <a:pt x="1778457" y="1425370"/>
                </a:lnTo>
                <a:lnTo>
                  <a:pt x="1802116" y="1423496"/>
                </a:lnTo>
                <a:lnTo>
                  <a:pt x="1825503" y="1421557"/>
                </a:lnTo>
                <a:lnTo>
                  <a:pt x="1848623" y="1419550"/>
                </a:lnTo>
                <a:lnTo>
                  <a:pt x="1871477" y="1417473"/>
                </a:lnTo>
                <a:lnTo>
                  <a:pt x="1894070" y="1415326"/>
                </a:lnTo>
                <a:lnTo>
                  <a:pt x="1916405" y="1413107"/>
                </a:lnTo>
                <a:lnTo>
                  <a:pt x="1938483" y="1410814"/>
                </a:lnTo>
                <a:lnTo>
                  <a:pt x="1960308" y="1408445"/>
                </a:lnTo>
                <a:lnTo>
                  <a:pt x="1981884" y="1406000"/>
                </a:lnTo>
                <a:lnTo>
                  <a:pt x="2003212" y="1403476"/>
                </a:lnTo>
                <a:lnTo>
                  <a:pt x="2024297" y="1400872"/>
                </a:lnTo>
                <a:lnTo>
                  <a:pt x="2045139" y="1398186"/>
                </a:lnTo>
                <a:lnTo>
                  <a:pt x="2065743" y="1395417"/>
                </a:lnTo>
                <a:lnTo>
                  <a:pt x="2086111" y="1392563"/>
                </a:lnTo>
                <a:lnTo>
                  <a:pt x="2106246" y="1389621"/>
                </a:lnTo>
                <a:lnTo>
                  <a:pt x="2126150" y="1386592"/>
                </a:lnTo>
                <a:lnTo>
                  <a:pt x="2145826" y="1383472"/>
                </a:lnTo>
                <a:lnTo>
                  <a:pt x="2165277" y="1380260"/>
                </a:lnTo>
                <a:lnTo>
                  <a:pt x="2184505" y="1376955"/>
                </a:lnTo>
                <a:lnTo>
                  <a:pt x="2203513" y="1373553"/>
                </a:lnTo>
                <a:lnTo>
                  <a:pt x="2222303" y="1370055"/>
                </a:lnTo>
                <a:lnTo>
                  <a:pt x="2240878" y="1366458"/>
                </a:lnTo>
                <a:lnTo>
                  <a:pt x="2259240" y="1362760"/>
                </a:lnTo>
                <a:lnTo>
                  <a:pt x="2277392" y="1358959"/>
                </a:lnTo>
                <a:lnTo>
                  <a:pt x="2295336" y="1355053"/>
                </a:lnTo>
                <a:lnTo>
                  <a:pt x="2313074" y="1351041"/>
                </a:lnTo>
                <a:lnTo>
                  <a:pt x="2330609" y="1346921"/>
                </a:lnTo>
                <a:lnTo>
                  <a:pt x="2347944" y="1342690"/>
                </a:lnTo>
                <a:lnTo>
                  <a:pt x="2365080" y="1338348"/>
                </a:lnTo>
                <a:lnTo>
                  <a:pt x="2382019" y="1333892"/>
                </a:lnTo>
                <a:lnTo>
                  <a:pt x="2398765" y="1329319"/>
                </a:lnTo>
                <a:lnTo>
                  <a:pt x="2415319" y="1324629"/>
                </a:lnTo>
                <a:lnTo>
                  <a:pt x="2431683" y="1319819"/>
                </a:lnTo>
                <a:lnTo>
                  <a:pt x="2447860" y="1314887"/>
                </a:lnTo>
                <a:lnTo>
                  <a:pt x="2463851" y="1309832"/>
                </a:lnTo>
                <a:lnTo>
                  <a:pt x="2479660" y="1304651"/>
                </a:lnTo>
                <a:lnTo>
                  <a:pt x="2495287" y="1299342"/>
                </a:lnTo>
                <a:lnTo>
                  <a:pt x="2510735" y="1293903"/>
                </a:lnTo>
                <a:lnTo>
                  <a:pt x="2526007" y="1288333"/>
                </a:lnTo>
                <a:lnTo>
                  <a:pt x="2541103" y="1282629"/>
                </a:lnTo>
                <a:lnTo>
                  <a:pt x="2556027" y="1276789"/>
                </a:lnTo>
                <a:lnTo>
                  <a:pt x="2570779" y="1270812"/>
                </a:lnTo>
                <a:lnTo>
                  <a:pt x="2585363" y="1264694"/>
                </a:lnTo>
                <a:lnTo>
                  <a:pt x="2599780" y="1258434"/>
                </a:lnTo>
                <a:lnTo>
                  <a:pt x="2614031" y="1252031"/>
                </a:lnTo>
                <a:lnTo>
                  <a:pt x="2628119" y="1245481"/>
                </a:lnTo>
                <a:lnTo>
                  <a:pt x="2642046" y="1238783"/>
                </a:lnTo>
                <a:lnTo>
                  <a:pt x="2655814" y="1231935"/>
                </a:lnTo>
                <a:lnTo>
                  <a:pt x="2669424" y="1224934"/>
                </a:lnTo>
                <a:lnTo>
                  <a:pt x="2682878" y="1217779"/>
                </a:lnTo>
                <a:lnTo>
                  <a:pt x="2696177" y="1210467"/>
                </a:lnTo>
                <a:lnTo>
                  <a:pt x="2709325" y="1202996"/>
                </a:lnTo>
                <a:lnTo>
                  <a:pt x="2722322" y="1195364"/>
                </a:lnTo>
                <a:lnTo>
                  <a:pt x="2735170" y="1187569"/>
                </a:lnTo>
                <a:lnTo>
                  <a:pt x="2747871" y="1179609"/>
                </a:lnTo>
                <a:lnTo>
                  <a:pt x="2760426" y="1171481"/>
                </a:lnTo>
                <a:lnTo>
                  <a:pt x="2772838" y="1163183"/>
                </a:lnTo>
                <a:lnTo>
                  <a:pt x="2785107" y="1154714"/>
                </a:lnTo>
                <a:lnTo>
                  <a:pt x="2791469" y="1150215"/>
                </a:lnTo>
                <a:lnTo>
                  <a:pt x="2797236" y="1146071"/>
                </a:lnTo>
                <a:lnTo>
                  <a:pt x="2809226" y="1137252"/>
                </a:lnTo>
                <a:lnTo>
                  <a:pt x="2821079" y="1128254"/>
                </a:lnTo>
                <a:lnTo>
                  <a:pt x="2832796" y="1119076"/>
                </a:lnTo>
                <a:lnTo>
                  <a:pt x="2844379" y="1109714"/>
                </a:lnTo>
                <a:lnTo>
                  <a:pt x="2855829" y="1100168"/>
                </a:lnTo>
                <a:lnTo>
                  <a:pt x="2867148" y="1090435"/>
                </a:lnTo>
                <a:lnTo>
                  <a:pt x="2878337" y="1080512"/>
                </a:lnTo>
                <a:lnTo>
                  <a:pt x="2889398" y="1070398"/>
                </a:lnTo>
                <a:lnTo>
                  <a:pt x="2900333" y="1060090"/>
                </a:lnTo>
                <a:lnTo>
                  <a:pt x="2911142" y="1049585"/>
                </a:lnTo>
                <a:lnTo>
                  <a:pt x="2921827" y="1038882"/>
                </a:lnTo>
                <a:lnTo>
                  <a:pt x="2932390" y="1027979"/>
                </a:lnTo>
                <a:lnTo>
                  <a:pt x="2942832" y="1016873"/>
                </a:lnTo>
                <a:lnTo>
                  <a:pt x="2953155" y="1005562"/>
                </a:lnTo>
                <a:lnTo>
                  <a:pt x="2963359" y="994043"/>
                </a:lnTo>
                <a:lnTo>
                  <a:pt x="2973447" y="982315"/>
                </a:lnTo>
                <a:lnTo>
                  <a:pt x="2983418" y="970375"/>
                </a:lnTo>
                <a:lnTo>
                  <a:pt x="2993276" y="958221"/>
                </a:lnTo>
                <a:lnTo>
                  <a:pt x="3003021" y="945850"/>
                </a:lnTo>
                <a:lnTo>
                  <a:pt x="3012654" y="933261"/>
                </a:lnTo>
                <a:lnTo>
                  <a:pt x="3022177" y="920451"/>
                </a:lnTo>
                <a:lnTo>
                  <a:pt x="3031590" y="907418"/>
                </a:lnTo>
                <a:lnTo>
                  <a:pt x="3040896" y="894159"/>
                </a:lnTo>
                <a:lnTo>
                  <a:pt x="3050096" y="880673"/>
                </a:lnTo>
                <a:lnTo>
                  <a:pt x="3059190" y="866957"/>
                </a:lnTo>
                <a:lnTo>
                  <a:pt x="3068179" y="853009"/>
                </a:lnTo>
                <a:lnTo>
                  <a:pt x="3077066" y="838826"/>
                </a:lnTo>
                <a:lnTo>
                  <a:pt x="3085851" y="824407"/>
                </a:lnTo>
                <a:lnTo>
                  <a:pt x="3094536" y="809748"/>
                </a:lnTo>
                <a:lnTo>
                  <a:pt x="3103121" y="794849"/>
                </a:lnTo>
                <a:lnTo>
                  <a:pt x="3111607" y="779706"/>
                </a:lnTo>
                <a:lnTo>
                  <a:pt x="3119997" y="764317"/>
                </a:lnTo>
                <a:lnTo>
                  <a:pt x="3128290" y="748681"/>
                </a:lnTo>
                <a:lnTo>
                  <a:pt x="3136489" y="732794"/>
                </a:lnTo>
                <a:lnTo>
                  <a:pt x="3144593" y="716655"/>
                </a:lnTo>
                <a:lnTo>
                  <a:pt x="3152605" y="700261"/>
                </a:lnTo>
                <a:lnTo>
                  <a:pt x="3160525" y="683611"/>
                </a:lnTo>
                <a:lnTo>
                  <a:pt x="3168354" y="666701"/>
                </a:lnTo>
                <a:lnTo>
                  <a:pt x="3176094" y="649530"/>
                </a:lnTo>
                <a:lnTo>
                  <a:pt x="3183744" y="632096"/>
                </a:lnTo>
                <a:lnTo>
                  <a:pt x="3191308" y="614396"/>
                </a:lnTo>
                <a:lnTo>
                  <a:pt x="3198784" y="596429"/>
                </a:lnTo>
                <a:lnTo>
                  <a:pt x="3206175" y="578192"/>
                </a:lnTo>
                <a:lnTo>
                  <a:pt x="3213482" y="559682"/>
                </a:lnTo>
                <a:lnTo>
                  <a:pt x="3220704" y="540899"/>
                </a:lnTo>
                <a:lnTo>
                  <a:pt x="3227844" y="521839"/>
                </a:lnTo>
                <a:lnTo>
                  <a:pt x="3234902" y="502501"/>
                </a:lnTo>
                <a:lnTo>
                  <a:pt x="3241880" y="482882"/>
                </a:lnTo>
                <a:lnTo>
                  <a:pt x="3248777" y="462981"/>
                </a:lnTo>
                <a:lnTo>
                  <a:pt x="3255596" y="442796"/>
                </a:lnTo>
                <a:lnTo>
                  <a:pt x="3262336" y="422324"/>
                </a:lnTo>
                <a:lnTo>
                  <a:pt x="3268999" y="401564"/>
                </a:lnTo>
                <a:lnTo>
                  <a:pt x="3275586" y="380513"/>
                </a:lnTo>
                <a:lnTo>
                  <a:pt x="3282097" y="359170"/>
                </a:lnTo>
                <a:lnTo>
                  <a:pt x="3288534" y="337533"/>
                </a:lnTo>
                <a:lnTo>
                  <a:pt x="3294897" y="315600"/>
                </a:lnTo>
                <a:lnTo>
                  <a:pt x="3301187" y="293369"/>
                </a:lnTo>
                <a:lnTo>
                  <a:pt x="3307406" y="270839"/>
                </a:lnTo>
                <a:lnTo>
                  <a:pt x="3313553" y="248007"/>
                </a:lnTo>
                <a:lnTo>
                  <a:pt x="3319629" y="224872"/>
                </a:lnTo>
                <a:lnTo>
                  <a:pt x="3325636" y="201432"/>
                </a:lnTo>
                <a:lnTo>
                  <a:pt x="3331574" y="177686"/>
                </a:lnTo>
                <a:lnTo>
                  <a:pt x="3337444" y="153632"/>
                </a:lnTo>
                <a:lnTo>
                  <a:pt x="3343247" y="129269"/>
                </a:lnTo>
                <a:lnTo>
                  <a:pt x="3348984" y="104595"/>
                </a:lnTo>
                <a:lnTo>
                  <a:pt x="3354654" y="79608"/>
                </a:lnTo>
                <a:lnTo>
                  <a:pt x="3360260" y="54309"/>
                </a:lnTo>
                <a:lnTo>
                  <a:pt x="3365802" y="28694"/>
                </a:lnTo>
                <a:lnTo>
                  <a:pt x="3371280" y="2764"/>
                </a:ln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3238"/>
            </a:solidFill>
            <a:prstDash val="solid"/>
          </a:ln>
        </p:spPr>
      </p:sp>
      <p:sp>
        <p:nvSpPr>
          <p:cNvPr id="72" name="gamma.zero">
            <a:extLst xmlns:a="http://schemas.openxmlformats.org/drawingml/2006/main">
              <a:ext uri="{FF2B5EF4-FFF2-40B4-BE49-F238E27FC236}">
                <a16:creationId xmlns:a16="http://schemas.microsoft.com/office/drawing/2014/main" id="{0B358FF8-E57D-4D13-B193-12ADD91A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27220"/>
            <a:ext cx="3371850" cy="953"/>
          </a:xfrm>
          <a:custGeom xmlns:a="http://schemas.openxmlformats.org/drawingml/2006/main">
            <a:pathLst>
              <a:path w="3371850" h="953">
                <a:moveTo>
                  <a:pt x="0" y="0"/>
                </a:moveTo>
                <a:lnTo>
                  <a:pt x="33718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82878C"/>
            </a:solidFill>
            <a:prstDash val="dash"/>
          </a:ln>
        </p:spPr>
      </p:sp>
      <p:sp>
        <p:nvSpPr>
          <p:cNvPr id="73" name="gamma.selected">
            <a:extLst xmlns:a="http://schemas.openxmlformats.org/drawingml/2006/main">
              <a:ext uri="{FF2B5EF4-FFF2-40B4-BE49-F238E27FC236}">
                <a16:creationId xmlns:a16="http://schemas.microsoft.com/office/drawing/2014/main" id="{A5AE7202-C8CD-4D40-8A14-AF278711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096" y="437959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</a:ln>
        </p:spPr>
      </p:sp>
      <p:sp>
        <p:nvSpPr>
          <p:cNvPr id="74" name="gamma.projection">
            <a:extLst xmlns:a="http://schemas.openxmlformats.org/drawingml/2006/main">
              <a:ext uri="{FF2B5EF4-FFF2-40B4-BE49-F238E27FC236}">
                <a16:creationId xmlns:a16="http://schemas.microsoft.com/office/drawing/2014/main" id="{4D2C9FD8-6F90-41C1-888E-2B1F781FA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9721" y="4427220"/>
            <a:ext cx="953" cy="211455"/>
          </a:xfrm>
          <a:custGeom xmlns:a="http://schemas.openxmlformats.org/drawingml/2006/main">
            <a:pathLst>
              <a:path w="953" h="211455">
                <a:moveTo>
                  <a:pt x="0" y="0"/>
                </a:moveTo>
                <a:lnTo>
                  <a:pt x="0" y="211455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2878C"/>
            </a:solidFill>
            <a:prstDash val="dash"/>
          </a:ln>
        </p:spPr>
      </p:sp>
      <p:sp>
        <p:nvSpPr>
          <p:cNvPr id="75" name="gamma.root-label">
            <a:extLst xmlns:a="http://schemas.openxmlformats.org/drawingml/2006/main">
              <a:ext uri="{FF2B5EF4-FFF2-40B4-BE49-F238E27FC236}">
                <a16:creationId xmlns:a16="http://schemas.microsoft.com/office/drawing/2014/main" id="{94DC584F-DFDD-4E41-9326-FCFDFB33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76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∇(γ̂) = 0</a:t>
            </a:r>
          </a:p>
        </p:txBody>
      </p:sp>
      <p:sp>
        <p:nvSpPr>
          <p:cNvPr id="76" name="gamma.root-leader">
            <a:extLst xmlns:a="http://schemas.openxmlformats.org/drawingml/2006/main">
              <a:ext uri="{FF2B5EF4-FFF2-40B4-BE49-F238E27FC236}">
                <a16:creationId xmlns:a16="http://schemas.microsoft.com/office/drawing/2014/main" id="{9FED2BFD-EAC3-47A4-981C-8B11096ED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096" y="4048125"/>
            <a:ext cx="32279" cy="312420"/>
          </a:xfrm>
          <a:custGeom xmlns:a="http://schemas.openxmlformats.org/drawingml/2006/main">
            <a:pathLst>
              <a:path w="32279" h="312420">
                <a:moveTo>
                  <a:pt x="32279" y="0"/>
                </a:moveTo>
                <a:lnTo>
                  <a:pt x="0" y="31242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77" name="gamma.estimate">
            <a:extLst xmlns:a="http://schemas.openxmlformats.org/drawingml/2006/main">
              <a:ext uri="{FF2B5EF4-FFF2-40B4-BE49-F238E27FC236}">
                <a16:creationId xmlns:a16="http://schemas.microsoft.com/office/drawing/2014/main" id="{4AC8249B-E887-499D-982A-0F92CFDE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5812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γ̂ = 974.4</a:t>
            </a:r>
          </a:p>
        </p:txBody>
      </p:sp>
      <p:sp>
        <p:nvSpPr>
          <p:cNvPr id="78" name="flow.criterion-gamma">
            <a:extLst xmlns:a="http://schemas.openxmlformats.org/drawingml/2006/main">
              <a:ext uri="{FF2B5EF4-FFF2-40B4-BE49-F238E27FC236}">
                <a16:creationId xmlns:a16="http://schemas.microsoft.com/office/drawing/2014/main" id="{47CD26F2-3F11-4F5C-B341-DBD6E7E7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4724400"/>
            <a:ext cx="5905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79" name="flow.criterion-transfer">
            <a:extLst xmlns:a="http://schemas.openxmlformats.org/drawingml/2006/main">
              <a:ext uri="{FF2B5EF4-FFF2-40B4-BE49-F238E27FC236}">
                <a16:creationId xmlns:a16="http://schemas.microsoft.com/office/drawing/2014/main" id="{467E89FE-447B-4734-8533-E2BE04C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324350"/>
            <a:ext cx="647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求导</a:t>
            </a:r>
          </a:p>
        </p:txBody>
      </p:sp>
      <p:sp>
        <p:nvSpPr>
          <p:cNvPr id="80" name="beta.boundary">
            <a:extLst xmlns:a="http://schemas.openxmlformats.org/drawingml/2006/main">
              <a:ext uri="{FF2B5EF4-FFF2-40B4-BE49-F238E27FC236}">
                <a16:creationId xmlns:a16="http://schemas.microsoft.com/office/drawing/2014/main" id="{8B3137B9-D64D-40CC-930F-E574B93A2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14400"/>
            <a:ext cx="4953000" cy="443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ADB7"/>
            </a:solidFill>
            <a:prstDash val="dash"/>
          </a:ln>
        </p:spPr>
      </p:sp>
      <p:sp>
        <p:nvSpPr>
          <p:cNvPr id="81" name="beta.header">
            <a:extLst xmlns:a="http://schemas.openxmlformats.org/drawingml/2006/main">
              <a:ext uri="{FF2B5EF4-FFF2-40B4-BE49-F238E27FC236}">
                <a16:creationId xmlns:a16="http://schemas.microsoft.com/office/drawing/2014/main" id="{2AF77959-2F2D-46EE-A9AD-1D9BF3BF0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914400"/>
            <a:ext cx="495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82" name="beta.title">
            <a:extLst xmlns:a="http://schemas.openxmlformats.org/drawingml/2006/main">
              <a:ext uri="{FF2B5EF4-FFF2-40B4-BE49-F238E27FC236}">
                <a16:creationId xmlns:a16="http://schemas.microsoft.com/office/drawing/2014/main" id="{D7100E54-16FB-4583-9B89-7A902F75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933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b  代入位置，回代形状参数</a:t>
            </a:r>
          </a:p>
        </p:txBody>
      </p:sp>
      <p:sp>
        <p:nvSpPr>
          <p:cNvPr id="83" name="beta.minimum.0">
            <a:extLst xmlns:a="http://schemas.openxmlformats.org/drawingml/2006/main">
              <a:ext uri="{FF2B5EF4-FFF2-40B4-BE49-F238E27FC236}">
                <a16:creationId xmlns:a16="http://schemas.microsoft.com/office/drawing/2014/main" id="{1255838B-0343-49F0-B89A-5C62106F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5807" y="1605915"/>
            <a:ext cx="180003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β̂ = arg min σ</a:t>
            </a:r>
          </a:p>
        </p:txBody>
      </p:sp>
      <p:sp>
        <p:nvSpPr>
          <p:cNvPr id="84" name="beta.minimum.1">
            <a:extLst xmlns:a="http://schemas.openxmlformats.org/drawingml/2006/main">
              <a:ext uri="{FF2B5EF4-FFF2-40B4-BE49-F238E27FC236}">
                <a16:creationId xmlns:a16="http://schemas.microsoft.com/office/drawing/2014/main" id="{23D556CC-EEF3-4FD8-A176-E5C18954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267" y="1703451"/>
            <a:ext cx="136112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6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56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</a:t>
            </a:r>
          </a:p>
        </p:txBody>
      </p:sp>
      <p:sp>
        <p:nvSpPr>
          <p:cNvPr id="85" name="beta.minimum.2">
            <a:extLst xmlns:a="http://schemas.openxmlformats.org/drawingml/2006/main">
              <a:ext uri="{FF2B5EF4-FFF2-40B4-BE49-F238E27FC236}">
                <a16:creationId xmlns:a16="http://schemas.microsoft.com/office/drawing/2014/main" id="{44C7DBBC-A665-40EC-AAF2-ED269C0A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4804" y="1605915"/>
            <a:ext cx="852964" cy="42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40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(γ̂, βₖ)</a:t>
            </a:r>
          </a:p>
        </p:txBody>
      </p:sp>
      <p:sp>
        <p:nvSpPr>
          <p:cNvPr id="86" name="beta.argmin-index.0">
            <a:extLst xmlns:a="http://schemas.openxmlformats.org/drawingml/2006/main">
              <a:ext uri="{FF2B5EF4-FFF2-40B4-BE49-F238E27FC236}">
                <a16:creationId xmlns:a16="http://schemas.microsoft.com/office/drawing/2014/main" id="{53FB3A4E-7AFD-4478-B6B7-9C66DD42F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0503" y="1965960"/>
            <a:ext cx="190119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βₖ</a:t>
            </a:r>
          </a:p>
        </p:txBody>
      </p:sp>
      <p:sp>
        <p:nvSpPr>
          <p:cNvPr id="87" name="beta.fixed">
            <a:extLst xmlns:a="http://schemas.openxmlformats.org/drawingml/2006/main">
              <a:ext uri="{FF2B5EF4-FFF2-40B4-BE49-F238E27FC236}">
                <a16:creationId xmlns:a16="http://schemas.microsoft.com/office/drawing/2014/main" id="{D05956A6-7373-41F6-9661-012B3D3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295525"/>
            <a:ext cx="4381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固定 γ̂ = 974.4</a:t>
            </a:r>
          </a:p>
        </p:txBody>
      </p:sp>
      <p:sp>
        <p:nvSpPr>
          <p:cNvPr id="88" name="beta.axisx">
            <a:extLst xmlns:a="http://schemas.openxmlformats.org/drawingml/2006/main">
              <a:ext uri="{FF2B5EF4-FFF2-40B4-BE49-F238E27FC236}">
                <a16:creationId xmlns:a16="http://schemas.microsoft.com/office/drawing/2014/main" id="{E218B0B7-141A-46FE-804E-31A3B8B9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638675"/>
            <a:ext cx="3333750" cy="953"/>
          </a:xfrm>
          <a:custGeom xmlns:a="http://schemas.openxmlformats.org/drawingml/2006/main">
            <a:pathLst>
              <a:path w="3333750" h="953">
                <a:moveTo>
                  <a:pt x="0" y="0"/>
                </a:moveTo>
                <a:lnTo>
                  <a:pt x="3333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89" name="beta.axisy">
            <a:extLst xmlns:a="http://schemas.openxmlformats.org/drawingml/2006/main">
              <a:ext uri="{FF2B5EF4-FFF2-40B4-BE49-F238E27FC236}">
                <a16:creationId xmlns:a16="http://schemas.microsoft.com/office/drawing/2014/main" id="{CA508F82-B56C-432C-85D5-7A4B3ED8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2876550"/>
            <a:ext cx="953" cy="1762125"/>
          </a:xfrm>
          <a:custGeom xmlns:a="http://schemas.openxmlformats.org/drawingml/2006/main">
            <a:pathLst>
              <a:path w="953" h="1762125">
                <a:moveTo>
                  <a:pt x="0" y="0"/>
                </a:moveTo>
                <a:lnTo>
                  <a:pt x="0" y="1762125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90" name="beta.xtick1.5">
            <a:extLst xmlns:a="http://schemas.openxmlformats.org/drawingml/2006/main">
              <a:ext uri="{FF2B5EF4-FFF2-40B4-BE49-F238E27FC236}">
                <a16:creationId xmlns:a16="http://schemas.microsoft.com/office/drawing/2014/main" id="{DA9603FC-5FA4-49F5-921A-ECC36DEB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91" name="beta.xtxt1.5">
            <a:extLst xmlns:a="http://schemas.openxmlformats.org/drawingml/2006/main">
              <a:ext uri="{FF2B5EF4-FFF2-40B4-BE49-F238E27FC236}">
                <a16:creationId xmlns:a16="http://schemas.microsoft.com/office/drawing/2014/main" id="{34FF8E13-3C16-4BF9-85A5-4679D20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1.5</a:t>
            </a:r>
          </a:p>
        </p:txBody>
      </p:sp>
      <p:sp>
        <p:nvSpPr>
          <p:cNvPr id="92" name="beta.xtick2.5">
            <a:extLst xmlns:a="http://schemas.openxmlformats.org/drawingml/2006/main">
              <a:ext uri="{FF2B5EF4-FFF2-40B4-BE49-F238E27FC236}">
                <a16:creationId xmlns:a16="http://schemas.microsoft.com/office/drawing/2014/main" id="{D0E6FB97-80D4-4295-80F9-316B5E8D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93" name="beta.xtxt2.5">
            <a:extLst xmlns:a="http://schemas.openxmlformats.org/drawingml/2006/main">
              <a:ext uri="{FF2B5EF4-FFF2-40B4-BE49-F238E27FC236}">
                <a16:creationId xmlns:a16="http://schemas.microsoft.com/office/drawing/2014/main" id="{2A7ED1B8-A319-45C4-993F-E4605241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2.5</a:t>
            </a:r>
          </a:p>
        </p:txBody>
      </p:sp>
      <p:sp>
        <p:nvSpPr>
          <p:cNvPr id="94" name="beta.xtick3.5">
            <a:extLst xmlns:a="http://schemas.openxmlformats.org/drawingml/2006/main">
              <a:ext uri="{FF2B5EF4-FFF2-40B4-BE49-F238E27FC236}">
                <a16:creationId xmlns:a16="http://schemas.microsoft.com/office/drawing/2014/main" id="{3987C3DC-5499-421A-89EC-52F61FF6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82875" y="4638675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95" name="beta.xtxt3.5">
            <a:extLst xmlns:a="http://schemas.openxmlformats.org/drawingml/2006/main">
              <a:ext uri="{FF2B5EF4-FFF2-40B4-BE49-F238E27FC236}">
                <a16:creationId xmlns:a16="http://schemas.microsoft.com/office/drawing/2014/main" id="{503B3BE8-835F-48D8-9AD2-6CC6390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0" y="4724400"/>
            <a:ext cx="666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3.5</a:t>
            </a:r>
          </a:p>
        </p:txBody>
      </p:sp>
      <p:sp>
        <p:nvSpPr>
          <p:cNvPr id="96" name="beta.ytick0">
            <a:extLst xmlns:a="http://schemas.openxmlformats.org/drawingml/2006/main">
              <a:ext uri="{FF2B5EF4-FFF2-40B4-BE49-F238E27FC236}">
                <a16:creationId xmlns:a16="http://schemas.microsoft.com/office/drawing/2014/main" id="{18291260-42BB-4079-8545-C8F025A5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463867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97" name="beta.ytxt0">
            <a:extLst xmlns:a="http://schemas.openxmlformats.org/drawingml/2006/main">
              <a:ext uri="{FF2B5EF4-FFF2-40B4-BE49-F238E27FC236}">
                <a16:creationId xmlns:a16="http://schemas.microsoft.com/office/drawing/2014/main" id="{3988CD3F-42B7-4066-B4FB-B2DF725F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51485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98" name="beta.ytick100">
            <a:extLst xmlns:a="http://schemas.openxmlformats.org/drawingml/2006/main">
              <a:ext uri="{FF2B5EF4-FFF2-40B4-BE49-F238E27FC236}">
                <a16:creationId xmlns:a16="http://schemas.microsoft.com/office/drawing/2014/main" id="{107D20BD-518B-4973-A271-2F58DF0B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4135211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99" name="beta.ytxt100">
            <a:extLst xmlns:a="http://schemas.openxmlformats.org/drawingml/2006/main">
              <a:ext uri="{FF2B5EF4-FFF2-40B4-BE49-F238E27FC236}">
                <a16:creationId xmlns:a16="http://schemas.microsoft.com/office/drawing/2014/main" id="{F80CB989-95A8-4C92-AAD3-556C5430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4011386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0" name="beta.ytick200">
            <a:extLst xmlns:a="http://schemas.openxmlformats.org/drawingml/2006/main">
              <a:ext uri="{FF2B5EF4-FFF2-40B4-BE49-F238E27FC236}">
                <a16:creationId xmlns:a16="http://schemas.microsoft.com/office/drawing/2014/main" id="{4531EEBC-266B-4576-89A0-7C9EEA81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3631746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01" name="beta.ytxt200">
            <a:extLst xmlns:a="http://schemas.openxmlformats.org/drawingml/2006/main">
              <a:ext uri="{FF2B5EF4-FFF2-40B4-BE49-F238E27FC236}">
                <a16:creationId xmlns:a16="http://schemas.microsoft.com/office/drawing/2014/main" id="{4BBD2D82-6109-4C59-8AD5-36FCA5BD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507921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200</a:t>
            </a:r>
          </a:p>
        </p:txBody>
      </p:sp>
      <p:sp>
        <p:nvSpPr>
          <p:cNvPr id="102" name="beta.ytick300">
            <a:extLst xmlns:a="http://schemas.openxmlformats.org/drawingml/2006/main">
              <a:ext uri="{FF2B5EF4-FFF2-40B4-BE49-F238E27FC236}">
                <a16:creationId xmlns:a16="http://schemas.microsoft.com/office/drawing/2014/main" id="{DAA9FA12-43AA-4DD9-AB3D-320BC124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8725" y="3128282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03" name="beta.ytxt300">
            <a:extLst xmlns:a="http://schemas.openxmlformats.org/drawingml/2006/main">
              <a:ext uri="{FF2B5EF4-FFF2-40B4-BE49-F238E27FC236}">
                <a16:creationId xmlns:a16="http://schemas.microsoft.com/office/drawing/2014/main" id="{BA9A6886-6FEF-45A8-AC18-C704A146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5325" y="3004457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300</a:t>
            </a:r>
          </a:p>
        </p:txBody>
      </p:sp>
      <p:sp>
        <p:nvSpPr>
          <p:cNvPr id="104" name="beta.xlabel">
            <a:extLst xmlns:a="http://schemas.openxmlformats.org/drawingml/2006/main">
              <a:ext uri="{FF2B5EF4-FFF2-40B4-BE49-F238E27FC236}">
                <a16:creationId xmlns:a16="http://schemas.microsoft.com/office/drawing/2014/main" id="{F9ADC83C-AEAE-4680-B48E-04D64C85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5048250"/>
            <a:ext cx="3333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形状参数 βₖ</a:t>
            </a:r>
          </a:p>
        </p:txBody>
      </p:sp>
      <p:sp>
        <p:nvSpPr>
          <p:cNvPr id="105" name="beta.ylabel">
            <a:extLst xmlns:a="http://schemas.openxmlformats.org/drawingml/2006/main">
              <a:ext uri="{FF2B5EF4-FFF2-40B4-BE49-F238E27FC236}">
                <a16:creationId xmlns:a16="http://schemas.microsoft.com/office/drawing/2014/main" id="{E99B16AC-64F2-4243-BBA7-FE1F4E8E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239500" y="3586163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差异 ση(γ̂, βₖ)</a:t>
            </a:r>
          </a:p>
        </p:txBody>
      </p:sp>
      <p:sp>
        <p:nvSpPr>
          <p:cNvPr id="106" name="beta.curve.segment0">
            <a:extLst xmlns:a="http://schemas.openxmlformats.org/drawingml/2006/main">
              <a:ext uri="{FF2B5EF4-FFF2-40B4-BE49-F238E27FC236}">
                <a16:creationId xmlns:a16="http://schemas.microsoft.com/office/drawing/2014/main" id="{DCF51754-33B9-4EC8-B417-720A19C9D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5875" y="2998906"/>
            <a:ext cx="3333750" cy="1171654"/>
          </a:xfrm>
          <a:custGeom xmlns:a="http://schemas.openxmlformats.org/drawingml/2006/main">
            <a:pathLst>
              <a:path w="3333750" h="1171654">
                <a:moveTo>
                  <a:pt x="0" y="0"/>
                </a:moveTo>
                <a:lnTo>
                  <a:pt x="4763" y="11426"/>
                </a:lnTo>
                <a:lnTo>
                  <a:pt x="9525" y="22756"/>
                </a:lnTo>
                <a:lnTo>
                  <a:pt x="14288" y="33991"/>
                </a:lnTo>
                <a:lnTo>
                  <a:pt x="19050" y="45132"/>
                </a:lnTo>
                <a:lnTo>
                  <a:pt x="23813" y="56179"/>
                </a:lnTo>
                <a:lnTo>
                  <a:pt x="28575" y="67134"/>
                </a:lnTo>
                <a:lnTo>
                  <a:pt x="33338" y="77998"/>
                </a:lnTo>
                <a:lnTo>
                  <a:pt x="38100" y="88771"/>
                </a:lnTo>
                <a:lnTo>
                  <a:pt x="42863" y="99456"/>
                </a:lnTo>
                <a:lnTo>
                  <a:pt x="47625" y="110052"/>
                </a:lnTo>
                <a:lnTo>
                  <a:pt x="52388" y="120560"/>
                </a:lnTo>
                <a:lnTo>
                  <a:pt x="57150" y="130982"/>
                </a:lnTo>
                <a:lnTo>
                  <a:pt x="61913" y="141318"/>
                </a:lnTo>
                <a:lnTo>
                  <a:pt x="66675" y="151569"/>
                </a:lnTo>
                <a:lnTo>
                  <a:pt x="71438" y="161737"/>
                </a:lnTo>
                <a:lnTo>
                  <a:pt x="76200" y="171821"/>
                </a:lnTo>
                <a:lnTo>
                  <a:pt x="80963" y="181823"/>
                </a:lnTo>
                <a:lnTo>
                  <a:pt x="85725" y="191744"/>
                </a:lnTo>
                <a:lnTo>
                  <a:pt x="90488" y="201584"/>
                </a:lnTo>
                <a:lnTo>
                  <a:pt x="95250" y="211345"/>
                </a:lnTo>
                <a:lnTo>
                  <a:pt x="100013" y="221026"/>
                </a:lnTo>
                <a:lnTo>
                  <a:pt x="104775" y="230629"/>
                </a:lnTo>
                <a:lnTo>
                  <a:pt x="109538" y="240155"/>
                </a:lnTo>
                <a:lnTo>
                  <a:pt x="114300" y="249604"/>
                </a:lnTo>
                <a:lnTo>
                  <a:pt x="119063" y="258977"/>
                </a:lnTo>
                <a:lnTo>
                  <a:pt x="123825" y="268275"/>
                </a:lnTo>
                <a:lnTo>
                  <a:pt x="128588" y="277498"/>
                </a:lnTo>
                <a:lnTo>
                  <a:pt x="133350" y="286647"/>
                </a:lnTo>
                <a:lnTo>
                  <a:pt x="138113" y="295724"/>
                </a:lnTo>
                <a:lnTo>
                  <a:pt x="142875" y="304727"/>
                </a:lnTo>
                <a:lnTo>
                  <a:pt x="147638" y="313660"/>
                </a:lnTo>
                <a:lnTo>
                  <a:pt x="152400" y="322521"/>
                </a:lnTo>
                <a:lnTo>
                  <a:pt x="157163" y="331311"/>
                </a:lnTo>
                <a:lnTo>
                  <a:pt x="161925" y="340032"/>
                </a:lnTo>
                <a:lnTo>
                  <a:pt x="166688" y="348684"/>
                </a:lnTo>
                <a:lnTo>
                  <a:pt x="171450" y="357268"/>
                </a:lnTo>
                <a:lnTo>
                  <a:pt x="176213" y="365783"/>
                </a:lnTo>
                <a:lnTo>
                  <a:pt x="180975" y="374231"/>
                </a:lnTo>
                <a:lnTo>
                  <a:pt x="185738" y="382613"/>
                </a:lnTo>
                <a:lnTo>
                  <a:pt x="190500" y="390928"/>
                </a:lnTo>
                <a:lnTo>
                  <a:pt x="195263" y="399178"/>
                </a:lnTo>
                <a:lnTo>
                  <a:pt x="200025" y="407364"/>
                </a:lnTo>
                <a:lnTo>
                  <a:pt x="204788" y="415484"/>
                </a:lnTo>
                <a:lnTo>
                  <a:pt x="209550" y="423541"/>
                </a:lnTo>
                <a:lnTo>
                  <a:pt x="214313" y="431535"/>
                </a:lnTo>
                <a:lnTo>
                  <a:pt x="219075" y="439466"/>
                </a:lnTo>
                <a:lnTo>
                  <a:pt x="223838" y="447335"/>
                </a:lnTo>
                <a:lnTo>
                  <a:pt x="228600" y="455143"/>
                </a:lnTo>
                <a:lnTo>
                  <a:pt x="233363" y="462889"/>
                </a:lnTo>
                <a:lnTo>
                  <a:pt x="238125" y="470575"/>
                </a:lnTo>
                <a:lnTo>
                  <a:pt x="242888" y="478200"/>
                </a:lnTo>
                <a:lnTo>
                  <a:pt x="247650" y="485766"/>
                </a:lnTo>
                <a:lnTo>
                  <a:pt x="252413" y="493273"/>
                </a:lnTo>
                <a:lnTo>
                  <a:pt x="257175" y="500722"/>
                </a:lnTo>
                <a:lnTo>
                  <a:pt x="261938" y="508112"/>
                </a:lnTo>
                <a:lnTo>
                  <a:pt x="266700" y="515444"/>
                </a:lnTo>
                <a:lnTo>
                  <a:pt x="271463" y="522720"/>
                </a:lnTo>
                <a:lnTo>
                  <a:pt x="276225" y="529938"/>
                </a:lnTo>
                <a:lnTo>
                  <a:pt x="280988" y="537101"/>
                </a:lnTo>
                <a:lnTo>
                  <a:pt x="285750" y="544207"/>
                </a:lnTo>
                <a:lnTo>
                  <a:pt x="290513" y="551258"/>
                </a:lnTo>
                <a:lnTo>
                  <a:pt x="295275" y="558254"/>
                </a:lnTo>
                <a:lnTo>
                  <a:pt x="300038" y="565195"/>
                </a:lnTo>
                <a:lnTo>
                  <a:pt x="304800" y="572082"/>
                </a:lnTo>
                <a:lnTo>
                  <a:pt x="309563" y="578916"/>
                </a:lnTo>
                <a:lnTo>
                  <a:pt x="314325" y="585696"/>
                </a:lnTo>
                <a:lnTo>
                  <a:pt x="319088" y="592423"/>
                </a:lnTo>
                <a:lnTo>
                  <a:pt x="323850" y="599097"/>
                </a:lnTo>
                <a:lnTo>
                  <a:pt x="328613" y="605720"/>
                </a:lnTo>
                <a:lnTo>
                  <a:pt x="333375" y="612290"/>
                </a:lnTo>
                <a:lnTo>
                  <a:pt x="338138" y="618809"/>
                </a:lnTo>
                <a:lnTo>
                  <a:pt x="342900" y="625278"/>
                </a:lnTo>
                <a:lnTo>
                  <a:pt x="347663" y="631695"/>
                </a:lnTo>
                <a:lnTo>
                  <a:pt x="352425" y="638062"/>
                </a:lnTo>
                <a:lnTo>
                  <a:pt x="357188" y="644379"/>
                </a:lnTo>
                <a:lnTo>
                  <a:pt x="361950" y="650646"/>
                </a:lnTo>
                <a:lnTo>
                  <a:pt x="366713" y="656864"/>
                </a:lnTo>
                <a:lnTo>
                  <a:pt x="371475" y="663033"/>
                </a:lnTo>
                <a:lnTo>
                  <a:pt x="376238" y="669154"/>
                </a:lnTo>
                <a:lnTo>
                  <a:pt x="381000" y="675226"/>
                </a:lnTo>
                <a:lnTo>
                  <a:pt x="385763" y="681250"/>
                </a:lnTo>
                <a:lnTo>
                  <a:pt x="390525" y="687227"/>
                </a:lnTo>
                <a:lnTo>
                  <a:pt x="395288" y="693156"/>
                </a:lnTo>
                <a:lnTo>
                  <a:pt x="400050" y="699038"/>
                </a:lnTo>
                <a:lnTo>
                  <a:pt x="404813" y="704873"/>
                </a:lnTo>
                <a:lnTo>
                  <a:pt x="409575" y="710662"/>
                </a:lnTo>
                <a:lnTo>
                  <a:pt x="414338" y="716405"/>
                </a:lnTo>
                <a:lnTo>
                  <a:pt x="419100" y="722102"/>
                </a:lnTo>
                <a:lnTo>
                  <a:pt x="423863" y="727753"/>
                </a:lnTo>
                <a:lnTo>
                  <a:pt x="428625" y="733359"/>
                </a:lnTo>
                <a:lnTo>
                  <a:pt x="433388" y="738920"/>
                </a:lnTo>
                <a:lnTo>
                  <a:pt x="438150" y="744436"/>
                </a:lnTo>
                <a:lnTo>
                  <a:pt x="442913" y="749908"/>
                </a:lnTo>
                <a:lnTo>
                  <a:pt x="447675" y="755335"/>
                </a:lnTo>
                <a:lnTo>
                  <a:pt x="452438" y="760718"/>
                </a:lnTo>
                <a:lnTo>
                  <a:pt x="457200" y="766058"/>
                </a:lnTo>
                <a:lnTo>
                  <a:pt x="461963" y="771354"/>
                </a:lnTo>
                <a:lnTo>
                  <a:pt x="466725" y="776607"/>
                </a:lnTo>
                <a:lnTo>
                  <a:pt x="471488" y="781818"/>
                </a:lnTo>
                <a:lnTo>
                  <a:pt x="476250" y="786985"/>
                </a:lnTo>
                <a:lnTo>
                  <a:pt x="481013" y="792110"/>
                </a:lnTo>
                <a:lnTo>
                  <a:pt x="485775" y="797192"/>
                </a:lnTo>
                <a:lnTo>
                  <a:pt x="490538" y="802233"/>
                </a:lnTo>
                <a:lnTo>
                  <a:pt x="495300" y="807231"/>
                </a:lnTo>
                <a:lnTo>
                  <a:pt x="500063" y="812188"/>
                </a:lnTo>
                <a:lnTo>
                  <a:pt x="504825" y="817104"/>
                </a:lnTo>
                <a:lnTo>
                  <a:pt x="509588" y="821979"/>
                </a:lnTo>
                <a:lnTo>
                  <a:pt x="514350" y="826812"/>
                </a:lnTo>
                <a:lnTo>
                  <a:pt x="519113" y="831605"/>
                </a:lnTo>
                <a:lnTo>
                  <a:pt x="523875" y="836357"/>
                </a:lnTo>
                <a:lnTo>
                  <a:pt x="528638" y="841069"/>
                </a:lnTo>
                <a:lnTo>
                  <a:pt x="533400" y="845741"/>
                </a:lnTo>
                <a:lnTo>
                  <a:pt x="538163" y="850373"/>
                </a:lnTo>
                <a:lnTo>
                  <a:pt x="542925" y="854965"/>
                </a:lnTo>
                <a:lnTo>
                  <a:pt x="547688" y="859517"/>
                </a:lnTo>
                <a:lnTo>
                  <a:pt x="552450" y="864030"/>
                </a:lnTo>
                <a:lnTo>
                  <a:pt x="557213" y="868504"/>
                </a:lnTo>
                <a:lnTo>
                  <a:pt x="561975" y="872939"/>
                </a:lnTo>
                <a:lnTo>
                  <a:pt x="566738" y="877335"/>
                </a:lnTo>
                <a:lnTo>
                  <a:pt x="571500" y="881693"/>
                </a:lnTo>
                <a:lnTo>
                  <a:pt x="576263" y="886011"/>
                </a:lnTo>
                <a:lnTo>
                  <a:pt x="581025" y="890292"/>
                </a:lnTo>
                <a:lnTo>
                  <a:pt x="585788" y="894534"/>
                </a:lnTo>
                <a:lnTo>
                  <a:pt x="590550" y="898739"/>
                </a:lnTo>
                <a:lnTo>
                  <a:pt x="595313" y="902905"/>
                </a:lnTo>
                <a:lnTo>
                  <a:pt x="600075" y="907034"/>
                </a:lnTo>
                <a:lnTo>
                  <a:pt x="604838" y="911126"/>
                </a:lnTo>
                <a:lnTo>
                  <a:pt x="609600" y="915180"/>
                </a:lnTo>
                <a:lnTo>
                  <a:pt x="614363" y="919196"/>
                </a:lnTo>
                <a:lnTo>
                  <a:pt x="619125" y="923176"/>
                </a:lnTo>
                <a:lnTo>
                  <a:pt x="623888" y="927119"/>
                </a:lnTo>
                <a:lnTo>
                  <a:pt x="628650" y="931025"/>
                </a:lnTo>
                <a:lnTo>
                  <a:pt x="633413" y="934894"/>
                </a:lnTo>
                <a:lnTo>
                  <a:pt x="638175" y="938727"/>
                </a:lnTo>
                <a:lnTo>
                  <a:pt x="642938" y="942524"/>
                </a:lnTo>
                <a:lnTo>
                  <a:pt x="647700" y="946284"/>
                </a:lnTo>
                <a:lnTo>
                  <a:pt x="652463" y="950009"/>
                </a:lnTo>
                <a:lnTo>
                  <a:pt x="657225" y="953697"/>
                </a:lnTo>
                <a:lnTo>
                  <a:pt x="661988" y="957350"/>
                </a:lnTo>
                <a:lnTo>
                  <a:pt x="666750" y="960967"/>
                </a:lnTo>
                <a:lnTo>
                  <a:pt x="671513" y="964548"/>
                </a:lnTo>
                <a:lnTo>
                  <a:pt x="676275" y="968094"/>
                </a:lnTo>
                <a:lnTo>
                  <a:pt x="681038" y="971605"/>
                </a:lnTo>
                <a:lnTo>
                  <a:pt x="685800" y="975080"/>
                </a:lnTo>
                <a:lnTo>
                  <a:pt x="690563" y="978520"/>
                </a:lnTo>
                <a:lnTo>
                  <a:pt x="695325" y="981926"/>
                </a:lnTo>
                <a:lnTo>
                  <a:pt x="700088" y="985297"/>
                </a:lnTo>
                <a:lnTo>
                  <a:pt x="704850" y="988633"/>
                </a:lnTo>
                <a:lnTo>
                  <a:pt x="709613" y="991934"/>
                </a:lnTo>
                <a:lnTo>
                  <a:pt x="714375" y="995201"/>
                </a:lnTo>
                <a:lnTo>
                  <a:pt x="719138" y="998434"/>
                </a:lnTo>
                <a:lnTo>
                  <a:pt x="723900" y="1001633"/>
                </a:lnTo>
                <a:lnTo>
                  <a:pt x="728663" y="1004797"/>
                </a:lnTo>
                <a:lnTo>
                  <a:pt x="733425" y="1007927"/>
                </a:lnTo>
                <a:lnTo>
                  <a:pt x="738188" y="1011024"/>
                </a:lnTo>
                <a:lnTo>
                  <a:pt x="742950" y="1014087"/>
                </a:lnTo>
                <a:lnTo>
                  <a:pt x="747713" y="1017116"/>
                </a:lnTo>
                <a:lnTo>
                  <a:pt x="752475" y="1020111"/>
                </a:lnTo>
                <a:lnTo>
                  <a:pt x="757238" y="1023073"/>
                </a:lnTo>
                <a:lnTo>
                  <a:pt x="762000" y="1026002"/>
                </a:lnTo>
                <a:lnTo>
                  <a:pt x="766763" y="1028898"/>
                </a:lnTo>
                <a:lnTo>
                  <a:pt x="771525" y="1031760"/>
                </a:lnTo>
                <a:lnTo>
                  <a:pt x="776288" y="1034589"/>
                </a:lnTo>
                <a:lnTo>
                  <a:pt x="781050" y="1037386"/>
                </a:lnTo>
                <a:lnTo>
                  <a:pt x="785813" y="1040149"/>
                </a:lnTo>
                <a:lnTo>
                  <a:pt x="790575" y="1042880"/>
                </a:lnTo>
                <a:lnTo>
                  <a:pt x="795338" y="1045579"/>
                </a:lnTo>
                <a:lnTo>
                  <a:pt x="800100" y="1048244"/>
                </a:lnTo>
                <a:lnTo>
                  <a:pt x="804863" y="1050878"/>
                </a:lnTo>
                <a:lnTo>
                  <a:pt x="809625" y="1053479"/>
                </a:lnTo>
                <a:lnTo>
                  <a:pt x="814388" y="1056048"/>
                </a:lnTo>
                <a:lnTo>
                  <a:pt x="819150" y="1058585"/>
                </a:lnTo>
                <a:lnTo>
                  <a:pt x="823913" y="1061090"/>
                </a:lnTo>
                <a:lnTo>
                  <a:pt x="828675" y="1063563"/>
                </a:lnTo>
                <a:lnTo>
                  <a:pt x="833438" y="1066004"/>
                </a:lnTo>
                <a:lnTo>
                  <a:pt x="838200" y="1068414"/>
                </a:lnTo>
                <a:lnTo>
                  <a:pt x="842963" y="1070792"/>
                </a:lnTo>
                <a:lnTo>
                  <a:pt x="847725" y="1073139"/>
                </a:lnTo>
                <a:lnTo>
                  <a:pt x="852488" y="1075454"/>
                </a:lnTo>
                <a:lnTo>
                  <a:pt x="857250" y="1077738"/>
                </a:lnTo>
                <a:lnTo>
                  <a:pt x="862013" y="1079991"/>
                </a:lnTo>
                <a:lnTo>
                  <a:pt x="866775" y="1082213"/>
                </a:lnTo>
                <a:lnTo>
                  <a:pt x="871538" y="1084404"/>
                </a:lnTo>
                <a:lnTo>
                  <a:pt x="876300" y="1086564"/>
                </a:lnTo>
                <a:lnTo>
                  <a:pt x="881063" y="1088693"/>
                </a:lnTo>
                <a:lnTo>
                  <a:pt x="885825" y="1090792"/>
                </a:lnTo>
                <a:lnTo>
                  <a:pt x="890588" y="1092861"/>
                </a:lnTo>
                <a:lnTo>
                  <a:pt x="895350" y="1094899"/>
                </a:lnTo>
                <a:lnTo>
                  <a:pt x="900113" y="1096906"/>
                </a:lnTo>
                <a:lnTo>
                  <a:pt x="904875" y="1098884"/>
                </a:lnTo>
                <a:lnTo>
                  <a:pt x="909638" y="1100831"/>
                </a:lnTo>
                <a:lnTo>
                  <a:pt x="914400" y="1102749"/>
                </a:lnTo>
                <a:lnTo>
                  <a:pt x="919163" y="1104637"/>
                </a:lnTo>
                <a:lnTo>
                  <a:pt x="923925" y="1106495"/>
                </a:lnTo>
                <a:lnTo>
                  <a:pt x="928688" y="1108324"/>
                </a:lnTo>
                <a:lnTo>
                  <a:pt x="933450" y="1110123"/>
                </a:lnTo>
                <a:lnTo>
                  <a:pt x="938213" y="1111893"/>
                </a:lnTo>
                <a:lnTo>
                  <a:pt x="942975" y="1113633"/>
                </a:lnTo>
                <a:lnTo>
                  <a:pt x="947738" y="1115345"/>
                </a:lnTo>
                <a:lnTo>
                  <a:pt x="952500" y="1117027"/>
                </a:lnTo>
                <a:lnTo>
                  <a:pt x="957263" y="1118681"/>
                </a:lnTo>
                <a:lnTo>
                  <a:pt x="962025" y="1120306"/>
                </a:lnTo>
                <a:lnTo>
                  <a:pt x="966788" y="1121902"/>
                </a:lnTo>
                <a:lnTo>
                  <a:pt x="971550" y="1123470"/>
                </a:lnTo>
                <a:lnTo>
                  <a:pt x="976313" y="1125010"/>
                </a:lnTo>
                <a:lnTo>
                  <a:pt x="981075" y="1126521"/>
                </a:lnTo>
                <a:lnTo>
                  <a:pt x="985838" y="1128004"/>
                </a:lnTo>
                <a:lnTo>
                  <a:pt x="990600" y="1129460"/>
                </a:lnTo>
                <a:lnTo>
                  <a:pt x="995363" y="1130887"/>
                </a:lnTo>
                <a:lnTo>
                  <a:pt x="1000125" y="1132287"/>
                </a:lnTo>
                <a:lnTo>
                  <a:pt x="1004888" y="1133660"/>
                </a:lnTo>
                <a:lnTo>
                  <a:pt x="1009650" y="1135005"/>
                </a:lnTo>
                <a:lnTo>
                  <a:pt x="1014413" y="1136322"/>
                </a:lnTo>
                <a:lnTo>
                  <a:pt x="1019175" y="1137613"/>
                </a:lnTo>
                <a:lnTo>
                  <a:pt x="1023938" y="1138877"/>
                </a:lnTo>
                <a:lnTo>
                  <a:pt x="1028700" y="1140114"/>
                </a:lnTo>
                <a:lnTo>
                  <a:pt x="1033463" y="1141324"/>
                </a:lnTo>
                <a:lnTo>
                  <a:pt x="1038225" y="1142507"/>
                </a:lnTo>
                <a:lnTo>
                  <a:pt x="1042988" y="1143665"/>
                </a:lnTo>
                <a:lnTo>
                  <a:pt x="1047750" y="1144796"/>
                </a:lnTo>
                <a:lnTo>
                  <a:pt x="1052513" y="1145901"/>
                </a:lnTo>
                <a:lnTo>
                  <a:pt x="1057275" y="1146980"/>
                </a:lnTo>
                <a:lnTo>
                  <a:pt x="1062038" y="1148033"/>
                </a:lnTo>
                <a:lnTo>
                  <a:pt x="1066800" y="1149061"/>
                </a:lnTo>
                <a:lnTo>
                  <a:pt x="1071563" y="1150064"/>
                </a:lnTo>
                <a:lnTo>
                  <a:pt x="1076325" y="1151041"/>
                </a:lnTo>
                <a:lnTo>
                  <a:pt x="1081088" y="1151993"/>
                </a:lnTo>
                <a:lnTo>
                  <a:pt x="1085850" y="1152919"/>
                </a:lnTo>
                <a:lnTo>
                  <a:pt x="1090613" y="1153822"/>
                </a:lnTo>
                <a:lnTo>
                  <a:pt x="1095375" y="1154699"/>
                </a:lnTo>
                <a:lnTo>
                  <a:pt x="1100138" y="1155552"/>
                </a:lnTo>
                <a:lnTo>
                  <a:pt x="1104900" y="1156381"/>
                </a:lnTo>
                <a:lnTo>
                  <a:pt x="1109663" y="1157186"/>
                </a:lnTo>
                <a:lnTo>
                  <a:pt x="1114425" y="1157966"/>
                </a:lnTo>
                <a:lnTo>
                  <a:pt x="1119188" y="1158723"/>
                </a:lnTo>
                <a:lnTo>
                  <a:pt x="1123950" y="1159456"/>
                </a:lnTo>
                <a:lnTo>
                  <a:pt x="1128713" y="1160166"/>
                </a:lnTo>
                <a:lnTo>
                  <a:pt x="1133475" y="1160853"/>
                </a:lnTo>
                <a:lnTo>
                  <a:pt x="1138238" y="1161516"/>
                </a:lnTo>
                <a:lnTo>
                  <a:pt x="1143000" y="1162157"/>
                </a:lnTo>
                <a:lnTo>
                  <a:pt x="1147763" y="1162775"/>
                </a:lnTo>
                <a:lnTo>
                  <a:pt x="1152525" y="1163370"/>
                </a:lnTo>
                <a:lnTo>
                  <a:pt x="1157288" y="1163943"/>
                </a:lnTo>
                <a:lnTo>
                  <a:pt x="1162050" y="1164494"/>
                </a:lnTo>
                <a:lnTo>
                  <a:pt x="1166813" y="1165022"/>
                </a:lnTo>
                <a:lnTo>
                  <a:pt x="1171575" y="1165529"/>
                </a:lnTo>
                <a:lnTo>
                  <a:pt x="1176338" y="1166014"/>
                </a:lnTo>
                <a:lnTo>
                  <a:pt x="1181100" y="1166478"/>
                </a:lnTo>
                <a:lnTo>
                  <a:pt x="1185863" y="1166920"/>
                </a:lnTo>
                <a:lnTo>
                  <a:pt x="1190625" y="1167342"/>
                </a:lnTo>
                <a:lnTo>
                  <a:pt x="1195388" y="1167742"/>
                </a:lnTo>
                <a:lnTo>
                  <a:pt x="1200150" y="1168122"/>
                </a:lnTo>
                <a:lnTo>
                  <a:pt x="1204913" y="1168481"/>
                </a:lnTo>
                <a:lnTo>
                  <a:pt x="1209675" y="1168820"/>
                </a:lnTo>
                <a:lnTo>
                  <a:pt x="1214438" y="1169138"/>
                </a:lnTo>
                <a:lnTo>
                  <a:pt x="1219200" y="1169437"/>
                </a:lnTo>
                <a:lnTo>
                  <a:pt x="1223963" y="1169716"/>
                </a:lnTo>
                <a:lnTo>
                  <a:pt x="1228725" y="1169975"/>
                </a:lnTo>
                <a:lnTo>
                  <a:pt x="1233488" y="1170215"/>
                </a:lnTo>
                <a:lnTo>
                  <a:pt x="1238250" y="1170436"/>
                </a:lnTo>
                <a:lnTo>
                  <a:pt x="1243013" y="1170638"/>
                </a:lnTo>
                <a:lnTo>
                  <a:pt x="1247775" y="1170820"/>
                </a:lnTo>
                <a:lnTo>
                  <a:pt x="1252538" y="1170985"/>
                </a:lnTo>
                <a:lnTo>
                  <a:pt x="1257300" y="1171130"/>
                </a:lnTo>
                <a:lnTo>
                  <a:pt x="1262063" y="1171258"/>
                </a:lnTo>
                <a:lnTo>
                  <a:pt x="1266825" y="1171367"/>
                </a:lnTo>
                <a:lnTo>
                  <a:pt x="1271588" y="1171459"/>
                </a:lnTo>
                <a:lnTo>
                  <a:pt x="1276350" y="1171532"/>
                </a:lnTo>
                <a:lnTo>
                  <a:pt x="1281113" y="1171589"/>
                </a:lnTo>
                <a:lnTo>
                  <a:pt x="1285875" y="1171628"/>
                </a:lnTo>
                <a:lnTo>
                  <a:pt x="1290638" y="1171649"/>
                </a:lnTo>
                <a:lnTo>
                  <a:pt x="1295400" y="1171654"/>
                </a:lnTo>
                <a:lnTo>
                  <a:pt x="1300163" y="1171643"/>
                </a:lnTo>
                <a:lnTo>
                  <a:pt x="1304925" y="1171614"/>
                </a:lnTo>
                <a:lnTo>
                  <a:pt x="1309688" y="1171569"/>
                </a:lnTo>
                <a:lnTo>
                  <a:pt x="1314450" y="1171508"/>
                </a:lnTo>
                <a:lnTo>
                  <a:pt x="1319213" y="1171431"/>
                </a:lnTo>
                <a:lnTo>
                  <a:pt x="1323975" y="1171339"/>
                </a:lnTo>
                <a:lnTo>
                  <a:pt x="1328738" y="1171230"/>
                </a:lnTo>
                <a:lnTo>
                  <a:pt x="1333500" y="1171106"/>
                </a:lnTo>
                <a:lnTo>
                  <a:pt x="1338263" y="1170967"/>
                </a:lnTo>
                <a:lnTo>
                  <a:pt x="1343025" y="1170813"/>
                </a:lnTo>
                <a:lnTo>
                  <a:pt x="1347788" y="1170644"/>
                </a:lnTo>
                <a:lnTo>
                  <a:pt x="1352550" y="1170460"/>
                </a:lnTo>
                <a:lnTo>
                  <a:pt x="1357313" y="1170262"/>
                </a:lnTo>
                <a:lnTo>
                  <a:pt x="1362075" y="1170050"/>
                </a:lnTo>
                <a:lnTo>
                  <a:pt x="1366838" y="1169823"/>
                </a:lnTo>
                <a:lnTo>
                  <a:pt x="1371600" y="1169582"/>
                </a:lnTo>
                <a:lnTo>
                  <a:pt x="1376363" y="1169328"/>
                </a:lnTo>
                <a:lnTo>
                  <a:pt x="1381125" y="1169060"/>
                </a:lnTo>
                <a:lnTo>
                  <a:pt x="1385888" y="1168778"/>
                </a:lnTo>
                <a:lnTo>
                  <a:pt x="1390650" y="1168483"/>
                </a:lnTo>
                <a:lnTo>
                  <a:pt x="1395413" y="1168175"/>
                </a:lnTo>
                <a:lnTo>
                  <a:pt x="1400175" y="1167854"/>
                </a:lnTo>
                <a:lnTo>
                  <a:pt x="1404938" y="1167521"/>
                </a:lnTo>
                <a:lnTo>
                  <a:pt x="1409700" y="1167175"/>
                </a:lnTo>
                <a:lnTo>
                  <a:pt x="1414463" y="1166816"/>
                </a:lnTo>
                <a:lnTo>
                  <a:pt x="1419225" y="1166445"/>
                </a:lnTo>
                <a:lnTo>
                  <a:pt x="1423988" y="1166062"/>
                </a:lnTo>
                <a:lnTo>
                  <a:pt x="1428750" y="1165667"/>
                </a:lnTo>
                <a:lnTo>
                  <a:pt x="1433513" y="1165261"/>
                </a:lnTo>
                <a:lnTo>
                  <a:pt x="1438275" y="1164843"/>
                </a:lnTo>
                <a:lnTo>
                  <a:pt x="1443038" y="1164413"/>
                </a:lnTo>
                <a:lnTo>
                  <a:pt x="1447800" y="1163973"/>
                </a:lnTo>
                <a:lnTo>
                  <a:pt x="1452563" y="1163521"/>
                </a:lnTo>
                <a:lnTo>
                  <a:pt x="1457325" y="1163058"/>
                </a:lnTo>
                <a:lnTo>
                  <a:pt x="1462088" y="1162585"/>
                </a:lnTo>
                <a:lnTo>
                  <a:pt x="1466850" y="1162101"/>
                </a:lnTo>
                <a:lnTo>
                  <a:pt x="1471613" y="1161606"/>
                </a:lnTo>
                <a:lnTo>
                  <a:pt x="1476375" y="1161101"/>
                </a:lnTo>
                <a:lnTo>
                  <a:pt x="1481138" y="1160586"/>
                </a:lnTo>
                <a:lnTo>
                  <a:pt x="1485900" y="1160061"/>
                </a:lnTo>
                <a:lnTo>
                  <a:pt x="1490663" y="1159527"/>
                </a:lnTo>
                <a:lnTo>
                  <a:pt x="1495425" y="1158982"/>
                </a:lnTo>
                <a:lnTo>
                  <a:pt x="1500188" y="1158428"/>
                </a:lnTo>
                <a:lnTo>
                  <a:pt x="1504950" y="1157865"/>
                </a:lnTo>
                <a:lnTo>
                  <a:pt x="1509713" y="1157292"/>
                </a:lnTo>
                <a:lnTo>
                  <a:pt x="1514475" y="1156710"/>
                </a:lnTo>
                <a:lnTo>
                  <a:pt x="1519238" y="1156120"/>
                </a:lnTo>
                <a:lnTo>
                  <a:pt x="1524000" y="1155520"/>
                </a:lnTo>
                <a:lnTo>
                  <a:pt x="1528763" y="1154912"/>
                </a:lnTo>
                <a:lnTo>
                  <a:pt x="1533525" y="1154295"/>
                </a:lnTo>
                <a:lnTo>
                  <a:pt x="1538288" y="1153670"/>
                </a:lnTo>
                <a:lnTo>
                  <a:pt x="1543050" y="1153037"/>
                </a:lnTo>
                <a:lnTo>
                  <a:pt x="1547813" y="1152396"/>
                </a:lnTo>
                <a:lnTo>
                  <a:pt x="1552575" y="1151746"/>
                </a:lnTo>
                <a:lnTo>
                  <a:pt x="1557338" y="1151089"/>
                </a:lnTo>
                <a:lnTo>
                  <a:pt x="1562100" y="1150424"/>
                </a:lnTo>
                <a:lnTo>
                  <a:pt x="1566863" y="1149751"/>
                </a:lnTo>
                <a:lnTo>
                  <a:pt x="1571625" y="1149071"/>
                </a:lnTo>
                <a:lnTo>
                  <a:pt x="1576388" y="1148384"/>
                </a:lnTo>
                <a:lnTo>
                  <a:pt x="1581150" y="1147689"/>
                </a:lnTo>
                <a:lnTo>
                  <a:pt x="1585913" y="1146987"/>
                </a:lnTo>
                <a:lnTo>
                  <a:pt x="1590675" y="1146278"/>
                </a:lnTo>
                <a:lnTo>
                  <a:pt x="1595438" y="1145563"/>
                </a:lnTo>
                <a:lnTo>
                  <a:pt x="1600200" y="1144840"/>
                </a:lnTo>
                <a:lnTo>
                  <a:pt x="1604963" y="1144111"/>
                </a:lnTo>
                <a:lnTo>
                  <a:pt x="1609725" y="1143376"/>
                </a:lnTo>
                <a:lnTo>
                  <a:pt x="1614488" y="1142634"/>
                </a:lnTo>
                <a:lnTo>
                  <a:pt x="1619250" y="1141886"/>
                </a:lnTo>
                <a:lnTo>
                  <a:pt x="1624013" y="1141132"/>
                </a:lnTo>
                <a:lnTo>
                  <a:pt x="1628775" y="1140371"/>
                </a:lnTo>
                <a:lnTo>
                  <a:pt x="1633538" y="1139605"/>
                </a:lnTo>
                <a:lnTo>
                  <a:pt x="1638300" y="1138833"/>
                </a:lnTo>
                <a:lnTo>
                  <a:pt x="1643063" y="1138055"/>
                </a:lnTo>
                <a:lnTo>
                  <a:pt x="1647825" y="1137272"/>
                </a:lnTo>
                <a:lnTo>
                  <a:pt x="1652588" y="1136483"/>
                </a:lnTo>
                <a:lnTo>
                  <a:pt x="1657350" y="1135688"/>
                </a:lnTo>
                <a:lnTo>
                  <a:pt x="1662113" y="1134889"/>
                </a:lnTo>
                <a:lnTo>
                  <a:pt x="1666875" y="1134084"/>
                </a:lnTo>
                <a:lnTo>
                  <a:pt x="1671638" y="1133274"/>
                </a:lnTo>
                <a:lnTo>
                  <a:pt x="1676400" y="1132459"/>
                </a:lnTo>
                <a:lnTo>
                  <a:pt x="1681163" y="1131639"/>
                </a:lnTo>
                <a:lnTo>
                  <a:pt x="1685925" y="1130814"/>
                </a:lnTo>
                <a:lnTo>
                  <a:pt x="1690688" y="1129985"/>
                </a:lnTo>
                <a:lnTo>
                  <a:pt x="1695450" y="1129151"/>
                </a:lnTo>
                <a:lnTo>
                  <a:pt x="1700213" y="1128312"/>
                </a:lnTo>
                <a:lnTo>
                  <a:pt x="1704975" y="1127469"/>
                </a:lnTo>
                <a:lnTo>
                  <a:pt x="1709738" y="1126622"/>
                </a:lnTo>
                <a:lnTo>
                  <a:pt x="1714500" y="1125771"/>
                </a:lnTo>
                <a:lnTo>
                  <a:pt x="1719263" y="1124915"/>
                </a:lnTo>
                <a:lnTo>
                  <a:pt x="1724025" y="1124055"/>
                </a:lnTo>
                <a:lnTo>
                  <a:pt x="1728788" y="1123191"/>
                </a:lnTo>
                <a:lnTo>
                  <a:pt x="1733550" y="1122323"/>
                </a:lnTo>
                <a:lnTo>
                  <a:pt x="1738313" y="1121452"/>
                </a:lnTo>
                <a:lnTo>
                  <a:pt x="1743075" y="1120576"/>
                </a:lnTo>
                <a:lnTo>
                  <a:pt x="1747838" y="1119697"/>
                </a:lnTo>
                <a:lnTo>
                  <a:pt x="1752600" y="1118815"/>
                </a:lnTo>
                <a:lnTo>
                  <a:pt x="1757363" y="1117928"/>
                </a:lnTo>
                <a:lnTo>
                  <a:pt x="1762125" y="1117039"/>
                </a:lnTo>
                <a:lnTo>
                  <a:pt x="1766888" y="1116146"/>
                </a:lnTo>
                <a:lnTo>
                  <a:pt x="1771650" y="1115250"/>
                </a:lnTo>
                <a:lnTo>
                  <a:pt x="1776413" y="1114350"/>
                </a:lnTo>
                <a:lnTo>
                  <a:pt x="1781175" y="1113448"/>
                </a:lnTo>
                <a:lnTo>
                  <a:pt x="1785938" y="1112542"/>
                </a:lnTo>
                <a:lnTo>
                  <a:pt x="1790700" y="1111633"/>
                </a:lnTo>
                <a:lnTo>
                  <a:pt x="1795463" y="1110722"/>
                </a:lnTo>
                <a:lnTo>
                  <a:pt x="1800225" y="1109807"/>
                </a:lnTo>
                <a:lnTo>
                  <a:pt x="1804988" y="1108890"/>
                </a:lnTo>
                <a:lnTo>
                  <a:pt x="1809750" y="1107970"/>
                </a:lnTo>
                <a:lnTo>
                  <a:pt x="1814513" y="1107048"/>
                </a:lnTo>
                <a:lnTo>
                  <a:pt x="1819275" y="1106123"/>
                </a:lnTo>
                <a:lnTo>
                  <a:pt x="1824038" y="1105195"/>
                </a:lnTo>
                <a:lnTo>
                  <a:pt x="1828800" y="1104265"/>
                </a:lnTo>
                <a:lnTo>
                  <a:pt x="1833563" y="1103332"/>
                </a:lnTo>
                <a:lnTo>
                  <a:pt x="1838325" y="1102398"/>
                </a:lnTo>
                <a:lnTo>
                  <a:pt x="1843088" y="1101460"/>
                </a:lnTo>
                <a:lnTo>
                  <a:pt x="1847850" y="1100521"/>
                </a:lnTo>
                <a:lnTo>
                  <a:pt x="1852613" y="1099580"/>
                </a:lnTo>
                <a:lnTo>
                  <a:pt x="1857375" y="1098636"/>
                </a:lnTo>
                <a:lnTo>
                  <a:pt x="1862138" y="1097690"/>
                </a:lnTo>
                <a:lnTo>
                  <a:pt x="1866900" y="1096743"/>
                </a:lnTo>
                <a:lnTo>
                  <a:pt x="1871663" y="1095793"/>
                </a:lnTo>
                <a:lnTo>
                  <a:pt x="1876425" y="1094842"/>
                </a:lnTo>
                <a:lnTo>
                  <a:pt x="1881188" y="1093889"/>
                </a:lnTo>
                <a:lnTo>
                  <a:pt x="1885950" y="1092934"/>
                </a:lnTo>
                <a:lnTo>
                  <a:pt x="1890713" y="1091977"/>
                </a:lnTo>
                <a:lnTo>
                  <a:pt x="1895475" y="1091019"/>
                </a:lnTo>
                <a:lnTo>
                  <a:pt x="1900238" y="1090059"/>
                </a:lnTo>
                <a:lnTo>
                  <a:pt x="1905000" y="1089097"/>
                </a:lnTo>
                <a:lnTo>
                  <a:pt x="1909763" y="1088134"/>
                </a:lnTo>
                <a:lnTo>
                  <a:pt x="1914525" y="1087170"/>
                </a:lnTo>
                <a:lnTo>
                  <a:pt x="1919288" y="1086204"/>
                </a:lnTo>
                <a:lnTo>
                  <a:pt x="1924050" y="1085236"/>
                </a:lnTo>
                <a:lnTo>
                  <a:pt x="1928813" y="1084268"/>
                </a:lnTo>
                <a:lnTo>
                  <a:pt x="1933575" y="1083298"/>
                </a:lnTo>
                <a:lnTo>
                  <a:pt x="1938338" y="1082327"/>
                </a:lnTo>
                <a:lnTo>
                  <a:pt x="1943100" y="1081355"/>
                </a:lnTo>
                <a:lnTo>
                  <a:pt x="1947863" y="1080381"/>
                </a:lnTo>
                <a:lnTo>
                  <a:pt x="1952625" y="1079407"/>
                </a:lnTo>
                <a:lnTo>
                  <a:pt x="1957388" y="1078431"/>
                </a:lnTo>
                <a:lnTo>
                  <a:pt x="1962150" y="1077455"/>
                </a:lnTo>
                <a:lnTo>
                  <a:pt x="1966913" y="1076477"/>
                </a:lnTo>
                <a:lnTo>
                  <a:pt x="1971675" y="1075499"/>
                </a:lnTo>
                <a:lnTo>
                  <a:pt x="1976438" y="1074519"/>
                </a:lnTo>
                <a:lnTo>
                  <a:pt x="1981200" y="1073539"/>
                </a:lnTo>
                <a:lnTo>
                  <a:pt x="1985963" y="1072558"/>
                </a:lnTo>
                <a:lnTo>
                  <a:pt x="1990725" y="1071576"/>
                </a:lnTo>
                <a:lnTo>
                  <a:pt x="1995488" y="1070594"/>
                </a:lnTo>
                <a:lnTo>
                  <a:pt x="2000250" y="1069610"/>
                </a:lnTo>
                <a:lnTo>
                  <a:pt x="2005013" y="1068626"/>
                </a:lnTo>
                <a:lnTo>
                  <a:pt x="2009775" y="1067642"/>
                </a:lnTo>
                <a:lnTo>
                  <a:pt x="2014538" y="1066657"/>
                </a:lnTo>
                <a:lnTo>
                  <a:pt x="2019300" y="1065671"/>
                </a:lnTo>
                <a:lnTo>
                  <a:pt x="2024063" y="1064685"/>
                </a:lnTo>
                <a:lnTo>
                  <a:pt x="2028825" y="1063698"/>
                </a:lnTo>
                <a:lnTo>
                  <a:pt x="2033588" y="1062711"/>
                </a:lnTo>
                <a:lnTo>
                  <a:pt x="2038350" y="1061724"/>
                </a:lnTo>
                <a:lnTo>
                  <a:pt x="2043113" y="1060736"/>
                </a:lnTo>
                <a:lnTo>
                  <a:pt x="2047875" y="1059747"/>
                </a:lnTo>
                <a:lnTo>
                  <a:pt x="2052638" y="1058759"/>
                </a:lnTo>
                <a:lnTo>
                  <a:pt x="2057400" y="1057770"/>
                </a:lnTo>
                <a:lnTo>
                  <a:pt x="2062163" y="1056780"/>
                </a:lnTo>
                <a:lnTo>
                  <a:pt x="2066925" y="1055791"/>
                </a:lnTo>
                <a:lnTo>
                  <a:pt x="2071688" y="1054801"/>
                </a:lnTo>
                <a:lnTo>
                  <a:pt x="2076450" y="1053811"/>
                </a:lnTo>
                <a:lnTo>
                  <a:pt x="2081213" y="1052821"/>
                </a:lnTo>
                <a:lnTo>
                  <a:pt x="2085975" y="1051831"/>
                </a:lnTo>
                <a:lnTo>
                  <a:pt x="2090738" y="1050841"/>
                </a:lnTo>
                <a:lnTo>
                  <a:pt x="2095500" y="1049851"/>
                </a:lnTo>
                <a:lnTo>
                  <a:pt x="2100263" y="1048860"/>
                </a:lnTo>
                <a:lnTo>
                  <a:pt x="2105025" y="1047870"/>
                </a:lnTo>
                <a:lnTo>
                  <a:pt x="2109788" y="1046879"/>
                </a:lnTo>
                <a:lnTo>
                  <a:pt x="2114550" y="1045889"/>
                </a:lnTo>
                <a:lnTo>
                  <a:pt x="2119313" y="1044899"/>
                </a:lnTo>
                <a:lnTo>
                  <a:pt x="2124075" y="1043908"/>
                </a:lnTo>
                <a:lnTo>
                  <a:pt x="2128838" y="1042918"/>
                </a:lnTo>
                <a:lnTo>
                  <a:pt x="2133600" y="1041928"/>
                </a:lnTo>
                <a:lnTo>
                  <a:pt x="2138363" y="1040938"/>
                </a:lnTo>
                <a:lnTo>
                  <a:pt x="2143125" y="1039949"/>
                </a:lnTo>
                <a:lnTo>
                  <a:pt x="2147888" y="1038959"/>
                </a:lnTo>
                <a:lnTo>
                  <a:pt x="2152650" y="1037970"/>
                </a:lnTo>
                <a:lnTo>
                  <a:pt x="2157413" y="1036981"/>
                </a:lnTo>
                <a:lnTo>
                  <a:pt x="2162175" y="1035992"/>
                </a:lnTo>
                <a:lnTo>
                  <a:pt x="2166938" y="1035004"/>
                </a:lnTo>
                <a:lnTo>
                  <a:pt x="2171700" y="1034015"/>
                </a:lnTo>
                <a:lnTo>
                  <a:pt x="2176463" y="1033028"/>
                </a:lnTo>
                <a:lnTo>
                  <a:pt x="2181225" y="1032040"/>
                </a:lnTo>
                <a:lnTo>
                  <a:pt x="2185988" y="1031053"/>
                </a:lnTo>
                <a:lnTo>
                  <a:pt x="2190750" y="1030066"/>
                </a:lnTo>
                <a:lnTo>
                  <a:pt x="2195513" y="1029080"/>
                </a:lnTo>
                <a:lnTo>
                  <a:pt x="2200275" y="1028094"/>
                </a:lnTo>
                <a:lnTo>
                  <a:pt x="2205038" y="1027108"/>
                </a:lnTo>
                <a:lnTo>
                  <a:pt x="2209800" y="1026123"/>
                </a:lnTo>
                <a:lnTo>
                  <a:pt x="2214563" y="1025138"/>
                </a:lnTo>
                <a:lnTo>
                  <a:pt x="2219325" y="1024154"/>
                </a:lnTo>
                <a:lnTo>
                  <a:pt x="2224088" y="1023170"/>
                </a:lnTo>
                <a:lnTo>
                  <a:pt x="2228850" y="1022187"/>
                </a:lnTo>
                <a:lnTo>
                  <a:pt x="2233613" y="1021205"/>
                </a:lnTo>
                <a:lnTo>
                  <a:pt x="2238375" y="1020223"/>
                </a:lnTo>
                <a:lnTo>
                  <a:pt x="2243138" y="1019241"/>
                </a:lnTo>
                <a:lnTo>
                  <a:pt x="2247900" y="1018260"/>
                </a:lnTo>
                <a:lnTo>
                  <a:pt x="2252663" y="1017280"/>
                </a:lnTo>
                <a:lnTo>
                  <a:pt x="2257425" y="1016300"/>
                </a:lnTo>
                <a:lnTo>
                  <a:pt x="2262188" y="1015321"/>
                </a:lnTo>
                <a:lnTo>
                  <a:pt x="2266950" y="1014343"/>
                </a:lnTo>
                <a:lnTo>
                  <a:pt x="2271713" y="1013365"/>
                </a:lnTo>
                <a:lnTo>
                  <a:pt x="2276475" y="1012388"/>
                </a:lnTo>
                <a:lnTo>
                  <a:pt x="2281238" y="1011411"/>
                </a:lnTo>
                <a:lnTo>
                  <a:pt x="2286000" y="1010436"/>
                </a:lnTo>
                <a:lnTo>
                  <a:pt x="2290763" y="1009460"/>
                </a:lnTo>
                <a:lnTo>
                  <a:pt x="2295525" y="1008486"/>
                </a:lnTo>
                <a:lnTo>
                  <a:pt x="2300288" y="1007513"/>
                </a:lnTo>
                <a:lnTo>
                  <a:pt x="2305050" y="1006540"/>
                </a:lnTo>
                <a:lnTo>
                  <a:pt x="2309813" y="1005568"/>
                </a:lnTo>
                <a:lnTo>
                  <a:pt x="2314575" y="1004597"/>
                </a:lnTo>
                <a:lnTo>
                  <a:pt x="2319338" y="1003626"/>
                </a:lnTo>
                <a:lnTo>
                  <a:pt x="2324100" y="1002656"/>
                </a:lnTo>
                <a:lnTo>
                  <a:pt x="2328863" y="1001687"/>
                </a:lnTo>
                <a:lnTo>
                  <a:pt x="2333625" y="1000719"/>
                </a:lnTo>
                <a:lnTo>
                  <a:pt x="2338388" y="999752"/>
                </a:lnTo>
                <a:lnTo>
                  <a:pt x="2343150" y="998786"/>
                </a:lnTo>
                <a:lnTo>
                  <a:pt x="2347913" y="997820"/>
                </a:lnTo>
                <a:lnTo>
                  <a:pt x="2352675" y="996856"/>
                </a:lnTo>
                <a:lnTo>
                  <a:pt x="2357438" y="995892"/>
                </a:lnTo>
                <a:lnTo>
                  <a:pt x="2362200" y="994929"/>
                </a:lnTo>
                <a:lnTo>
                  <a:pt x="2366963" y="993967"/>
                </a:lnTo>
                <a:lnTo>
                  <a:pt x="2371725" y="993006"/>
                </a:lnTo>
                <a:lnTo>
                  <a:pt x="2376488" y="992045"/>
                </a:lnTo>
                <a:lnTo>
                  <a:pt x="2381250" y="991086"/>
                </a:lnTo>
                <a:lnTo>
                  <a:pt x="2386013" y="990128"/>
                </a:lnTo>
                <a:lnTo>
                  <a:pt x="2390775" y="989170"/>
                </a:lnTo>
                <a:lnTo>
                  <a:pt x="2395538" y="988214"/>
                </a:lnTo>
                <a:lnTo>
                  <a:pt x="2400300" y="987258"/>
                </a:lnTo>
                <a:lnTo>
                  <a:pt x="2405063" y="986304"/>
                </a:lnTo>
                <a:lnTo>
                  <a:pt x="2409825" y="985350"/>
                </a:lnTo>
                <a:lnTo>
                  <a:pt x="2414588" y="984398"/>
                </a:lnTo>
                <a:lnTo>
                  <a:pt x="2419350" y="983446"/>
                </a:lnTo>
                <a:lnTo>
                  <a:pt x="2424113" y="982495"/>
                </a:lnTo>
                <a:lnTo>
                  <a:pt x="2428875" y="981546"/>
                </a:lnTo>
                <a:lnTo>
                  <a:pt x="2433638" y="980597"/>
                </a:lnTo>
                <a:lnTo>
                  <a:pt x="2438400" y="979650"/>
                </a:lnTo>
                <a:lnTo>
                  <a:pt x="2443163" y="978703"/>
                </a:lnTo>
                <a:lnTo>
                  <a:pt x="2447925" y="977757"/>
                </a:lnTo>
                <a:lnTo>
                  <a:pt x="2452688" y="976813"/>
                </a:lnTo>
                <a:lnTo>
                  <a:pt x="2457450" y="975869"/>
                </a:lnTo>
                <a:lnTo>
                  <a:pt x="2462213" y="974927"/>
                </a:lnTo>
                <a:lnTo>
                  <a:pt x="2466975" y="973986"/>
                </a:lnTo>
                <a:lnTo>
                  <a:pt x="2471738" y="973045"/>
                </a:lnTo>
                <a:lnTo>
                  <a:pt x="2476500" y="972106"/>
                </a:lnTo>
                <a:lnTo>
                  <a:pt x="2481263" y="971168"/>
                </a:lnTo>
                <a:lnTo>
                  <a:pt x="2486025" y="970231"/>
                </a:lnTo>
                <a:lnTo>
                  <a:pt x="2490788" y="969295"/>
                </a:lnTo>
                <a:lnTo>
                  <a:pt x="2495550" y="968360"/>
                </a:lnTo>
                <a:lnTo>
                  <a:pt x="2500313" y="967426"/>
                </a:lnTo>
                <a:lnTo>
                  <a:pt x="2505075" y="966494"/>
                </a:lnTo>
                <a:lnTo>
                  <a:pt x="2509838" y="965562"/>
                </a:lnTo>
                <a:lnTo>
                  <a:pt x="2514600" y="964632"/>
                </a:lnTo>
                <a:lnTo>
                  <a:pt x="2519363" y="963703"/>
                </a:lnTo>
                <a:lnTo>
                  <a:pt x="2524125" y="962774"/>
                </a:lnTo>
                <a:lnTo>
                  <a:pt x="2528888" y="961847"/>
                </a:lnTo>
                <a:lnTo>
                  <a:pt x="2533650" y="960921"/>
                </a:lnTo>
                <a:lnTo>
                  <a:pt x="2538413" y="959997"/>
                </a:lnTo>
                <a:lnTo>
                  <a:pt x="2543175" y="959073"/>
                </a:lnTo>
                <a:lnTo>
                  <a:pt x="2547938" y="958151"/>
                </a:lnTo>
                <a:lnTo>
                  <a:pt x="2552700" y="957229"/>
                </a:lnTo>
                <a:lnTo>
                  <a:pt x="2557463" y="956309"/>
                </a:lnTo>
                <a:lnTo>
                  <a:pt x="2562225" y="955390"/>
                </a:lnTo>
                <a:lnTo>
                  <a:pt x="2566988" y="954472"/>
                </a:lnTo>
                <a:lnTo>
                  <a:pt x="2571750" y="953555"/>
                </a:lnTo>
                <a:lnTo>
                  <a:pt x="2576513" y="952640"/>
                </a:lnTo>
                <a:lnTo>
                  <a:pt x="2581275" y="951726"/>
                </a:lnTo>
                <a:lnTo>
                  <a:pt x="2586038" y="950813"/>
                </a:lnTo>
                <a:lnTo>
                  <a:pt x="2590800" y="949901"/>
                </a:lnTo>
                <a:lnTo>
                  <a:pt x="2595563" y="948990"/>
                </a:lnTo>
                <a:lnTo>
                  <a:pt x="2600325" y="948080"/>
                </a:lnTo>
                <a:lnTo>
                  <a:pt x="2605088" y="947172"/>
                </a:lnTo>
                <a:lnTo>
                  <a:pt x="2609850" y="946265"/>
                </a:lnTo>
                <a:lnTo>
                  <a:pt x="2614613" y="945359"/>
                </a:lnTo>
                <a:lnTo>
                  <a:pt x="2619375" y="944454"/>
                </a:lnTo>
                <a:lnTo>
                  <a:pt x="2624138" y="943550"/>
                </a:lnTo>
                <a:lnTo>
                  <a:pt x="2628900" y="942648"/>
                </a:lnTo>
                <a:lnTo>
                  <a:pt x="2633663" y="941747"/>
                </a:lnTo>
                <a:lnTo>
                  <a:pt x="2638425" y="940847"/>
                </a:lnTo>
                <a:lnTo>
                  <a:pt x="2643188" y="939948"/>
                </a:lnTo>
                <a:lnTo>
                  <a:pt x="2647950" y="939050"/>
                </a:lnTo>
                <a:lnTo>
                  <a:pt x="2652713" y="938154"/>
                </a:lnTo>
                <a:lnTo>
                  <a:pt x="2657475" y="937259"/>
                </a:lnTo>
                <a:lnTo>
                  <a:pt x="2662238" y="936365"/>
                </a:lnTo>
                <a:lnTo>
                  <a:pt x="2667000" y="935473"/>
                </a:lnTo>
                <a:lnTo>
                  <a:pt x="2671763" y="934581"/>
                </a:lnTo>
                <a:lnTo>
                  <a:pt x="2676525" y="933691"/>
                </a:lnTo>
                <a:lnTo>
                  <a:pt x="2681288" y="932802"/>
                </a:lnTo>
                <a:lnTo>
                  <a:pt x="2686050" y="931914"/>
                </a:lnTo>
                <a:lnTo>
                  <a:pt x="2690813" y="931028"/>
                </a:lnTo>
                <a:lnTo>
                  <a:pt x="2695575" y="930143"/>
                </a:lnTo>
                <a:lnTo>
                  <a:pt x="2700338" y="929259"/>
                </a:lnTo>
                <a:lnTo>
                  <a:pt x="2705100" y="928376"/>
                </a:lnTo>
                <a:lnTo>
                  <a:pt x="2709863" y="927494"/>
                </a:lnTo>
                <a:lnTo>
                  <a:pt x="2714625" y="926614"/>
                </a:lnTo>
                <a:lnTo>
                  <a:pt x="2719388" y="925735"/>
                </a:lnTo>
                <a:lnTo>
                  <a:pt x="2724150" y="924857"/>
                </a:lnTo>
                <a:lnTo>
                  <a:pt x="2728913" y="923981"/>
                </a:lnTo>
                <a:lnTo>
                  <a:pt x="2733675" y="923106"/>
                </a:lnTo>
                <a:lnTo>
                  <a:pt x="2738438" y="922232"/>
                </a:lnTo>
                <a:lnTo>
                  <a:pt x="2743200" y="921359"/>
                </a:lnTo>
                <a:lnTo>
                  <a:pt x="2747963" y="920487"/>
                </a:lnTo>
                <a:lnTo>
                  <a:pt x="2752725" y="919617"/>
                </a:lnTo>
                <a:lnTo>
                  <a:pt x="2757488" y="918748"/>
                </a:lnTo>
                <a:lnTo>
                  <a:pt x="2762250" y="917880"/>
                </a:lnTo>
                <a:lnTo>
                  <a:pt x="2767013" y="917014"/>
                </a:lnTo>
                <a:lnTo>
                  <a:pt x="2771775" y="916149"/>
                </a:lnTo>
                <a:lnTo>
                  <a:pt x="2776538" y="915285"/>
                </a:lnTo>
                <a:lnTo>
                  <a:pt x="2781300" y="914422"/>
                </a:lnTo>
                <a:lnTo>
                  <a:pt x="2786063" y="913560"/>
                </a:lnTo>
                <a:lnTo>
                  <a:pt x="2790825" y="912700"/>
                </a:lnTo>
                <a:lnTo>
                  <a:pt x="2795588" y="911841"/>
                </a:lnTo>
                <a:lnTo>
                  <a:pt x="2800350" y="910984"/>
                </a:lnTo>
                <a:lnTo>
                  <a:pt x="2805113" y="910127"/>
                </a:lnTo>
                <a:lnTo>
                  <a:pt x="2809875" y="909272"/>
                </a:lnTo>
                <a:lnTo>
                  <a:pt x="2814638" y="908418"/>
                </a:lnTo>
                <a:lnTo>
                  <a:pt x="2819400" y="907566"/>
                </a:lnTo>
                <a:lnTo>
                  <a:pt x="2824163" y="906714"/>
                </a:lnTo>
                <a:lnTo>
                  <a:pt x="2828925" y="905864"/>
                </a:lnTo>
                <a:lnTo>
                  <a:pt x="2833688" y="905015"/>
                </a:lnTo>
                <a:lnTo>
                  <a:pt x="2838450" y="904168"/>
                </a:lnTo>
                <a:lnTo>
                  <a:pt x="2843213" y="903322"/>
                </a:lnTo>
                <a:lnTo>
                  <a:pt x="2847975" y="902477"/>
                </a:lnTo>
                <a:lnTo>
                  <a:pt x="2852738" y="901633"/>
                </a:lnTo>
                <a:lnTo>
                  <a:pt x="2857500" y="900790"/>
                </a:lnTo>
                <a:lnTo>
                  <a:pt x="2862263" y="899949"/>
                </a:lnTo>
                <a:lnTo>
                  <a:pt x="2867025" y="899109"/>
                </a:lnTo>
                <a:lnTo>
                  <a:pt x="2871788" y="898270"/>
                </a:lnTo>
                <a:lnTo>
                  <a:pt x="2876550" y="897433"/>
                </a:lnTo>
                <a:lnTo>
                  <a:pt x="2881313" y="896597"/>
                </a:lnTo>
                <a:lnTo>
                  <a:pt x="2886075" y="895762"/>
                </a:lnTo>
                <a:lnTo>
                  <a:pt x="2890838" y="894928"/>
                </a:lnTo>
                <a:lnTo>
                  <a:pt x="2895600" y="894096"/>
                </a:lnTo>
                <a:lnTo>
                  <a:pt x="2900363" y="893265"/>
                </a:lnTo>
                <a:lnTo>
                  <a:pt x="2905125" y="892435"/>
                </a:lnTo>
                <a:lnTo>
                  <a:pt x="2909888" y="891606"/>
                </a:lnTo>
                <a:lnTo>
                  <a:pt x="2914650" y="890779"/>
                </a:lnTo>
                <a:lnTo>
                  <a:pt x="2919413" y="889953"/>
                </a:lnTo>
                <a:lnTo>
                  <a:pt x="2924175" y="889128"/>
                </a:lnTo>
                <a:lnTo>
                  <a:pt x="2928938" y="888305"/>
                </a:lnTo>
                <a:lnTo>
                  <a:pt x="2933700" y="887482"/>
                </a:lnTo>
                <a:lnTo>
                  <a:pt x="2938463" y="886661"/>
                </a:lnTo>
                <a:lnTo>
                  <a:pt x="2943225" y="885841"/>
                </a:lnTo>
                <a:lnTo>
                  <a:pt x="2947988" y="885023"/>
                </a:lnTo>
                <a:lnTo>
                  <a:pt x="2952750" y="884206"/>
                </a:lnTo>
                <a:lnTo>
                  <a:pt x="2957513" y="883390"/>
                </a:lnTo>
                <a:lnTo>
                  <a:pt x="2962275" y="882575"/>
                </a:lnTo>
                <a:lnTo>
                  <a:pt x="2967038" y="881762"/>
                </a:lnTo>
                <a:lnTo>
                  <a:pt x="2971800" y="880949"/>
                </a:lnTo>
                <a:lnTo>
                  <a:pt x="2976563" y="880138"/>
                </a:lnTo>
                <a:lnTo>
                  <a:pt x="2981325" y="879329"/>
                </a:lnTo>
                <a:lnTo>
                  <a:pt x="2986088" y="878520"/>
                </a:lnTo>
                <a:lnTo>
                  <a:pt x="2990850" y="877713"/>
                </a:lnTo>
                <a:lnTo>
                  <a:pt x="2995613" y="876907"/>
                </a:lnTo>
                <a:lnTo>
                  <a:pt x="3000375" y="876102"/>
                </a:lnTo>
                <a:lnTo>
                  <a:pt x="3005138" y="875299"/>
                </a:lnTo>
                <a:lnTo>
                  <a:pt x="3009900" y="874497"/>
                </a:lnTo>
                <a:lnTo>
                  <a:pt x="3014663" y="873696"/>
                </a:lnTo>
                <a:lnTo>
                  <a:pt x="3019425" y="872896"/>
                </a:lnTo>
                <a:lnTo>
                  <a:pt x="3024188" y="872097"/>
                </a:lnTo>
                <a:lnTo>
                  <a:pt x="3028950" y="871300"/>
                </a:lnTo>
                <a:lnTo>
                  <a:pt x="3033713" y="870504"/>
                </a:lnTo>
                <a:lnTo>
                  <a:pt x="3038475" y="869709"/>
                </a:lnTo>
                <a:lnTo>
                  <a:pt x="3043238" y="868916"/>
                </a:lnTo>
                <a:lnTo>
                  <a:pt x="3048000" y="868124"/>
                </a:lnTo>
                <a:lnTo>
                  <a:pt x="3052763" y="867333"/>
                </a:lnTo>
                <a:lnTo>
                  <a:pt x="3057525" y="866543"/>
                </a:lnTo>
                <a:lnTo>
                  <a:pt x="3062288" y="865754"/>
                </a:lnTo>
                <a:lnTo>
                  <a:pt x="3067050" y="864967"/>
                </a:lnTo>
                <a:lnTo>
                  <a:pt x="3071813" y="864181"/>
                </a:lnTo>
                <a:lnTo>
                  <a:pt x="3076575" y="863396"/>
                </a:lnTo>
                <a:lnTo>
                  <a:pt x="3081338" y="862613"/>
                </a:lnTo>
                <a:lnTo>
                  <a:pt x="3086100" y="861830"/>
                </a:lnTo>
                <a:lnTo>
                  <a:pt x="3090863" y="861049"/>
                </a:lnTo>
                <a:lnTo>
                  <a:pt x="3095625" y="860269"/>
                </a:lnTo>
                <a:lnTo>
                  <a:pt x="3100388" y="859490"/>
                </a:lnTo>
                <a:lnTo>
                  <a:pt x="3105150" y="858713"/>
                </a:lnTo>
                <a:lnTo>
                  <a:pt x="3109913" y="857937"/>
                </a:lnTo>
                <a:lnTo>
                  <a:pt x="3114675" y="857162"/>
                </a:lnTo>
                <a:lnTo>
                  <a:pt x="3119438" y="856388"/>
                </a:lnTo>
                <a:lnTo>
                  <a:pt x="3124200" y="855615"/>
                </a:lnTo>
                <a:lnTo>
                  <a:pt x="3128963" y="854844"/>
                </a:lnTo>
                <a:lnTo>
                  <a:pt x="3133725" y="854074"/>
                </a:lnTo>
                <a:lnTo>
                  <a:pt x="3138488" y="853305"/>
                </a:lnTo>
                <a:lnTo>
                  <a:pt x="3143250" y="852537"/>
                </a:lnTo>
                <a:lnTo>
                  <a:pt x="3148013" y="851770"/>
                </a:lnTo>
                <a:lnTo>
                  <a:pt x="3152775" y="851005"/>
                </a:lnTo>
                <a:lnTo>
                  <a:pt x="3157538" y="850241"/>
                </a:lnTo>
                <a:lnTo>
                  <a:pt x="3162300" y="849478"/>
                </a:lnTo>
                <a:lnTo>
                  <a:pt x="3167063" y="848717"/>
                </a:lnTo>
                <a:lnTo>
                  <a:pt x="3171825" y="847956"/>
                </a:lnTo>
                <a:lnTo>
                  <a:pt x="3176588" y="847197"/>
                </a:lnTo>
                <a:lnTo>
                  <a:pt x="3181350" y="846439"/>
                </a:lnTo>
                <a:lnTo>
                  <a:pt x="3186113" y="845682"/>
                </a:lnTo>
                <a:lnTo>
                  <a:pt x="3190875" y="844926"/>
                </a:lnTo>
                <a:lnTo>
                  <a:pt x="3195638" y="844172"/>
                </a:lnTo>
                <a:lnTo>
                  <a:pt x="3200400" y="843419"/>
                </a:lnTo>
                <a:lnTo>
                  <a:pt x="3205163" y="842666"/>
                </a:lnTo>
                <a:lnTo>
                  <a:pt x="3209925" y="841916"/>
                </a:lnTo>
                <a:lnTo>
                  <a:pt x="3214688" y="841166"/>
                </a:lnTo>
                <a:lnTo>
                  <a:pt x="3219450" y="840417"/>
                </a:lnTo>
                <a:lnTo>
                  <a:pt x="3224213" y="839670"/>
                </a:lnTo>
                <a:lnTo>
                  <a:pt x="3228975" y="838924"/>
                </a:lnTo>
                <a:lnTo>
                  <a:pt x="3233738" y="838179"/>
                </a:lnTo>
                <a:lnTo>
                  <a:pt x="3238500" y="837435"/>
                </a:lnTo>
                <a:lnTo>
                  <a:pt x="3243263" y="836693"/>
                </a:lnTo>
                <a:lnTo>
                  <a:pt x="3248025" y="835951"/>
                </a:lnTo>
                <a:lnTo>
                  <a:pt x="3252788" y="835211"/>
                </a:lnTo>
                <a:lnTo>
                  <a:pt x="3257550" y="834472"/>
                </a:lnTo>
                <a:lnTo>
                  <a:pt x="3262313" y="833734"/>
                </a:lnTo>
                <a:lnTo>
                  <a:pt x="3267075" y="832997"/>
                </a:lnTo>
                <a:lnTo>
                  <a:pt x="3271838" y="832262"/>
                </a:lnTo>
                <a:lnTo>
                  <a:pt x="3276600" y="831528"/>
                </a:lnTo>
                <a:lnTo>
                  <a:pt x="3281363" y="830794"/>
                </a:lnTo>
                <a:lnTo>
                  <a:pt x="3286125" y="830062"/>
                </a:lnTo>
                <a:lnTo>
                  <a:pt x="3290888" y="829332"/>
                </a:lnTo>
                <a:lnTo>
                  <a:pt x="3295650" y="828602"/>
                </a:lnTo>
                <a:lnTo>
                  <a:pt x="3300413" y="827873"/>
                </a:lnTo>
                <a:lnTo>
                  <a:pt x="3305175" y="827146"/>
                </a:lnTo>
                <a:lnTo>
                  <a:pt x="3309938" y="826420"/>
                </a:lnTo>
                <a:lnTo>
                  <a:pt x="3314700" y="825695"/>
                </a:lnTo>
                <a:lnTo>
                  <a:pt x="3319463" y="824971"/>
                </a:lnTo>
                <a:lnTo>
                  <a:pt x="3324225" y="824248"/>
                </a:lnTo>
                <a:lnTo>
                  <a:pt x="3328988" y="823526"/>
                </a:lnTo>
                <a:lnTo>
                  <a:pt x="3333750" y="82280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63238"/>
            </a:solidFill>
            <a:prstDash val="solid"/>
          </a:ln>
        </p:spPr>
      </p:sp>
      <p:sp>
        <p:nvSpPr>
          <p:cNvPr id="107" name="beta.selected">
            <a:extLst xmlns:a="http://schemas.openxmlformats.org/drawingml/2006/main">
              <a:ext uri="{FF2B5EF4-FFF2-40B4-BE49-F238E27FC236}">
                <a16:creationId xmlns:a16="http://schemas.microsoft.com/office/drawing/2014/main" id="{F0765490-38C6-4DD3-B7C2-A176FCAB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2656" y="412293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63238"/>
            </a:solidFill>
          </a:ln>
        </p:spPr>
      </p:sp>
      <p:sp>
        <p:nvSpPr>
          <p:cNvPr id="108" name="beta.projection">
            <a:extLst xmlns:a="http://schemas.openxmlformats.org/drawingml/2006/main">
              <a:ext uri="{FF2B5EF4-FFF2-40B4-BE49-F238E27FC236}">
                <a16:creationId xmlns:a16="http://schemas.microsoft.com/office/drawing/2014/main" id="{3CFD77BE-6799-4912-A993-B19BB583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0281" y="4170561"/>
            <a:ext cx="953" cy="468114"/>
          </a:xfrm>
          <a:custGeom xmlns:a="http://schemas.openxmlformats.org/drawingml/2006/main">
            <a:pathLst>
              <a:path w="953" h="468114">
                <a:moveTo>
                  <a:pt x="0" y="0"/>
                </a:moveTo>
                <a:lnTo>
                  <a:pt x="0" y="468114"/>
                </a:lnTo>
              </a:path>
            </a:pathLst>
          </a:custGeom>
          <a:noFill xmlns:a="http://schemas.openxmlformats.org/drawingml/2006/main"/>
          <a:ln xmlns:a="http://schemas.openxmlformats.org/drawingml/2006/main" w="10478">
            <a:solidFill>
              <a:srgbClr val="82878C"/>
            </a:solidFill>
            <a:prstDash val="dash"/>
          </a:ln>
        </p:spPr>
      </p:sp>
      <p:sp>
        <p:nvSpPr>
          <p:cNvPr id="109" name="beta.estimate">
            <a:extLst xmlns:a="http://schemas.openxmlformats.org/drawingml/2006/main">
              <a:ext uri="{FF2B5EF4-FFF2-40B4-BE49-F238E27FC236}">
                <a16:creationId xmlns:a16="http://schemas.microsoft.com/office/drawing/2014/main" id="{9E0B30ED-71DD-4A7C-AB4C-8A62DC45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34671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β̂ = 2.471</a:t>
            </a:r>
          </a:p>
        </p:txBody>
      </p:sp>
      <p:sp>
        <p:nvSpPr>
          <p:cNvPr id="110" name="beta.minimum-leader">
            <a:extLst xmlns:a="http://schemas.openxmlformats.org/drawingml/2006/main">
              <a:ext uri="{FF2B5EF4-FFF2-40B4-BE49-F238E27FC236}">
                <a16:creationId xmlns:a16="http://schemas.microsoft.com/office/drawing/2014/main" id="{9DF75563-23B5-4398-94CB-A0829687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6956" y="3781425"/>
            <a:ext cx="496294" cy="331986"/>
          </a:xfrm>
          <a:custGeom xmlns:a="http://schemas.openxmlformats.org/drawingml/2006/main">
            <a:pathLst>
              <a:path w="496294" h="331986">
                <a:moveTo>
                  <a:pt x="496294" y="0"/>
                </a:moveTo>
                <a:lnTo>
                  <a:pt x="0" y="3319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11" name="flow.gamma-beta">
            <a:extLst xmlns:a="http://schemas.openxmlformats.org/drawingml/2006/main">
              <a:ext uri="{FF2B5EF4-FFF2-40B4-BE49-F238E27FC236}">
                <a16:creationId xmlns:a16="http://schemas.microsoft.com/office/drawing/2014/main" id="{9827240A-2A52-482D-8602-4F445526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3750" y="3228975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112" name="flow.gamma-transfer">
            <a:extLst xmlns:a="http://schemas.openxmlformats.org/drawingml/2006/main">
              <a:ext uri="{FF2B5EF4-FFF2-40B4-BE49-F238E27FC236}">
                <a16:creationId xmlns:a16="http://schemas.microsoft.com/office/drawing/2014/main" id="{D085378A-7E35-49E5-9812-D0B4187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84797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γ̂</a:t>
            </a:r>
          </a:p>
        </p:txBody>
      </p:sp>
      <p:sp>
        <p:nvSpPr>
          <p:cNvPr id="113" name="eta.title">
            <a:extLst xmlns:a="http://schemas.openxmlformats.org/drawingml/2006/main">
              <a:ext uri="{FF2B5EF4-FFF2-40B4-BE49-F238E27FC236}">
                <a16:creationId xmlns:a16="http://schemas.microsoft.com/office/drawing/2014/main" id="{7475C081-E7A6-4989-A9A0-30E9D625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6673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伪尺度取均值</a:t>
            </a:r>
          </a:p>
        </p:txBody>
      </p:sp>
      <p:sp>
        <p:nvSpPr>
          <p:cNvPr id="114" name="eta.formula.0">
            <a:extLst xmlns:a="http://schemas.openxmlformats.org/drawingml/2006/main">
              <a:ext uri="{FF2B5EF4-FFF2-40B4-BE49-F238E27FC236}">
                <a16:creationId xmlns:a16="http://schemas.microsoft.com/office/drawing/2014/main" id="{03DC4CAE-31B1-4D7B-882C-7EF2DEB41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076" y="6078855"/>
            <a:ext cx="3359372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η̂ = (1/n) Σᵢ η̂ᵢ(γ̂, β̂) = 819.2</a:t>
            </a:r>
          </a:p>
        </p:txBody>
      </p:sp>
      <p:sp>
        <p:nvSpPr>
          <p:cNvPr id="115" name="flow.beta-eta">
            <a:extLst xmlns:a="http://schemas.openxmlformats.org/drawingml/2006/main">
              <a:ext uri="{FF2B5EF4-FFF2-40B4-BE49-F238E27FC236}">
                <a16:creationId xmlns:a16="http://schemas.microsoft.com/office/drawing/2014/main" id="{6B76D037-3577-4481-A40A-C100D018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020800" y="5410200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116" name="output.title">
            <a:extLst xmlns:a="http://schemas.openxmlformats.org/drawingml/2006/main">
              <a:ext uri="{FF2B5EF4-FFF2-40B4-BE49-F238E27FC236}">
                <a16:creationId xmlns:a16="http://schemas.microsoft.com/office/drawing/2014/main" id="{B97D3E5A-6CE6-45AB-98A1-6C5A4FA9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638800"/>
            <a:ext cx="390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输出三参数估计</a:t>
            </a:r>
          </a:p>
        </p:txBody>
      </p:sp>
      <p:sp>
        <p:nvSpPr>
          <p:cNvPr id="117" name="output.result.0">
            <a:extLst xmlns:a="http://schemas.openxmlformats.org/drawingml/2006/main">
              <a:ext uri="{FF2B5EF4-FFF2-40B4-BE49-F238E27FC236}">
                <a16:creationId xmlns:a16="http://schemas.microsoft.com/office/drawing/2014/main" id="{34964147-02E4-483D-88C5-4DA0622F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73" y="6088380"/>
            <a:ext cx="3733705" cy="3867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17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(β̂, η̂, γ̂) = (2.471, 819.2, 974.4)</a:t>
            </a:r>
          </a:p>
        </p:txBody>
      </p:sp>
      <p:sp>
        <p:nvSpPr>
          <p:cNvPr id="118" name="flow.eta-output">
            <a:extLst xmlns:a="http://schemas.openxmlformats.org/drawingml/2006/main">
              <a:ext uri="{FF2B5EF4-FFF2-40B4-BE49-F238E27FC236}">
                <a16:creationId xmlns:a16="http://schemas.microsoft.com/office/drawing/2014/main" id="{28533BCD-7CFB-49ED-8220-343CD8CE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1020425" y="6200775"/>
            <a:ext cx="3810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119" name="section.divider">
            <a:extLst xmlns:a="http://schemas.openxmlformats.org/drawingml/2006/main">
              <a:ext uri="{FF2B5EF4-FFF2-40B4-BE49-F238E27FC236}">
                <a16:creationId xmlns:a16="http://schemas.microsoft.com/office/drawing/2014/main" id="{EB61AC2A-059A-43EB-9713-19D7A3740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67525"/>
            <a:ext cx="16383000" cy="953"/>
          </a:xfrm>
          <a:custGeom xmlns:a="http://schemas.openxmlformats.org/drawingml/2006/main">
            <a:pathLst>
              <a:path w="16383000" h="953">
                <a:moveTo>
                  <a:pt x="0" y="0"/>
                </a:moveTo>
                <a:lnTo>
                  <a:pt x="1638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A3ADB7"/>
            </a:solidFill>
            <a:prstDash val="solid"/>
          </a:ln>
        </p:spPr>
      </p:sp>
      <p:sp>
        <p:nvSpPr>
          <p:cNvPr id="120" name="title.repeat">
            <a:extLst xmlns:a="http://schemas.openxmlformats.org/drawingml/2006/main">
              <a:ext uri="{FF2B5EF4-FFF2-40B4-BE49-F238E27FC236}">
                <a16:creationId xmlns:a16="http://schemas.microsoft.com/office/drawing/2014/main" id="{CCD1C4DD-A211-47CD-9ED5-B305BC5F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048500"/>
            <a:ext cx="1638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Ⅱ  同一真值下重复抽样：沿各自曲线选点</a:t>
            </a:r>
          </a:p>
        </p:txBody>
      </p:sp>
      <p:sp>
        <p:nvSpPr>
          <p:cNvPr id="121" name="repeat.boundary">
            <a:extLst xmlns:a="http://schemas.openxmlformats.org/drawingml/2006/main">
              <a:ext uri="{FF2B5EF4-FFF2-40B4-BE49-F238E27FC236}">
                <a16:creationId xmlns:a16="http://schemas.microsoft.com/office/drawing/2014/main" id="{DEEF94B8-698F-4173-AACA-BC8D17F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0"/>
            <a:ext cx="39433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3ADB7"/>
            </a:solidFill>
            <a:prstDash val="dash"/>
          </a:ln>
        </p:spPr>
      </p:sp>
      <p:sp>
        <p:nvSpPr>
          <p:cNvPr id="122" name="repeat.header">
            <a:extLst xmlns:a="http://schemas.openxmlformats.org/drawingml/2006/main">
              <a:ext uri="{FF2B5EF4-FFF2-40B4-BE49-F238E27FC236}">
                <a16:creationId xmlns:a16="http://schemas.microsoft.com/office/drawing/2014/main" id="{32C6FA70-EC30-4BD5-86D7-69CEC7B7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810500"/>
            <a:ext cx="3943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7F0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23" name="repeat.title">
            <a:extLst xmlns:a="http://schemas.openxmlformats.org/drawingml/2006/main">
              <a:ext uri="{FF2B5EF4-FFF2-40B4-BE49-F238E27FC236}">
                <a16:creationId xmlns:a16="http://schemas.microsoft.com/office/drawing/2014/main" id="{4C51BA9D-B552-4B28-ADBF-DADC996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829550"/>
            <a:ext cx="3752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相同总体，30组随机样本</a:t>
            </a:r>
          </a:p>
        </p:txBody>
      </p:sp>
      <p:sp>
        <p:nvSpPr>
          <p:cNvPr id="124" name="repeat.truth.0">
            <a:extLst xmlns:a="http://schemas.openxmlformats.org/drawingml/2006/main">
              <a:ext uri="{FF2B5EF4-FFF2-40B4-BE49-F238E27FC236}">
                <a16:creationId xmlns:a16="http://schemas.microsoft.com/office/drawing/2014/main" id="{F2EB8C26-C677-4732-952E-1597B11C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03" y="8363903"/>
            <a:ext cx="3308318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defRPr>
            </a:pPr>
            <a:r>
              <a:rPr sz="2025" b="0">
                <a:solidFill>
                  <a:srgbClr val="263238"/>
                </a:solidFill>
                <a:latin typeface="Cambria Math"/>
                <a:ea typeface="Cambria Math"/>
                <a:cs typeface="Cambria Math"/>
              </a:rPr>
              <a:t>W(β = 2, η = 1000, γ = 1000)</a:t>
            </a:r>
          </a:p>
        </p:txBody>
      </p:sp>
      <p:sp>
        <p:nvSpPr>
          <p:cNvPr id="125" name="repeat.n">
            <a:extLst xmlns:a="http://schemas.openxmlformats.org/drawingml/2006/main">
              <a:ext uri="{FF2B5EF4-FFF2-40B4-BE49-F238E27FC236}">
                <a16:creationId xmlns:a16="http://schemas.microsoft.com/office/drawing/2014/main" id="{5196135A-2FBC-439C-85DB-1DA34947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8296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 n = 7</a:t>
            </a:r>
          </a:p>
        </p:txBody>
      </p:sp>
      <p:sp>
        <p:nvSpPr>
          <p:cNvPr id="126" name="repeat.sample-name0">
            <a:extLst xmlns:a="http://schemas.openxmlformats.org/drawingml/2006/main">
              <a:ext uri="{FF2B5EF4-FFF2-40B4-BE49-F238E27FC236}">
                <a16:creationId xmlns:a16="http://schemas.microsoft.com/office/drawing/2014/main" id="{E62AC486-192F-4A91-98CB-94710B43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93916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1</a:t>
            </a:r>
          </a:p>
        </p:txBody>
      </p:sp>
      <p:sp>
        <p:nvSpPr>
          <p:cNvPr id="127" name="repeat.sample-0-0">
            <a:extLst xmlns:a="http://schemas.openxmlformats.org/drawingml/2006/main">
              <a:ext uri="{FF2B5EF4-FFF2-40B4-BE49-F238E27FC236}">
                <a16:creationId xmlns:a16="http://schemas.microsoft.com/office/drawing/2014/main" id="{7A828534-4271-4911-A589-7AB91C8A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0155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28" name="repeat.sample-0-1">
            <a:extLst xmlns:a="http://schemas.openxmlformats.org/drawingml/2006/main">
              <a:ext uri="{FF2B5EF4-FFF2-40B4-BE49-F238E27FC236}">
                <a16:creationId xmlns:a16="http://schemas.microsoft.com/office/drawing/2014/main" id="{BF93412D-162B-4A27-BC16-FE4309A7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977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29" name="repeat.sample-0-2">
            <a:extLst xmlns:a="http://schemas.openxmlformats.org/drawingml/2006/main">
              <a:ext uri="{FF2B5EF4-FFF2-40B4-BE49-F238E27FC236}">
                <a16:creationId xmlns:a16="http://schemas.microsoft.com/office/drawing/2014/main" id="{B5C274FE-4ED3-477D-AE94-A2C83B9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028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0" name="repeat.sample-0-3">
            <a:extLst xmlns:a="http://schemas.openxmlformats.org/drawingml/2006/main">
              <a:ext uri="{FF2B5EF4-FFF2-40B4-BE49-F238E27FC236}">
                <a16:creationId xmlns:a16="http://schemas.microsoft.com/office/drawing/2014/main" id="{741C12FA-C149-45D6-8788-50B55B862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1754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1" name="repeat.sample-0-4">
            <a:extLst xmlns:a="http://schemas.openxmlformats.org/drawingml/2006/main">
              <a:ext uri="{FF2B5EF4-FFF2-40B4-BE49-F238E27FC236}">
                <a16:creationId xmlns:a16="http://schemas.microsoft.com/office/drawing/2014/main" id="{584F094C-2D00-4F9C-9EFA-F249D96E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5735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2" name="repeat.sample-0-5">
            <a:extLst xmlns:a="http://schemas.openxmlformats.org/drawingml/2006/main">
              <a:ext uri="{FF2B5EF4-FFF2-40B4-BE49-F238E27FC236}">
                <a16:creationId xmlns:a16="http://schemas.microsoft.com/office/drawing/2014/main" id="{693D8B03-26DC-4A8C-9CDD-1491B80F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8262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3" name="repeat.sample-0-6">
            <a:extLst xmlns:a="http://schemas.openxmlformats.org/drawingml/2006/main">
              <a:ext uri="{FF2B5EF4-FFF2-40B4-BE49-F238E27FC236}">
                <a16:creationId xmlns:a16="http://schemas.microsoft.com/office/drawing/2014/main" id="{560F5131-E87F-43F0-B0D8-0321EDD7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3856" y="95202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4" name="repeat.sample-name1">
            <a:extLst xmlns:a="http://schemas.openxmlformats.org/drawingml/2006/main">
              <a:ext uri="{FF2B5EF4-FFF2-40B4-BE49-F238E27FC236}">
                <a16:creationId xmlns:a16="http://schemas.microsoft.com/office/drawing/2014/main" id="{941FA9D3-E78E-4A62-9517-5845F81B2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9915525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2</a:t>
            </a:r>
          </a:p>
        </p:txBody>
      </p:sp>
      <p:sp>
        <p:nvSpPr>
          <p:cNvPr id="135" name="repeat.sample-1-0">
            <a:extLst xmlns:a="http://schemas.openxmlformats.org/drawingml/2006/main">
              <a:ext uri="{FF2B5EF4-FFF2-40B4-BE49-F238E27FC236}">
                <a16:creationId xmlns:a16="http://schemas.microsoft.com/office/drawing/2014/main" id="{6B85E6A9-EF68-4314-913A-69BEFC9D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2148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6" name="repeat.sample-1-1">
            <a:extLst xmlns:a="http://schemas.openxmlformats.org/drawingml/2006/main">
              <a:ext uri="{FF2B5EF4-FFF2-40B4-BE49-F238E27FC236}">
                <a16:creationId xmlns:a16="http://schemas.microsoft.com/office/drawing/2014/main" id="{75338778-A2E5-4558-B560-D05045A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1547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7" name="repeat.sample-1-2">
            <a:extLst xmlns:a="http://schemas.openxmlformats.org/drawingml/2006/main">
              <a:ext uri="{FF2B5EF4-FFF2-40B4-BE49-F238E27FC236}">
                <a16:creationId xmlns:a16="http://schemas.microsoft.com/office/drawing/2014/main" id="{89ABF808-315E-4C7B-9F9A-4C96FC51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1020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8" name="repeat.sample-1-3">
            <a:extLst xmlns:a="http://schemas.openxmlformats.org/drawingml/2006/main">
              <a:ext uri="{FF2B5EF4-FFF2-40B4-BE49-F238E27FC236}">
                <a16:creationId xmlns:a16="http://schemas.microsoft.com/office/drawing/2014/main" id="{64D54CDF-5341-4FFB-9A9A-B1BEB7B2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900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39" name="repeat.sample-1-4">
            <a:extLst xmlns:a="http://schemas.openxmlformats.org/drawingml/2006/main">
              <a:ext uri="{FF2B5EF4-FFF2-40B4-BE49-F238E27FC236}">
                <a16:creationId xmlns:a16="http://schemas.microsoft.com/office/drawing/2014/main" id="{61919023-9DCE-4290-BAB7-7D3C0AD34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128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0" name="repeat.sample-1-5">
            <a:extLst xmlns:a="http://schemas.openxmlformats.org/drawingml/2006/main">
              <a:ext uri="{FF2B5EF4-FFF2-40B4-BE49-F238E27FC236}">
                <a16:creationId xmlns:a16="http://schemas.microsoft.com/office/drawing/2014/main" id="{9FFD00D8-DFF3-48FC-877D-7F9BC1F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62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1" name="repeat.sample-1-6">
            <a:extLst xmlns:a="http://schemas.openxmlformats.org/drawingml/2006/main">
              <a:ext uri="{FF2B5EF4-FFF2-40B4-BE49-F238E27FC236}">
                <a16:creationId xmlns:a16="http://schemas.microsoft.com/office/drawing/2014/main" id="{918F062E-ADFC-47BF-A894-5A223237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8882" y="100441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2" name="repeat.sample-name2">
            <a:extLst xmlns:a="http://schemas.openxmlformats.org/drawingml/2006/main">
              <a:ext uri="{FF2B5EF4-FFF2-40B4-BE49-F238E27FC236}">
                <a16:creationId xmlns:a16="http://schemas.microsoft.com/office/drawing/2014/main" id="{5A5EF977-5EB1-4267-9729-B7211C9F5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043940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样本 3</a:t>
            </a:r>
          </a:p>
        </p:txBody>
      </p:sp>
      <p:sp>
        <p:nvSpPr>
          <p:cNvPr id="143" name="repeat.sample-2-0">
            <a:extLst xmlns:a="http://schemas.openxmlformats.org/drawingml/2006/main">
              <a:ext uri="{FF2B5EF4-FFF2-40B4-BE49-F238E27FC236}">
                <a16:creationId xmlns:a16="http://schemas.microsoft.com/office/drawing/2014/main" id="{D5EB2B60-EE5B-4419-BA38-824D4389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667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4" name="repeat.sample-2-1">
            <a:extLst xmlns:a="http://schemas.openxmlformats.org/drawingml/2006/main">
              <a:ext uri="{FF2B5EF4-FFF2-40B4-BE49-F238E27FC236}">
                <a16:creationId xmlns:a16="http://schemas.microsoft.com/office/drawing/2014/main" id="{C4AF031F-937B-49F0-96CE-51C71A1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342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5" name="repeat.sample-2-2">
            <a:extLst xmlns:a="http://schemas.openxmlformats.org/drawingml/2006/main">
              <a:ext uri="{FF2B5EF4-FFF2-40B4-BE49-F238E27FC236}">
                <a16:creationId xmlns:a16="http://schemas.microsoft.com/office/drawing/2014/main" id="{B4A54F14-D508-40A1-AE39-03987F3D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554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6" name="repeat.sample-2-3">
            <a:extLst xmlns:a="http://schemas.openxmlformats.org/drawingml/2006/main">
              <a:ext uri="{FF2B5EF4-FFF2-40B4-BE49-F238E27FC236}">
                <a16:creationId xmlns:a16="http://schemas.microsoft.com/office/drawing/2014/main" id="{A43E97D3-B763-42D8-B652-C1C3D4BF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1711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7" name="repeat.sample-2-4">
            <a:extLst xmlns:a="http://schemas.openxmlformats.org/drawingml/2006/main">
              <a:ext uri="{FF2B5EF4-FFF2-40B4-BE49-F238E27FC236}">
                <a16:creationId xmlns:a16="http://schemas.microsoft.com/office/drawing/2014/main" id="{A75D8931-338A-4FB6-8C73-CE549234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1939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8" name="repeat.sample-2-5">
            <a:extLst xmlns:a="http://schemas.openxmlformats.org/drawingml/2006/main">
              <a:ext uri="{FF2B5EF4-FFF2-40B4-BE49-F238E27FC236}">
                <a16:creationId xmlns:a16="http://schemas.microsoft.com/office/drawing/2014/main" id="{31AEB941-095B-4EB1-AD32-C90EAB4B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572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49" name="repeat.sample-2-6">
            <a:extLst xmlns:a="http://schemas.openxmlformats.org/drawingml/2006/main">
              <a:ext uri="{FF2B5EF4-FFF2-40B4-BE49-F238E27FC236}">
                <a16:creationId xmlns:a16="http://schemas.microsoft.com/office/drawing/2014/main" id="{A0F73874-97F4-423A-BCA3-973754B6B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130" y="10567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2878C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150" name="repeat.ellipsis">
            <a:extLst xmlns:a="http://schemas.openxmlformats.org/drawingml/2006/main">
              <a:ext uri="{FF2B5EF4-FFF2-40B4-BE49-F238E27FC236}">
                <a16:creationId xmlns:a16="http://schemas.microsoft.com/office/drawing/2014/main" id="{492A7014-D0CF-4AAB-BE15-7F425AD2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953750"/>
            <a:ext cx="3286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⋮</a:t>
            </a:r>
          </a:p>
        </p:txBody>
      </p:sp>
      <p:sp>
        <p:nvSpPr>
          <p:cNvPr id="151" name="repeat.path">
            <a:extLst xmlns:a="http://schemas.openxmlformats.org/drawingml/2006/main">
              <a:ext uri="{FF2B5EF4-FFF2-40B4-BE49-F238E27FC236}">
                <a16:creationId xmlns:a16="http://schemas.microsoft.com/office/drawing/2014/main" id="{EF1B69EE-A540-45F5-B8F6-F380AF2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1325225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每组重新构造 ∇(γ)</a:t>
            </a:r>
          </a:p>
          <a:p xmlns:a="http://schemas.openxmlformats.org/drawingml/2006/main">
            <a:pPr algn="ctr">
              <a:def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分别用 δ = 0 与 δ = 0.1 求解</a:t>
            </a:r>
          </a:p>
        </p:txBody>
      </p:sp>
      <p:sp>
        <p:nvSpPr>
          <p:cNvPr id="152" name="flow.repeat-pair">
            <a:extLst xmlns:a="http://schemas.openxmlformats.org/drawingml/2006/main">
              <a:ext uri="{FF2B5EF4-FFF2-40B4-BE49-F238E27FC236}">
                <a16:creationId xmlns:a16="http://schemas.microsoft.com/office/drawing/2014/main" id="{4408E010-3C71-445E-B2A9-A56D934F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24375" y="9258300"/>
            <a:ext cx="48577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6D9E7"/>
          </a:solidFill>
          <a:ln xmlns:a="http://schemas.openxmlformats.org/drawingml/2006/main" w="11430">
            <a:solidFill>
              <a:srgbClr val="73869A"/>
            </a:solidFill>
          </a:ln>
        </p:spPr>
      </p:sp>
      <p:sp>
        <p:nvSpPr>
          <p:cNvPr id="153" name="comparison.shared">
            <a:extLst xmlns:a="http://schemas.openxmlformats.org/drawingml/2006/main">
              <a:ext uri="{FF2B5EF4-FFF2-40B4-BE49-F238E27FC236}">
                <a16:creationId xmlns:a16="http://schemas.microsoft.com/office/drawing/2014/main" id="{E2D7D8DC-4749-4F11-BF69-13394188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7533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同一批样本、相同坐标，仅改变判据水平</a:t>
            </a:r>
          </a:p>
        </p:txBody>
      </p:sp>
      <p:sp>
        <p:nvSpPr>
          <p:cNvPr id="154" name="zero.title">
            <a:extLst xmlns:a="http://schemas.openxmlformats.org/drawingml/2006/main">
              <a:ext uri="{FF2B5EF4-FFF2-40B4-BE49-F238E27FC236}">
                <a16:creationId xmlns:a16="http://schemas.microsoft.com/office/drawing/2014/main" id="{48F1FD8F-DA35-422F-9433-4EE6D461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8220075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c  零梯度判据 δ = 0</a:t>
            </a:r>
          </a:p>
        </p:txBody>
      </p:sp>
      <p:sp>
        <p:nvSpPr>
          <p:cNvPr id="155" name="zero.axisx">
            <a:extLst xmlns:a="http://schemas.openxmlformats.org/drawingml/2006/main">
              <a:ext uri="{FF2B5EF4-FFF2-40B4-BE49-F238E27FC236}">
                <a16:creationId xmlns:a16="http://schemas.microsoft.com/office/drawing/2014/main" id="{A49F2EEA-B4AE-4B99-A07D-EAE6D0E3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1020425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156" name="zero.axisy">
            <a:extLst xmlns:a="http://schemas.openxmlformats.org/drawingml/2006/main">
              <a:ext uri="{FF2B5EF4-FFF2-40B4-BE49-F238E27FC236}">
                <a16:creationId xmlns:a16="http://schemas.microsoft.com/office/drawing/2014/main" id="{8D50972E-6E8D-4FCF-992E-C0C8EF92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8829675"/>
            <a:ext cx="953" cy="2190750"/>
          </a:xfrm>
          <a:custGeom xmlns:a="http://schemas.openxmlformats.org/drawingml/2006/main">
            <a:pathLst>
              <a:path w="953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157" name="zero.ytick0">
            <a:extLst xmlns:a="http://schemas.openxmlformats.org/drawingml/2006/main">
              <a:ext uri="{FF2B5EF4-FFF2-40B4-BE49-F238E27FC236}">
                <a16:creationId xmlns:a16="http://schemas.microsoft.com/office/drawing/2014/main" id="{C5AB80EF-DE30-4A6F-9CFC-31BD55EA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08159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58" name="zero.ytxt0">
            <a:extLst xmlns:a="http://schemas.openxmlformats.org/drawingml/2006/main">
              <a:ext uri="{FF2B5EF4-FFF2-40B4-BE49-F238E27FC236}">
                <a16:creationId xmlns:a16="http://schemas.microsoft.com/office/drawing/2014/main" id="{524E2731-46D3-47F8-BF44-DE979029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6921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59" name="zero.ytick0.1">
            <a:extLst xmlns:a="http://schemas.openxmlformats.org/drawingml/2006/main">
              <a:ext uri="{FF2B5EF4-FFF2-40B4-BE49-F238E27FC236}">
                <a16:creationId xmlns:a16="http://schemas.microsoft.com/office/drawing/2014/main" id="{8F5B8F51-7F06-4EB5-B40F-CBFE47A8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02317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60" name="zero.ytxt0.1">
            <a:extLst xmlns:a="http://schemas.openxmlformats.org/drawingml/2006/main">
              <a:ext uri="{FF2B5EF4-FFF2-40B4-BE49-F238E27FC236}">
                <a16:creationId xmlns:a16="http://schemas.microsoft.com/office/drawing/2014/main" id="{3D1F3710-2DB5-4787-8899-A4B0A249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101079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161" name="zero.ytick0.2">
            <a:extLst xmlns:a="http://schemas.openxmlformats.org/drawingml/2006/main">
              <a:ext uri="{FF2B5EF4-FFF2-40B4-BE49-F238E27FC236}">
                <a16:creationId xmlns:a16="http://schemas.microsoft.com/office/drawing/2014/main" id="{4C56452C-57D3-4A1C-B7A7-4D1265D6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6475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62" name="zero.ytxt0.2">
            <a:extLst xmlns:a="http://schemas.openxmlformats.org/drawingml/2006/main">
              <a:ext uri="{FF2B5EF4-FFF2-40B4-BE49-F238E27FC236}">
                <a16:creationId xmlns:a16="http://schemas.microsoft.com/office/drawing/2014/main" id="{28D65BEA-1D92-4C12-BE95-46AAB0AC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95237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163" name="zero.ytick0.3">
            <a:extLst xmlns:a="http://schemas.openxmlformats.org/drawingml/2006/main">
              <a:ext uri="{FF2B5EF4-FFF2-40B4-BE49-F238E27FC236}">
                <a16:creationId xmlns:a16="http://schemas.microsoft.com/office/drawing/2014/main" id="{501912EC-1196-4E27-BEB4-6BAACEE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90633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164" name="zero.ytxt0.3">
            <a:extLst xmlns:a="http://schemas.openxmlformats.org/drawingml/2006/main">
              <a:ext uri="{FF2B5EF4-FFF2-40B4-BE49-F238E27FC236}">
                <a16:creationId xmlns:a16="http://schemas.microsoft.com/office/drawing/2014/main" id="{70894C7D-6305-46C2-BC7B-6D3E917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89395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165" name="zero.ylabel">
            <a:extLst xmlns:a="http://schemas.openxmlformats.org/drawingml/2006/main">
              <a:ext uri="{FF2B5EF4-FFF2-40B4-BE49-F238E27FC236}">
                <a16:creationId xmlns:a16="http://schemas.microsoft.com/office/drawing/2014/main" id="{0339F91F-9A3A-4148-863F-F3773AF5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191000" y="975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166" name="zero.Sample-1-1.segment0">
            <a:extLst xmlns:a="http://schemas.openxmlformats.org/drawingml/2006/main">
              <a:ext uri="{FF2B5EF4-FFF2-40B4-BE49-F238E27FC236}">
                <a16:creationId xmlns:a16="http://schemas.microsoft.com/office/drawing/2014/main" id="{D6DC382B-ED1B-4E24-8C6F-02C54107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86840"/>
            <a:ext cx="1686582" cy="133585"/>
          </a:xfrm>
          <a:custGeom xmlns:a="http://schemas.openxmlformats.org/drawingml/2006/main">
            <a:pathLst>
              <a:path w="1686582" h="133585">
                <a:moveTo>
                  <a:pt x="0" y="0"/>
                </a:moveTo>
                <a:lnTo>
                  <a:pt x="112788" y="4005"/>
                </a:lnTo>
                <a:lnTo>
                  <a:pt x="221741" y="8211"/>
                </a:lnTo>
                <a:lnTo>
                  <a:pt x="326989" y="12628"/>
                </a:lnTo>
                <a:lnTo>
                  <a:pt x="428658" y="17262"/>
                </a:lnTo>
                <a:lnTo>
                  <a:pt x="526870" y="22123"/>
                </a:lnTo>
                <a:lnTo>
                  <a:pt x="621742" y="27220"/>
                </a:lnTo>
                <a:lnTo>
                  <a:pt x="713388" y="32561"/>
                </a:lnTo>
                <a:lnTo>
                  <a:pt x="801918" y="38156"/>
                </a:lnTo>
                <a:lnTo>
                  <a:pt x="887437" y="44012"/>
                </a:lnTo>
                <a:lnTo>
                  <a:pt x="970048" y="50141"/>
                </a:lnTo>
                <a:lnTo>
                  <a:pt x="1049850" y="56551"/>
                </a:lnTo>
                <a:lnTo>
                  <a:pt x="1126938" y="63251"/>
                </a:lnTo>
                <a:lnTo>
                  <a:pt x="1201405" y="70250"/>
                </a:lnTo>
                <a:lnTo>
                  <a:pt x="1273340" y="77559"/>
                </a:lnTo>
                <a:lnTo>
                  <a:pt x="1342828" y="85185"/>
                </a:lnTo>
                <a:lnTo>
                  <a:pt x="1409954" y="93139"/>
                </a:lnTo>
                <a:lnTo>
                  <a:pt x="1474797" y="101428"/>
                </a:lnTo>
                <a:lnTo>
                  <a:pt x="1537435" y="110061"/>
                </a:lnTo>
                <a:lnTo>
                  <a:pt x="1597943" y="119047"/>
                </a:lnTo>
                <a:lnTo>
                  <a:pt x="1656393" y="128392"/>
                </a:lnTo>
                <a:lnTo>
                  <a:pt x="1686582" y="13358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67" name="zero.Sample-1-1.segment1">
            <a:extLst xmlns:a="http://schemas.openxmlformats.org/drawingml/2006/main">
              <a:ext uri="{FF2B5EF4-FFF2-40B4-BE49-F238E27FC236}">
                <a16:creationId xmlns:a16="http://schemas.microsoft.com/office/drawing/2014/main" id="{5272AEA1-67DF-4817-9858-9B82168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6465" y="8829675"/>
            <a:ext cx="116277" cy="2190750"/>
          </a:xfrm>
          <a:custGeom xmlns:a="http://schemas.openxmlformats.org/drawingml/2006/main">
            <a:pathLst>
              <a:path w="116277" h="2190750">
                <a:moveTo>
                  <a:pt x="0" y="2190750"/>
                </a:moveTo>
                <a:lnTo>
                  <a:pt x="10185" y="2106722"/>
                </a:lnTo>
                <a:lnTo>
                  <a:pt x="20197" y="2011274"/>
                </a:lnTo>
                <a:lnTo>
                  <a:pt x="22601" y="1986280"/>
                </a:lnTo>
                <a:lnTo>
                  <a:pt x="29868" y="1905458"/>
                </a:lnTo>
                <a:lnTo>
                  <a:pt x="39210" y="1788888"/>
                </a:lnTo>
                <a:lnTo>
                  <a:pt x="48235" y="1661221"/>
                </a:lnTo>
                <a:lnTo>
                  <a:pt x="56953" y="1522166"/>
                </a:lnTo>
                <a:lnTo>
                  <a:pt x="63739" y="1402080"/>
                </a:lnTo>
                <a:lnTo>
                  <a:pt x="65374" y="1371481"/>
                </a:lnTo>
                <a:lnTo>
                  <a:pt x="73509" y="1208975"/>
                </a:lnTo>
                <a:lnTo>
                  <a:pt x="81368" y="1034504"/>
                </a:lnTo>
                <a:lnTo>
                  <a:pt x="88959" y="847967"/>
                </a:lnTo>
                <a:lnTo>
                  <a:pt x="96292" y="649302"/>
                </a:lnTo>
                <a:lnTo>
                  <a:pt x="103376" y="438480"/>
                </a:lnTo>
                <a:lnTo>
                  <a:pt x="110219" y="215499"/>
                </a:lnTo>
                <a:lnTo>
                  <a:pt x="1162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68" name="zero.Sample-1-2.segment0">
            <a:extLst xmlns:a="http://schemas.openxmlformats.org/drawingml/2006/main">
              <a:ext uri="{FF2B5EF4-FFF2-40B4-BE49-F238E27FC236}">
                <a16:creationId xmlns:a16="http://schemas.microsoft.com/office/drawing/2014/main" id="{5AD831D8-B7F7-4A3D-9343-1D50222A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84579"/>
            <a:ext cx="365252" cy="35846"/>
          </a:xfrm>
          <a:custGeom xmlns:a="http://schemas.openxmlformats.org/drawingml/2006/main">
            <a:pathLst>
              <a:path w="365252" h="35846">
                <a:moveTo>
                  <a:pt x="0" y="0"/>
                </a:moveTo>
                <a:lnTo>
                  <a:pt x="98829" y="8667"/>
                </a:lnTo>
                <a:lnTo>
                  <a:pt x="194297" y="17714"/>
                </a:lnTo>
                <a:lnTo>
                  <a:pt x="286519" y="27150"/>
                </a:lnTo>
                <a:lnTo>
                  <a:pt x="365252" y="3584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69" name="zero.Sample-1-2.segment1">
            <a:extLst xmlns:a="http://schemas.openxmlformats.org/drawingml/2006/main">
              <a:ext uri="{FF2B5EF4-FFF2-40B4-BE49-F238E27FC236}">
                <a16:creationId xmlns:a16="http://schemas.microsoft.com/office/drawing/2014/main" id="{4FA932F6-26FD-4BFE-83BC-41569327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7465" y="8829675"/>
            <a:ext cx="91165" cy="2190750"/>
          </a:xfrm>
          <a:custGeom xmlns:a="http://schemas.openxmlformats.org/drawingml/2006/main">
            <a:pathLst>
              <a:path w="91165" h="2190750">
                <a:moveTo>
                  <a:pt x="0" y="2190750"/>
                </a:moveTo>
                <a:lnTo>
                  <a:pt x="6897" y="2100565"/>
                </a:lnTo>
                <a:lnTo>
                  <a:pt x="14675" y="1986280"/>
                </a:lnTo>
                <a:lnTo>
                  <a:pt x="16629" y="1955717"/>
                </a:lnTo>
                <a:lnTo>
                  <a:pt x="26030" y="1797404"/>
                </a:lnTo>
                <a:lnTo>
                  <a:pt x="35111" y="1625325"/>
                </a:lnTo>
                <a:lnTo>
                  <a:pt x="43884" y="1439248"/>
                </a:lnTo>
                <a:lnTo>
                  <a:pt x="45526" y="1402080"/>
                </a:lnTo>
                <a:lnTo>
                  <a:pt x="52358" y="1239002"/>
                </a:lnTo>
                <a:lnTo>
                  <a:pt x="60544" y="1024481"/>
                </a:lnTo>
                <a:lnTo>
                  <a:pt x="68452" y="795640"/>
                </a:lnTo>
                <a:lnTo>
                  <a:pt x="76091" y="552487"/>
                </a:lnTo>
                <a:lnTo>
                  <a:pt x="83470" y="295077"/>
                </a:lnTo>
                <a:lnTo>
                  <a:pt x="90598" y="23510"/>
                </a:lnTo>
                <a:lnTo>
                  <a:pt x="91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0" name="zero.Sample-1-3.segment0">
            <a:extLst xmlns:a="http://schemas.openxmlformats.org/drawingml/2006/main">
              <a:ext uri="{FF2B5EF4-FFF2-40B4-BE49-F238E27FC236}">
                <a16:creationId xmlns:a16="http://schemas.microsoft.com/office/drawing/2014/main" id="{968CB8D0-6026-4B59-853A-C4F5EA7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919336" cy="2047733"/>
          </a:xfrm>
          <a:custGeom xmlns:a="http://schemas.openxmlformats.org/drawingml/2006/main">
            <a:pathLst>
              <a:path w="2919336" h="2047733">
                <a:moveTo>
                  <a:pt x="0" y="2019823"/>
                </a:moveTo>
                <a:lnTo>
                  <a:pt x="107164" y="2021289"/>
                </a:lnTo>
                <a:lnTo>
                  <a:pt x="210684" y="2022785"/>
                </a:lnTo>
                <a:lnTo>
                  <a:pt x="310683" y="2024306"/>
                </a:lnTo>
                <a:lnTo>
                  <a:pt x="407282" y="2025849"/>
                </a:lnTo>
                <a:lnTo>
                  <a:pt x="500597" y="2027410"/>
                </a:lnTo>
                <a:lnTo>
                  <a:pt x="590738" y="2028982"/>
                </a:lnTo>
                <a:lnTo>
                  <a:pt x="677814" y="2030560"/>
                </a:lnTo>
                <a:lnTo>
                  <a:pt x="761929" y="2032138"/>
                </a:lnTo>
                <a:lnTo>
                  <a:pt x="843183" y="2033706"/>
                </a:lnTo>
                <a:lnTo>
                  <a:pt x="921675" y="2035257"/>
                </a:lnTo>
                <a:lnTo>
                  <a:pt x="997497" y="2036782"/>
                </a:lnTo>
                <a:lnTo>
                  <a:pt x="1070741" y="2038268"/>
                </a:lnTo>
                <a:lnTo>
                  <a:pt x="1141495" y="2039705"/>
                </a:lnTo>
                <a:lnTo>
                  <a:pt x="1209842" y="2041079"/>
                </a:lnTo>
                <a:lnTo>
                  <a:pt x="1275866" y="2042375"/>
                </a:lnTo>
                <a:lnTo>
                  <a:pt x="1339644" y="2043578"/>
                </a:lnTo>
                <a:lnTo>
                  <a:pt x="1401254" y="2044671"/>
                </a:lnTo>
                <a:lnTo>
                  <a:pt x="1460768" y="2045633"/>
                </a:lnTo>
                <a:lnTo>
                  <a:pt x="1518259" y="2046443"/>
                </a:lnTo>
                <a:lnTo>
                  <a:pt x="1573794" y="2047081"/>
                </a:lnTo>
                <a:lnTo>
                  <a:pt x="1627442" y="2047519"/>
                </a:lnTo>
                <a:lnTo>
                  <a:pt x="1679265" y="2047733"/>
                </a:lnTo>
                <a:lnTo>
                  <a:pt x="1729325" y="2047693"/>
                </a:lnTo>
                <a:lnTo>
                  <a:pt x="1777684" y="2047367"/>
                </a:lnTo>
                <a:lnTo>
                  <a:pt x="1824398" y="2046723"/>
                </a:lnTo>
                <a:lnTo>
                  <a:pt x="1869524" y="2045724"/>
                </a:lnTo>
                <a:lnTo>
                  <a:pt x="1913115" y="2044333"/>
                </a:lnTo>
                <a:lnTo>
                  <a:pt x="1955223" y="2042507"/>
                </a:lnTo>
                <a:lnTo>
                  <a:pt x="1995900" y="2040204"/>
                </a:lnTo>
                <a:lnTo>
                  <a:pt x="2035194" y="2037376"/>
                </a:lnTo>
                <a:lnTo>
                  <a:pt x="2073151" y="2033973"/>
                </a:lnTo>
                <a:lnTo>
                  <a:pt x="2109818" y="2029944"/>
                </a:lnTo>
                <a:lnTo>
                  <a:pt x="2145238" y="2025232"/>
                </a:lnTo>
                <a:lnTo>
                  <a:pt x="2179453" y="2019779"/>
                </a:lnTo>
                <a:lnTo>
                  <a:pt x="2212505" y="2013523"/>
                </a:lnTo>
                <a:lnTo>
                  <a:pt x="2244433" y="2006400"/>
                </a:lnTo>
                <a:lnTo>
                  <a:pt x="2275275" y="1998339"/>
                </a:lnTo>
                <a:lnTo>
                  <a:pt x="2305069" y="1989271"/>
                </a:lnTo>
                <a:lnTo>
                  <a:pt x="2313992" y="1986280"/>
                </a:lnTo>
                <a:lnTo>
                  <a:pt x="2333849" y="1979121"/>
                </a:lnTo>
                <a:lnTo>
                  <a:pt x="2361651" y="1967810"/>
                </a:lnTo>
                <a:lnTo>
                  <a:pt x="2388507" y="1955258"/>
                </a:lnTo>
                <a:lnTo>
                  <a:pt x="2414451" y="1941381"/>
                </a:lnTo>
                <a:lnTo>
                  <a:pt x="2439511" y="1926091"/>
                </a:lnTo>
                <a:lnTo>
                  <a:pt x="2463720" y="1909298"/>
                </a:lnTo>
                <a:lnTo>
                  <a:pt x="2487106" y="1890911"/>
                </a:lnTo>
                <a:lnTo>
                  <a:pt x="2509696" y="1870831"/>
                </a:lnTo>
                <a:lnTo>
                  <a:pt x="2531518" y="1848962"/>
                </a:lnTo>
                <a:lnTo>
                  <a:pt x="2552598" y="1825202"/>
                </a:lnTo>
                <a:lnTo>
                  <a:pt x="2572961" y="1799447"/>
                </a:lnTo>
                <a:lnTo>
                  <a:pt x="2592632" y="1771592"/>
                </a:lnTo>
                <a:lnTo>
                  <a:pt x="2611634" y="1741528"/>
                </a:lnTo>
                <a:lnTo>
                  <a:pt x="2629990" y="1709145"/>
                </a:lnTo>
                <a:lnTo>
                  <a:pt x="2647721" y="1674331"/>
                </a:lnTo>
                <a:lnTo>
                  <a:pt x="2664850" y="1636972"/>
                </a:lnTo>
                <a:lnTo>
                  <a:pt x="2681396" y="1596953"/>
                </a:lnTo>
                <a:lnTo>
                  <a:pt x="2697379" y="1554155"/>
                </a:lnTo>
                <a:lnTo>
                  <a:pt x="2712819" y="1508462"/>
                </a:lnTo>
                <a:lnTo>
                  <a:pt x="2727734" y="1459751"/>
                </a:lnTo>
                <a:lnTo>
                  <a:pt x="2742142" y="1407903"/>
                </a:lnTo>
                <a:lnTo>
                  <a:pt x="2743676" y="1402080"/>
                </a:lnTo>
                <a:lnTo>
                  <a:pt x="2756060" y="1352795"/>
                </a:lnTo>
                <a:lnTo>
                  <a:pt x="2769504" y="1294304"/>
                </a:lnTo>
                <a:lnTo>
                  <a:pt x="2782492" y="1232305"/>
                </a:lnTo>
                <a:lnTo>
                  <a:pt x="2795037" y="1166673"/>
                </a:lnTo>
                <a:lnTo>
                  <a:pt x="2807156" y="1097284"/>
                </a:lnTo>
                <a:lnTo>
                  <a:pt x="2818863" y="1024010"/>
                </a:lnTo>
                <a:lnTo>
                  <a:pt x="2830172" y="946726"/>
                </a:lnTo>
                <a:lnTo>
                  <a:pt x="2841097" y="865304"/>
                </a:lnTo>
                <a:lnTo>
                  <a:pt x="2851650" y="779618"/>
                </a:lnTo>
                <a:lnTo>
                  <a:pt x="2861844" y="689541"/>
                </a:lnTo>
                <a:lnTo>
                  <a:pt x="2871691" y="594946"/>
                </a:lnTo>
                <a:lnTo>
                  <a:pt x="2881203" y="495707"/>
                </a:lnTo>
                <a:lnTo>
                  <a:pt x="2890392" y="391701"/>
                </a:lnTo>
                <a:lnTo>
                  <a:pt x="2899269" y="282802"/>
                </a:lnTo>
                <a:lnTo>
                  <a:pt x="2907844" y="168890"/>
                </a:lnTo>
                <a:lnTo>
                  <a:pt x="2916127" y="49845"/>
                </a:lnTo>
                <a:lnTo>
                  <a:pt x="2919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1" name="zero.Sample-1-4.segment0">
            <a:extLst xmlns:a="http://schemas.openxmlformats.org/drawingml/2006/main">
              <a:ext uri="{FF2B5EF4-FFF2-40B4-BE49-F238E27FC236}">
                <a16:creationId xmlns:a16="http://schemas.microsoft.com/office/drawing/2014/main" id="{7D7A10EA-E1A1-4D78-A23E-9DDB4FA1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87710"/>
            <a:ext cx="1856809" cy="132715"/>
          </a:xfrm>
          <a:custGeom xmlns:a="http://schemas.openxmlformats.org/drawingml/2006/main">
            <a:pathLst>
              <a:path w="1856809" h="132715">
                <a:moveTo>
                  <a:pt x="0" y="0"/>
                </a:moveTo>
                <a:lnTo>
                  <a:pt x="107342" y="3890"/>
                </a:lnTo>
                <a:lnTo>
                  <a:pt x="211034" y="7946"/>
                </a:lnTo>
                <a:lnTo>
                  <a:pt x="311201" y="12168"/>
                </a:lnTo>
                <a:lnTo>
                  <a:pt x="407961" y="16559"/>
                </a:lnTo>
                <a:lnTo>
                  <a:pt x="501430" y="21117"/>
                </a:lnTo>
                <a:lnTo>
                  <a:pt x="591722" y="25842"/>
                </a:lnTo>
                <a:lnTo>
                  <a:pt x="678943" y="30733"/>
                </a:lnTo>
                <a:lnTo>
                  <a:pt x="763198" y="35785"/>
                </a:lnTo>
                <a:lnTo>
                  <a:pt x="844587" y="40993"/>
                </a:lnTo>
                <a:lnTo>
                  <a:pt x="923210" y="46350"/>
                </a:lnTo>
                <a:lnTo>
                  <a:pt x="999158" y="51847"/>
                </a:lnTo>
                <a:lnTo>
                  <a:pt x="1072525" y="57473"/>
                </a:lnTo>
                <a:lnTo>
                  <a:pt x="1143396" y="63213"/>
                </a:lnTo>
                <a:lnTo>
                  <a:pt x="1211857" y="69050"/>
                </a:lnTo>
                <a:lnTo>
                  <a:pt x="1277991" y="74963"/>
                </a:lnTo>
                <a:lnTo>
                  <a:pt x="1341875" y="80928"/>
                </a:lnTo>
                <a:lnTo>
                  <a:pt x="1403587" y="86914"/>
                </a:lnTo>
                <a:lnTo>
                  <a:pt x="1463201" y="92889"/>
                </a:lnTo>
                <a:lnTo>
                  <a:pt x="1520787" y="98813"/>
                </a:lnTo>
                <a:lnTo>
                  <a:pt x="1576415" y="104639"/>
                </a:lnTo>
                <a:lnTo>
                  <a:pt x="1630152" y="110316"/>
                </a:lnTo>
                <a:lnTo>
                  <a:pt x="1682061" y="115784"/>
                </a:lnTo>
                <a:lnTo>
                  <a:pt x="1732205" y="120974"/>
                </a:lnTo>
                <a:lnTo>
                  <a:pt x="1780644" y="125811"/>
                </a:lnTo>
                <a:lnTo>
                  <a:pt x="1827436" y="130207"/>
                </a:lnTo>
                <a:lnTo>
                  <a:pt x="1856809" y="132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2" name="zero.Sample-1-4.segment1">
            <a:extLst xmlns:a="http://schemas.openxmlformats.org/drawingml/2006/main">
              <a:ext uri="{FF2B5EF4-FFF2-40B4-BE49-F238E27FC236}">
                <a16:creationId xmlns:a16="http://schemas.microsoft.com/office/drawing/2014/main" id="{62B57195-8F95-45CF-878F-BF3DE1E3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693" y="8829675"/>
            <a:ext cx="660347" cy="2190750"/>
          </a:xfrm>
          <a:custGeom xmlns:a="http://schemas.openxmlformats.org/drawingml/2006/main">
            <a:pathLst>
              <a:path w="660347" h="2190750">
                <a:moveTo>
                  <a:pt x="0" y="2190750"/>
                </a:moveTo>
                <a:lnTo>
                  <a:pt x="17631" y="2187964"/>
                </a:lnTo>
                <a:lnTo>
                  <a:pt x="50738" y="2180564"/>
                </a:lnTo>
                <a:lnTo>
                  <a:pt x="82719" y="2170953"/>
                </a:lnTo>
                <a:lnTo>
                  <a:pt x="113612" y="2158892"/>
                </a:lnTo>
                <a:lnTo>
                  <a:pt x="143456" y="2144134"/>
                </a:lnTo>
                <a:lnTo>
                  <a:pt x="172284" y="2126421"/>
                </a:lnTo>
                <a:lnTo>
                  <a:pt x="200132" y="2105495"/>
                </a:lnTo>
                <a:lnTo>
                  <a:pt x="227033" y="2081094"/>
                </a:lnTo>
                <a:lnTo>
                  <a:pt x="253019" y="2052958"/>
                </a:lnTo>
                <a:lnTo>
                  <a:pt x="278122" y="2020834"/>
                </a:lnTo>
                <a:lnTo>
                  <a:pt x="301252" y="1986280"/>
                </a:lnTo>
                <a:lnTo>
                  <a:pt x="302371" y="1984477"/>
                </a:lnTo>
                <a:lnTo>
                  <a:pt x="325795" y="1943657"/>
                </a:lnTo>
                <a:lnTo>
                  <a:pt x="348423" y="1898159"/>
                </a:lnTo>
                <a:lnTo>
                  <a:pt x="370282" y="1847790"/>
                </a:lnTo>
                <a:lnTo>
                  <a:pt x="391397" y="1792380"/>
                </a:lnTo>
                <a:lnTo>
                  <a:pt x="411794" y="1731784"/>
                </a:lnTo>
                <a:lnTo>
                  <a:pt x="431497" y="1665884"/>
                </a:lnTo>
                <a:lnTo>
                  <a:pt x="450531" y="1594588"/>
                </a:lnTo>
                <a:lnTo>
                  <a:pt x="468917" y="1517833"/>
                </a:lnTo>
                <a:lnTo>
                  <a:pt x="486678" y="1435580"/>
                </a:lnTo>
                <a:lnTo>
                  <a:pt x="493426" y="1402080"/>
                </a:lnTo>
                <a:lnTo>
                  <a:pt x="503835" y="1347813"/>
                </a:lnTo>
                <a:lnTo>
                  <a:pt x="520409" y="1254539"/>
                </a:lnTo>
                <a:lnTo>
                  <a:pt x="536419" y="1155781"/>
                </a:lnTo>
                <a:lnTo>
                  <a:pt x="551885" y="1051580"/>
                </a:lnTo>
                <a:lnTo>
                  <a:pt x="566825" y="941988"/>
                </a:lnTo>
                <a:lnTo>
                  <a:pt x="581256" y="827065"/>
                </a:lnTo>
                <a:lnTo>
                  <a:pt x="595197" y="706880"/>
                </a:lnTo>
                <a:lnTo>
                  <a:pt x="608664" y="581506"/>
                </a:lnTo>
                <a:lnTo>
                  <a:pt x="621673" y="451021"/>
                </a:lnTo>
                <a:lnTo>
                  <a:pt x="634240" y="315503"/>
                </a:lnTo>
                <a:lnTo>
                  <a:pt x="646379" y="175034"/>
                </a:lnTo>
                <a:lnTo>
                  <a:pt x="658106" y="29699"/>
                </a:lnTo>
                <a:lnTo>
                  <a:pt x="660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3" name="zero.Sample-1-5.segment0">
            <a:extLst xmlns:a="http://schemas.openxmlformats.org/drawingml/2006/main">
              <a:ext uri="{FF2B5EF4-FFF2-40B4-BE49-F238E27FC236}">
                <a16:creationId xmlns:a16="http://schemas.microsoft.com/office/drawing/2014/main" id="{6A7CF002-FFD7-4BBE-93DF-A6033434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72042"/>
            <a:ext cx="1938948" cy="148383"/>
          </a:xfrm>
          <a:custGeom xmlns:a="http://schemas.openxmlformats.org/drawingml/2006/main">
            <a:pathLst>
              <a:path w="1938948" h="148383">
                <a:moveTo>
                  <a:pt x="0" y="0"/>
                </a:moveTo>
                <a:lnTo>
                  <a:pt x="114892" y="3310"/>
                </a:lnTo>
                <a:lnTo>
                  <a:pt x="225877" y="6795"/>
                </a:lnTo>
                <a:lnTo>
                  <a:pt x="333088" y="10463"/>
                </a:lnTo>
                <a:lnTo>
                  <a:pt x="436653" y="14320"/>
                </a:lnTo>
                <a:lnTo>
                  <a:pt x="536696" y="18374"/>
                </a:lnTo>
                <a:lnTo>
                  <a:pt x="633338" y="22632"/>
                </a:lnTo>
                <a:lnTo>
                  <a:pt x="726693" y="27103"/>
                </a:lnTo>
                <a:lnTo>
                  <a:pt x="816874" y="31794"/>
                </a:lnTo>
                <a:lnTo>
                  <a:pt x="903988" y="36713"/>
                </a:lnTo>
                <a:lnTo>
                  <a:pt x="988140" y="41867"/>
                </a:lnTo>
                <a:lnTo>
                  <a:pt x="1069430" y="47263"/>
                </a:lnTo>
                <a:lnTo>
                  <a:pt x="1147956" y="52910"/>
                </a:lnTo>
                <a:lnTo>
                  <a:pt x="1223812" y="58813"/>
                </a:lnTo>
                <a:lnTo>
                  <a:pt x="1297088" y="64981"/>
                </a:lnTo>
                <a:lnTo>
                  <a:pt x="1367872" y="71418"/>
                </a:lnTo>
                <a:lnTo>
                  <a:pt x="1436250" y="78132"/>
                </a:lnTo>
                <a:lnTo>
                  <a:pt x="1502302" y="85126"/>
                </a:lnTo>
                <a:lnTo>
                  <a:pt x="1566108" y="92407"/>
                </a:lnTo>
                <a:lnTo>
                  <a:pt x="1627745" y="99977"/>
                </a:lnTo>
                <a:lnTo>
                  <a:pt x="1687286" y="107840"/>
                </a:lnTo>
                <a:lnTo>
                  <a:pt x="1744802" y="115996"/>
                </a:lnTo>
                <a:lnTo>
                  <a:pt x="1800362" y="124448"/>
                </a:lnTo>
                <a:lnTo>
                  <a:pt x="1854032" y="133193"/>
                </a:lnTo>
                <a:lnTo>
                  <a:pt x="1905878" y="142228"/>
                </a:lnTo>
                <a:lnTo>
                  <a:pt x="1938948" y="14838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4" name="zero.Sample-1-5.segment1">
            <a:extLst xmlns:a="http://schemas.openxmlformats.org/drawingml/2006/main">
              <a:ext uri="{FF2B5EF4-FFF2-40B4-BE49-F238E27FC236}">
                <a16:creationId xmlns:a16="http://schemas.microsoft.com/office/drawing/2014/main" id="{FE21DF78-1C1C-49C6-A2C4-3A0806E99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5789" y="8829675"/>
            <a:ext cx="190107" cy="2190750"/>
          </a:xfrm>
          <a:custGeom xmlns:a="http://schemas.openxmlformats.org/drawingml/2006/main">
            <a:pathLst>
              <a:path w="190107" h="2190750">
                <a:moveTo>
                  <a:pt x="0" y="2190750"/>
                </a:moveTo>
                <a:lnTo>
                  <a:pt x="1597" y="2185723"/>
                </a:lnTo>
                <a:lnTo>
                  <a:pt x="15048" y="2135947"/>
                </a:lnTo>
                <a:lnTo>
                  <a:pt x="28041" y="2079870"/>
                </a:lnTo>
                <a:lnTo>
                  <a:pt x="40592" y="2017155"/>
                </a:lnTo>
                <a:lnTo>
                  <a:pt x="46170" y="1986280"/>
                </a:lnTo>
                <a:lnTo>
                  <a:pt x="52716" y="1947481"/>
                </a:lnTo>
                <a:lnTo>
                  <a:pt x="64428" y="1870552"/>
                </a:lnTo>
                <a:lnTo>
                  <a:pt x="75742" y="1786094"/>
                </a:lnTo>
                <a:lnTo>
                  <a:pt x="86671" y="1693864"/>
                </a:lnTo>
                <a:lnTo>
                  <a:pt x="97229" y="1593655"/>
                </a:lnTo>
                <a:lnTo>
                  <a:pt x="107427" y="1485294"/>
                </a:lnTo>
                <a:lnTo>
                  <a:pt x="114561" y="1402080"/>
                </a:lnTo>
                <a:lnTo>
                  <a:pt x="117279" y="1368651"/>
                </a:lnTo>
                <a:lnTo>
                  <a:pt x="126796" y="1243635"/>
                </a:lnTo>
                <a:lnTo>
                  <a:pt x="135989" y="1110202"/>
                </a:lnTo>
                <a:lnTo>
                  <a:pt x="144869" y="968349"/>
                </a:lnTo>
                <a:lnTo>
                  <a:pt x="153448" y="818121"/>
                </a:lnTo>
                <a:lnTo>
                  <a:pt x="161735" y="659607"/>
                </a:lnTo>
                <a:lnTo>
                  <a:pt x="169740" y="492941"/>
                </a:lnTo>
                <a:lnTo>
                  <a:pt x="177472" y="318300"/>
                </a:lnTo>
                <a:lnTo>
                  <a:pt x="184942" y="135904"/>
                </a:lnTo>
                <a:lnTo>
                  <a:pt x="190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5" name="zero.Sample-2-1.segment0">
            <a:extLst xmlns:a="http://schemas.openxmlformats.org/drawingml/2006/main">
              <a:ext uri="{FF2B5EF4-FFF2-40B4-BE49-F238E27FC236}">
                <a16:creationId xmlns:a16="http://schemas.microsoft.com/office/drawing/2014/main" id="{228A37EB-3C5D-4C5D-AE3F-8C30FC01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3975462" cy="1984811"/>
          </a:xfrm>
          <a:custGeom xmlns:a="http://schemas.openxmlformats.org/drawingml/2006/main">
            <a:pathLst>
              <a:path w="3975462" h="1984811">
                <a:moveTo>
                  <a:pt x="0" y="1984811"/>
                </a:moveTo>
                <a:lnTo>
                  <a:pt x="145208" y="1984573"/>
                </a:lnTo>
                <a:lnTo>
                  <a:pt x="285479" y="1984304"/>
                </a:lnTo>
                <a:lnTo>
                  <a:pt x="420980" y="1984002"/>
                </a:lnTo>
                <a:lnTo>
                  <a:pt x="551873" y="1983663"/>
                </a:lnTo>
                <a:lnTo>
                  <a:pt x="678315" y="1983282"/>
                </a:lnTo>
                <a:lnTo>
                  <a:pt x="800457" y="1982855"/>
                </a:lnTo>
                <a:lnTo>
                  <a:pt x="918446" y="1982377"/>
                </a:lnTo>
                <a:lnTo>
                  <a:pt x="1032423" y="1981843"/>
                </a:lnTo>
                <a:lnTo>
                  <a:pt x="1142524" y="1981246"/>
                </a:lnTo>
                <a:lnTo>
                  <a:pt x="1248881" y="1980581"/>
                </a:lnTo>
                <a:lnTo>
                  <a:pt x="1351622" y="1979839"/>
                </a:lnTo>
                <a:lnTo>
                  <a:pt x="1450868" y="1979014"/>
                </a:lnTo>
                <a:lnTo>
                  <a:pt x="1546740" y="1978096"/>
                </a:lnTo>
                <a:lnTo>
                  <a:pt x="1639352" y="1977076"/>
                </a:lnTo>
                <a:lnTo>
                  <a:pt x="1728814" y="1975943"/>
                </a:lnTo>
                <a:lnTo>
                  <a:pt x="1815235" y="1974688"/>
                </a:lnTo>
                <a:lnTo>
                  <a:pt x="1898717" y="1973297"/>
                </a:lnTo>
                <a:lnTo>
                  <a:pt x="1979359" y="1971757"/>
                </a:lnTo>
                <a:lnTo>
                  <a:pt x="2057260" y="1970054"/>
                </a:lnTo>
                <a:lnTo>
                  <a:pt x="2132512" y="1968172"/>
                </a:lnTo>
                <a:lnTo>
                  <a:pt x="2205204" y="1966095"/>
                </a:lnTo>
                <a:lnTo>
                  <a:pt x="2275425" y="1963804"/>
                </a:lnTo>
                <a:lnTo>
                  <a:pt x="2343258" y="1961280"/>
                </a:lnTo>
                <a:lnTo>
                  <a:pt x="2408784" y="1958500"/>
                </a:lnTo>
                <a:lnTo>
                  <a:pt x="2472083" y="1955443"/>
                </a:lnTo>
                <a:lnTo>
                  <a:pt x="2533228" y="1952083"/>
                </a:lnTo>
                <a:lnTo>
                  <a:pt x="2592295" y="1948393"/>
                </a:lnTo>
                <a:lnTo>
                  <a:pt x="2649353" y="1944346"/>
                </a:lnTo>
                <a:lnTo>
                  <a:pt x="2704470" y="1939909"/>
                </a:lnTo>
                <a:lnTo>
                  <a:pt x="2757714" y="1935051"/>
                </a:lnTo>
                <a:lnTo>
                  <a:pt x="2809146" y="1929736"/>
                </a:lnTo>
                <a:lnTo>
                  <a:pt x="2858830" y="1923927"/>
                </a:lnTo>
                <a:lnTo>
                  <a:pt x="2906825" y="1917583"/>
                </a:lnTo>
                <a:lnTo>
                  <a:pt x="2953187" y="1910662"/>
                </a:lnTo>
                <a:lnTo>
                  <a:pt x="2997973" y="1903118"/>
                </a:lnTo>
                <a:lnTo>
                  <a:pt x="3041236" y="1894904"/>
                </a:lnTo>
                <a:lnTo>
                  <a:pt x="3083027" y="1885968"/>
                </a:lnTo>
                <a:lnTo>
                  <a:pt x="3123398" y="1876257"/>
                </a:lnTo>
                <a:lnTo>
                  <a:pt x="3162396" y="1865714"/>
                </a:lnTo>
                <a:lnTo>
                  <a:pt x="3200067" y="1854278"/>
                </a:lnTo>
                <a:lnTo>
                  <a:pt x="3236458" y="1841888"/>
                </a:lnTo>
                <a:lnTo>
                  <a:pt x="3271611" y="1828476"/>
                </a:lnTo>
                <a:lnTo>
                  <a:pt x="3305569" y="1813975"/>
                </a:lnTo>
                <a:lnTo>
                  <a:pt x="3338372" y="1798310"/>
                </a:lnTo>
                <a:lnTo>
                  <a:pt x="3370060" y="1781408"/>
                </a:lnTo>
                <a:lnTo>
                  <a:pt x="3400670" y="1763189"/>
                </a:lnTo>
                <a:lnTo>
                  <a:pt x="3430239" y="1743572"/>
                </a:lnTo>
                <a:lnTo>
                  <a:pt x="3458803" y="1722472"/>
                </a:lnTo>
                <a:lnTo>
                  <a:pt x="3486395" y="1699802"/>
                </a:lnTo>
                <a:lnTo>
                  <a:pt x="3513050" y="1675471"/>
                </a:lnTo>
                <a:lnTo>
                  <a:pt x="3538797" y="1649387"/>
                </a:lnTo>
                <a:lnTo>
                  <a:pt x="3563670" y="1621454"/>
                </a:lnTo>
                <a:lnTo>
                  <a:pt x="3587696" y="1591574"/>
                </a:lnTo>
                <a:lnTo>
                  <a:pt x="3610905" y="1559648"/>
                </a:lnTo>
                <a:lnTo>
                  <a:pt x="3633326" y="1525573"/>
                </a:lnTo>
                <a:lnTo>
                  <a:pt x="3654983" y="1489247"/>
                </a:lnTo>
                <a:lnTo>
                  <a:pt x="3675905" y="1450564"/>
                </a:lnTo>
                <a:lnTo>
                  <a:pt x="3696115" y="1409419"/>
                </a:lnTo>
                <a:lnTo>
                  <a:pt x="3699523" y="1402080"/>
                </a:lnTo>
                <a:lnTo>
                  <a:pt x="3715637" y="1365705"/>
                </a:lnTo>
                <a:lnTo>
                  <a:pt x="3734496" y="1319316"/>
                </a:lnTo>
                <a:lnTo>
                  <a:pt x="3752714" y="1270146"/>
                </a:lnTo>
                <a:lnTo>
                  <a:pt x="3770312" y="1218089"/>
                </a:lnTo>
                <a:lnTo>
                  <a:pt x="3787311" y="1163042"/>
                </a:lnTo>
                <a:lnTo>
                  <a:pt x="3803733" y="1104901"/>
                </a:lnTo>
                <a:lnTo>
                  <a:pt x="3819596" y="1043568"/>
                </a:lnTo>
                <a:lnTo>
                  <a:pt x="3834920" y="978946"/>
                </a:lnTo>
                <a:lnTo>
                  <a:pt x="3849722" y="910943"/>
                </a:lnTo>
                <a:lnTo>
                  <a:pt x="3864022" y="839473"/>
                </a:lnTo>
                <a:lnTo>
                  <a:pt x="3877835" y="764454"/>
                </a:lnTo>
                <a:lnTo>
                  <a:pt x="3891178" y="685813"/>
                </a:lnTo>
                <a:lnTo>
                  <a:pt x="3904068" y="603483"/>
                </a:lnTo>
                <a:lnTo>
                  <a:pt x="3916519" y="517409"/>
                </a:lnTo>
                <a:lnTo>
                  <a:pt x="3928547" y="427544"/>
                </a:lnTo>
                <a:lnTo>
                  <a:pt x="3940166" y="333856"/>
                </a:lnTo>
                <a:lnTo>
                  <a:pt x="3951389" y="236322"/>
                </a:lnTo>
                <a:lnTo>
                  <a:pt x="3962231" y="134939"/>
                </a:lnTo>
                <a:lnTo>
                  <a:pt x="3972705" y="29716"/>
                </a:lnTo>
                <a:lnTo>
                  <a:pt x="3975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6" name="zero.Sample-2-2.segment0">
            <a:extLst xmlns:a="http://schemas.openxmlformats.org/drawingml/2006/main">
              <a:ext uri="{FF2B5EF4-FFF2-40B4-BE49-F238E27FC236}">
                <a16:creationId xmlns:a16="http://schemas.microsoft.com/office/drawing/2014/main" id="{C6C5247C-CCE5-4B88-A0DF-A44F9F59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85361"/>
            <a:ext cx="355003" cy="35064"/>
          </a:xfrm>
          <a:custGeom xmlns:a="http://schemas.openxmlformats.org/drawingml/2006/main">
            <a:pathLst>
              <a:path w="355003" h="35064">
                <a:moveTo>
                  <a:pt x="0" y="0"/>
                </a:moveTo>
                <a:lnTo>
                  <a:pt x="89353" y="8013"/>
                </a:lnTo>
                <a:lnTo>
                  <a:pt x="175667" y="16248"/>
                </a:lnTo>
                <a:lnTo>
                  <a:pt x="259046" y="24690"/>
                </a:lnTo>
                <a:lnTo>
                  <a:pt x="339590" y="33321"/>
                </a:lnTo>
                <a:lnTo>
                  <a:pt x="355003" y="35064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7" name="zero.Sample-2-2.segment1">
            <a:extLst xmlns:a="http://schemas.openxmlformats.org/drawingml/2006/main">
              <a:ext uri="{FF2B5EF4-FFF2-40B4-BE49-F238E27FC236}">
                <a16:creationId xmlns:a16="http://schemas.microsoft.com/office/drawing/2014/main" id="{CF1DD77F-73CB-4FEE-84E4-FDB16AB3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1793" y="8829675"/>
            <a:ext cx="445077" cy="2190750"/>
          </a:xfrm>
          <a:custGeom xmlns:a="http://schemas.openxmlformats.org/drawingml/2006/main">
            <a:pathLst>
              <a:path w="445077" h="2190750">
                <a:moveTo>
                  <a:pt x="0" y="2190750"/>
                </a:moveTo>
                <a:lnTo>
                  <a:pt x="21137" y="2167331"/>
                </a:lnTo>
                <a:lnTo>
                  <a:pt x="49666" y="2129443"/>
                </a:lnTo>
                <a:lnTo>
                  <a:pt x="77224" y="2086021"/>
                </a:lnTo>
                <a:lnTo>
                  <a:pt x="103846" y="2036702"/>
                </a:lnTo>
                <a:lnTo>
                  <a:pt x="127337" y="1986280"/>
                </a:lnTo>
                <a:lnTo>
                  <a:pt x="129562" y="1981137"/>
                </a:lnTo>
                <a:lnTo>
                  <a:pt x="154404" y="1918994"/>
                </a:lnTo>
                <a:lnTo>
                  <a:pt x="178401" y="1849964"/>
                </a:lnTo>
                <a:lnTo>
                  <a:pt x="201582" y="1773763"/>
                </a:lnTo>
                <a:lnTo>
                  <a:pt x="223974" y="1690138"/>
                </a:lnTo>
                <a:lnTo>
                  <a:pt x="245606" y="1598871"/>
                </a:lnTo>
                <a:lnTo>
                  <a:pt x="266501" y="1499779"/>
                </a:lnTo>
                <a:lnTo>
                  <a:pt x="285007" y="1402080"/>
                </a:lnTo>
                <a:lnTo>
                  <a:pt x="286686" y="1392719"/>
                </a:lnTo>
                <a:lnTo>
                  <a:pt x="306185" y="1277584"/>
                </a:lnTo>
                <a:lnTo>
                  <a:pt x="325021" y="1154308"/>
                </a:lnTo>
                <a:lnTo>
                  <a:pt x="343216" y="1022860"/>
                </a:lnTo>
                <a:lnTo>
                  <a:pt x="360792" y="883246"/>
                </a:lnTo>
                <a:lnTo>
                  <a:pt x="377771" y="735505"/>
                </a:lnTo>
                <a:lnTo>
                  <a:pt x="394172" y="579704"/>
                </a:lnTo>
                <a:lnTo>
                  <a:pt x="410016" y="415942"/>
                </a:lnTo>
                <a:lnTo>
                  <a:pt x="425321" y="244339"/>
                </a:lnTo>
                <a:lnTo>
                  <a:pt x="440106" y="65039"/>
                </a:lnTo>
                <a:lnTo>
                  <a:pt x="4450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8" name="zero.Sample-2-3.segment0">
            <a:extLst xmlns:a="http://schemas.openxmlformats.org/drawingml/2006/main">
              <a:ext uri="{FF2B5EF4-FFF2-40B4-BE49-F238E27FC236}">
                <a16:creationId xmlns:a16="http://schemas.microsoft.com/office/drawing/2014/main" id="{8F489FC5-E58C-461A-B6FC-D785995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41466"/>
            <a:ext cx="1051869" cy="78959"/>
          </a:xfrm>
          <a:custGeom xmlns:a="http://schemas.openxmlformats.org/drawingml/2006/main">
            <a:pathLst>
              <a:path w="1051869" h="78959">
                <a:moveTo>
                  <a:pt x="0" y="0"/>
                </a:moveTo>
                <a:lnTo>
                  <a:pt x="105851" y="5731"/>
                </a:lnTo>
                <a:lnTo>
                  <a:pt x="208102" y="11640"/>
                </a:lnTo>
                <a:lnTo>
                  <a:pt x="306877" y="17725"/>
                </a:lnTo>
                <a:lnTo>
                  <a:pt x="402292" y="23982"/>
                </a:lnTo>
                <a:lnTo>
                  <a:pt x="494463" y="30408"/>
                </a:lnTo>
                <a:lnTo>
                  <a:pt x="583500" y="36998"/>
                </a:lnTo>
                <a:lnTo>
                  <a:pt x="669509" y="43745"/>
                </a:lnTo>
                <a:lnTo>
                  <a:pt x="752593" y="50644"/>
                </a:lnTo>
                <a:lnTo>
                  <a:pt x="832852" y="57684"/>
                </a:lnTo>
                <a:lnTo>
                  <a:pt x="910382" y="64857"/>
                </a:lnTo>
                <a:lnTo>
                  <a:pt x="985276" y="72149"/>
                </a:lnTo>
                <a:lnTo>
                  <a:pt x="1051869" y="7895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79" name="zero.Sample-2-3.segment1">
            <a:extLst xmlns:a="http://schemas.openxmlformats.org/drawingml/2006/main">
              <a:ext uri="{FF2B5EF4-FFF2-40B4-BE49-F238E27FC236}">
                <a16:creationId xmlns:a16="http://schemas.microsoft.com/office/drawing/2014/main" id="{8B6FC0F6-EEAA-49A5-A0A8-0ED1E004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9110" y="8829675"/>
            <a:ext cx="369691" cy="2190750"/>
          </a:xfrm>
          <a:custGeom xmlns:a="http://schemas.openxmlformats.org/drawingml/2006/main">
            <a:pathLst>
              <a:path w="369691" h="2190750">
                <a:moveTo>
                  <a:pt x="0" y="2190750"/>
                </a:moveTo>
                <a:lnTo>
                  <a:pt x="15632" y="2172478"/>
                </a:lnTo>
                <a:lnTo>
                  <a:pt x="36453" y="2144150"/>
                </a:lnTo>
                <a:lnTo>
                  <a:pt x="56567" y="2112496"/>
                </a:lnTo>
                <a:lnTo>
                  <a:pt x="75997" y="2077318"/>
                </a:lnTo>
                <a:lnTo>
                  <a:pt x="94766" y="2038414"/>
                </a:lnTo>
                <a:lnTo>
                  <a:pt x="112897" y="1995578"/>
                </a:lnTo>
                <a:lnTo>
                  <a:pt x="116541" y="1986280"/>
                </a:lnTo>
                <a:lnTo>
                  <a:pt x="130411" y="1948603"/>
                </a:lnTo>
                <a:lnTo>
                  <a:pt x="147330" y="1897279"/>
                </a:lnTo>
                <a:lnTo>
                  <a:pt x="163673" y="1841394"/>
                </a:lnTo>
                <a:lnTo>
                  <a:pt x="179461" y="1780735"/>
                </a:lnTo>
                <a:lnTo>
                  <a:pt x="194711" y="1715091"/>
                </a:lnTo>
                <a:lnTo>
                  <a:pt x="209444" y="1644247"/>
                </a:lnTo>
                <a:lnTo>
                  <a:pt x="223675" y="1567993"/>
                </a:lnTo>
                <a:lnTo>
                  <a:pt x="237422" y="1486118"/>
                </a:lnTo>
                <a:lnTo>
                  <a:pt x="250173" y="1402080"/>
                </a:lnTo>
                <a:lnTo>
                  <a:pt x="250702" y="1398412"/>
                </a:lnTo>
                <a:lnTo>
                  <a:pt x="263530" y="1304670"/>
                </a:lnTo>
                <a:lnTo>
                  <a:pt x="275922" y="1204687"/>
                </a:lnTo>
                <a:lnTo>
                  <a:pt x="287893" y="1098264"/>
                </a:lnTo>
                <a:lnTo>
                  <a:pt x="299456" y="985204"/>
                </a:lnTo>
                <a:lnTo>
                  <a:pt x="310627" y="865313"/>
                </a:lnTo>
                <a:lnTo>
                  <a:pt x="321417" y="738405"/>
                </a:lnTo>
                <a:lnTo>
                  <a:pt x="331841" y="604296"/>
                </a:lnTo>
                <a:lnTo>
                  <a:pt x="341910" y="462810"/>
                </a:lnTo>
                <a:lnTo>
                  <a:pt x="351637" y="313775"/>
                </a:lnTo>
                <a:lnTo>
                  <a:pt x="361033" y="157027"/>
                </a:lnTo>
                <a:lnTo>
                  <a:pt x="369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0" name="zero.Sample-2-4.segment0">
            <a:extLst xmlns:a="http://schemas.openxmlformats.org/drawingml/2006/main">
              <a:ext uri="{FF2B5EF4-FFF2-40B4-BE49-F238E27FC236}">
                <a16:creationId xmlns:a16="http://schemas.microsoft.com/office/drawing/2014/main" id="{2D0869F3-951B-4379-BF68-88B14ECB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156021" cy="1789756"/>
          </a:xfrm>
          <a:custGeom xmlns:a="http://schemas.openxmlformats.org/drawingml/2006/main">
            <a:pathLst>
              <a:path w="2156021" h="1789756">
                <a:moveTo>
                  <a:pt x="0" y="1789756"/>
                </a:moveTo>
                <a:lnTo>
                  <a:pt x="92588" y="1778286"/>
                </a:lnTo>
                <a:lnTo>
                  <a:pt x="182028" y="1766198"/>
                </a:lnTo>
                <a:lnTo>
                  <a:pt x="268426" y="1753463"/>
                </a:lnTo>
                <a:lnTo>
                  <a:pt x="351887" y="1740051"/>
                </a:lnTo>
                <a:lnTo>
                  <a:pt x="432509" y="1725929"/>
                </a:lnTo>
                <a:lnTo>
                  <a:pt x="510390" y="1711066"/>
                </a:lnTo>
                <a:lnTo>
                  <a:pt x="585622" y="1695425"/>
                </a:lnTo>
                <a:lnTo>
                  <a:pt x="658297" y="1678970"/>
                </a:lnTo>
                <a:lnTo>
                  <a:pt x="728499" y="1661666"/>
                </a:lnTo>
                <a:lnTo>
                  <a:pt x="796315" y="1643472"/>
                </a:lnTo>
                <a:lnTo>
                  <a:pt x="861825" y="1624349"/>
                </a:lnTo>
                <a:lnTo>
                  <a:pt x="925107" y="1604255"/>
                </a:lnTo>
                <a:lnTo>
                  <a:pt x="986237" y="1583147"/>
                </a:lnTo>
                <a:lnTo>
                  <a:pt x="1045288" y="1560980"/>
                </a:lnTo>
                <a:lnTo>
                  <a:pt x="1102332" y="1537708"/>
                </a:lnTo>
                <a:lnTo>
                  <a:pt x="1157435" y="1513283"/>
                </a:lnTo>
                <a:lnTo>
                  <a:pt x="1210665" y="1487655"/>
                </a:lnTo>
                <a:lnTo>
                  <a:pt x="1262085" y="1460773"/>
                </a:lnTo>
                <a:lnTo>
                  <a:pt x="1311756" y="1432585"/>
                </a:lnTo>
                <a:lnTo>
                  <a:pt x="1359738" y="1403036"/>
                </a:lnTo>
                <a:lnTo>
                  <a:pt x="1361226" y="1402080"/>
                </a:lnTo>
                <a:lnTo>
                  <a:pt x="1406089" y="1372069"/>
                </a:lnTo>
                <a:lnTo>
                  <a:pt x="1450863" y="1339627"/>
                </a:lnTo>
                <a:lnTo>
                  <a:pt x="1494115" y="1305650"/>
                </a:lnTo>
                <a:lnTo>
                  <a:pt x="1535896" y="1270077"/>
                </a:lnTo>
                <a:lnTo>
                  <a:pt x="1576256" y="1232845"/>
                </a:lnTo>
                <a:lnTo>
                  <a:pt x="1615244" y="1193889"/>
                </a:lnTo>
                <a:lnTo>
                  <a:pt x="1652906" y="1153144"/>
                </a:lnTo>
                <a:lnTo>
                  <a:pt x="1689288" y="1110542"/>
                </a:lnTo>
                <a:lnTo>
                  <a:pt x="1724432" y="1066013"/>
                </a:lnTo>
                <a:lnTo>
                  <a:pt x="1758381" y="1019488"/>
                </a:lnTo>
                <a:lnTo>
                  <a:pt x="1791176" y="970895"/>
                </a:lnTo>
                <a:lnTo>
                  <a:pt x="1822855" y="920161"/>
                </a:lnTo>
                <a:lnTo>
                  <a:pt x="1853458" y="867214"/>
                </a:lnTo>
                <a:lnTo>
                  <a:pt x="1883019" y="811979"/>
                </a:lnTo>
                <a:lnTo>
                  <a:pt x="1911576" y="754381"/>
                </a:lnTo>
                <a:lnTo>
                  <a:pt x="1939161" y="694346"/>
                </a:lnTo>
                <a:lnTo>
                  <a:pt x="1965809" y="631800"/>
                </a:lnTo>
                <a:lnTo>
                  <a:pt x="1991550" y="566669"/>
                </a:lnTo>
                <a:lnTo>
                  <a:pt x="2016416" y="498879"/>
                </a:lnTo>
                <a:lnTo>
                  <a:pt x="2040436" y="428359"/>
                </a:lnTo>
                <a:lnTo>
                  <a:pt x="2063640" y="355042"/>
                </a:lnTo>
                <a:lnTo>
                  <a:pt x="2086054" y="278859"/>
                </a:lnTo>
                <a:lnTo>
                  <a:pt x="2107706" y="199748"/>
                </a:lnTo>
                <a:lnTo>
                  <a:pt x="2128622" y="117651"/>
                </a:lnTo>
                <a:lnTo>
                  <a:pt x="2148827" y="32516"/>
                </a:lnTo>
                <a:lnTo>
                  <a:pt x="2156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1" name="zero.Sample-2-5.segment0">
            <a:extLst xmlns:a="http://schemas.openxmlformats.org/drawingml/2006/main">
              <a:ext uri="{FF2B5EF4-FFF2-40B4-BE49-F238E27FC236}">
                <a16:creationId xmlns:a16="http://schemas.microsoft.com/office/drawing/2014/main" id="{3FABA3E2-90ED-46B5-9B70-032D59AC5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36242"/>
            <a:ext cx="2994022" cy="184183"/>
          </a:xfrm>
          <a:custGeom xmlns:a="http://schemas.openxmlformats.org/drawingml/2006/main">
            <a:pathLst>
              <a:path w="2994022" h="184183">
                <a:moveTo>
                  <a:pt x="0" y="0"/>
                </a:moveTo>
                <a:lnTo>
                  <a:pt x="132701" y="1282"/>
                </a:lnTo>
                <a:lnTo>
                  <a:pt x="260890" y="2640"/>
                </a:lnTo>
                <a:lnTo>
                  <a:pt x="384720" y="4077"/>
                </a:lnTo>
                <a:lnTo>
                  <a:pt x="504339" y="5599"/>
                </a:lnTo>
                <a:lnTo>
                  <a:pt x="619891" y="7210"/>
                </a:lnTo>
                <a:lnTo>
                  <a:pt x="731513" y="8913"/>
                </a:lnTo>
                <a:lnTo>
                  <a:pt x="839340" y="10714"/>
                </a:lnTo>
                <a:lnTo>
                  <a:pt x="943499" y="12617"/>
                </a:lnTo>
                <a:lnTo>
                  <a:pt x="1044117" y="14629"/>
                </a:lnTo>
                <a:lnTo>
                  <a:pt x="1141314" y="16753"/>
                </a:lnTo>
                <a:lnTo>
                  <a:pt x="1235205" y="18996"/>
                </a:lnTo>
                <a:lnTo>
                  <a:pt x="1325904" y="21363"/>
                </a:lnTo>
                <a:lnTo>
                  <a:pt x="1413518" y="23860"/>
                </a:lnTo>
                <a:lnTo>
                  <a:pt x="1498153" y="26492"/>
                </a:lnTo>
                <a:lnTo>
                  <a:pt x="1579910" y="29267"/>
                </a:lnTo>
                <a:lnTo>
                  <a:pt x="1658887" y="32191"/>
                </a:lnTo>
                <a:lnTo>
                  <a:pt x="1735178" y="35269"/>
                </a:lnTo>
                <a:lnTo>
                  <a:pt x="1808875" y="38509"/>
                </a:lnTo>
                <a:lnTo>
                  <a:pt x="1880066" y="41918"/>
                </a:lnTo>
                <a:lnTo>
                  <a:pt x="1948836" y="45502"/>
                </a:lnTo>
                <a:lnTo>
                  <a:pt x="2015268" y="49268"/>
                </a:lnTo>
                <a:lnTo>
                  <a:pt x="2079441" y="53225"/>
                </a:lnTo>
                <a:lnTo>
                  <a:pt x="2141431" y="57378"/>
                </a:lnTo>
                <a:lnTo>
                  <a:pt x="2201313" y="61736"/>
                </a:lnTo>
                <a:lnTo>
                  <a:pt x="2259160" y="66306"/>
                </a:lnTo>
                <a:lnTo>
                  <a:pt x="2315039" y="71094"/>
                </a:lnTo>
                <a:lnTo>
                  <a:pt x="2369018" y="76110"/>
                </a:lnTo>
                <a:lnTo>
                  <a:pt x="2421161" y="81359"/>
                </a:lnTo>
                <a:lnTo>
                  <a:pt x="2471531" y="86850"/>
                </a:lnTo>
                <a:lnTo>
                  <a:pt x="2520189" y="92589"/>
                </a:lnTo>
                <a:lnTo>
                  <a:pt x="2567192" y="98582"/>
                </a:lnTo>
                <a:lnTo>
                  <a:pt x="2612596" y="104838"/>
                </a:lnTo>
                <a:lnTo>
                  <a:pt x="2656457" y="111362"/>
                </a:lnTo>
                <a:lnTo>
                  <a:pt x="2698826" y="118160"/>
                </a:lnTo>
                <a:lnTo>
                  <a:pt x="2739754" y="125237"/>
                </a:lnTo>
                <a:lnTo>
                  <a:pt x="2779291" y="132598"/>
                </a:lnTo>
                <a:lnTo>
                  <a:pt x="2817483" y="140248"/>
                </a:lnTo>
                <a:lnTo>
                  <a:pt x="2854377" y="148190"/>
                </a:lnTo>
                <a:lnTo>
                  <a:pt x="2890015" y="156426"/>
                </a:lnTo>
                <a:lnTo>
                  <a:pt x="2924442" y="164958"/>
                </a:lnTo>
                <a:lnTo>
                  <a:pt x="2957699" y="173786"/>
                </a:lnTo>
                <a:lnTo>
                  <a:pt x="2989824" y="182909"/>
                </a:lnTo>
                <a:lnTo>
                  <a:pt x="2994022" y="18418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2" name="zero.Sample-2-5.segment1">
            <a:extLst xmlns:a="http://schemas.openxmlformats.org/drawingml/2006/main">
              <a:ext uri="{FF2B5EF4-FFF2-40B4-BE49-F238E27FC236}">
                <a16:creationId xmlns:a16="http://schemas.microsoft.com/office/drawing/2014/main" id="{CEFFD770-3150-4014-9943-4A345AEF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7370" y="8829675"/>
            <a:ext cx="95554" cy="2190750"/>
          </a:xfrm>
          <a:custGeom xmlns:a="http://schemas.openxmlformats.org/drawingml/2006/main">
            <a:pathLst>
              <a:path w="95554" h="2190750">
                <a:moveTo>
                  <a:pt x="0" y="2190750"/>
                </a:moveTo>
                <a:lnTo>
                  <a:pt x="5883" y="2148134"/>
                </a:lnTo>
                <a:lnTo>
                  <a:pt x="13140" y="2086547"/>
                </a:lnTo>
                <a:lnTo>
                  <a:pt x="20151" y="2017273"/>
                </a:lnTo>
                <a:lnTo>
                  <a:pt x="22978" y="1986280"/>
                </a:lnTo>
                <a:lnTo>
                  <a:pt x="26923" y="1939785"/>
                </a:lnTo>
                <a:lnTo>
                  <a:pt x="33465" y="1853542"/>
                </a:lnTo>
                <a:lnTo>
                  <a:pt x="39784" y="1757999"/>
                </a:lnTo>
                <a:lnTo>
                  <a:pt x="45889" y="1652608"/>
                </a:lnTo>
                <a:lnTo>
                  <a:pt x="51785" y="1536825"/>
                </a:lnTo>
                <a:lnTo>
                  <a:pt x="57482" y="1410106"/>
                </a:lnTo>
                <a:lnTo>
                  <a:pt x="57820" y="1402080"/>
                </a:lnTo>
                <a:lnTo>
                  <a:pt x="62984" y="1271924"/>
                </a:lnTo>
                <a:lnTo>
                  <a:pt x="68300" y="1121762"/>
                </a:lnTo>
                <a:lnTo>
                  <a:pt x="73435" y="959126"/>
                </a:lnTo>
                <a:lnTo>
                  <a:pt x="78395" y="783549"/>
                </a:lnTo>
                <a:lnTo>
                  <a:pt x="83186" y="594593"/>
                </a:lnTo>
                <a:lnTo>
                  <a:pt x="87815" y="391859"/>
                </a:lnTo>
                <a:lnTo>
                  <a:pt x="92286" y="174994"/>
                </a:lnTo>
                <a:lnTo>
                  <a:pt x="955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3" name="zero.Sample-3-1.segment0">
            <a:extLst xmlns:a="http://schemas.openxmlformats.org/drawingml/2006/main">
              <a:ext uri="{FF2B5EF4-FFF2-40B4-BE49-F238E27FC236}">
                <a16:creationId xmlns:a16="http://schemas.microsoft.com/office/drawing/2014/main" id="{80278A64-FB75-4F15-B64F-38635EC8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346004" cy="2063172"/>
          </a:xfrm>
          <a:custGeom xmlns:a="http://schemas.openxmlformats.org/drawingml/2006/main">
            <a:pathLst>
              <a:path w="2346004" h="2063172">
                <a:moveTo>
                  <a:pt x="0" y="2063172"/>
                </a:moveTo>
                <a:lnTo>
                  <a:pt x="101875" y="2061051"/>
                </a:lnTo>
                <a:lnTo>
                  <a:pt x="200286" y="2058151"/>
                </a:lnTo>
                <a:lnTo>
                  <a:pt x="295351" y="2054382"/>
                </a:lnTo>
                <a:lnTo>
                  <a:pt x="387183" y="2049644"/>
                </a:lnTo>
                <a:lnTo>
                  <a:pt x="475892" y="2043833"/>
                </a:lnTo>
                <a:lnTo>
                  <a:pt x="561584" y="2036840"/>
                </a:lnTo>
                <a:lnTo>
                  <a:pt x="644363" y="2028552"/>
                </a:lnTo>
                <a:lnTo>
                  <a:pt x="724327" y="2018852"/>
                </a:lnTo>
                <a:lnTo>
                  <a:pt x="801572" y="2007620"/>
                </a:lnTo>
                <a:lnTo>
                  <a:pt x="876189" y="1994735"/>
                </a:lnTo>
                <a:lnTo>
                  <a:pt x="919155" y="1986280"/>
                </a:lnTo>
                <a:lnTo>
                  <a:pt x="948270" y="1980075"/>
                </a:lnTo>
                <a:lnTo>
                  <a:pt x="1017900" y="1963520"/>
                </a:lnTo>
                <a:lnTo>
                  <a:pt x="1085161" y="1944950"/>
                </a:lnTo>
                <a:lnTo>
                  <a:pt x="1150136" y="1924251"/>
                </a:lnTo>
                <a:lnTo>
                  <a:pt x="1212901" y="1901311"/>
                </a:lnTo>
                <a:lnTo>
                  <a:pt x="1273532" y="1876026"/>
                </a:lnTo>
                <a:lnTo>
                  <a:pt x="1332101" y="1848298"/>
                </a:lnTo>
                <a:lnTo>
                  <a:pt x="1388678" y="1818037"/>
                </a:lnTo>
                <a:lnTo>
                  <a:pt x="1443332" y="1785161"/>
                </a:lnTo>
                <a:lnTo>
                  <a:pt x="1496127" y="1749598"/>
                </a:lnTo>
                <a:lnTo>
                  <a:pt x="1547126" y="1711283"/>
                </a:lnTo>
                <a:lnTo>
                  <a:pt x="1596392" y="1670162"/>
                </a:lnTo>
                <a:lnTo>
                  <a:pt x="1643982" y="1626188"/>
                </a:lnTo>
                <a:lnTo>
                  <a:pt x="1689954" y="1579323"/>
                </a:lnTo>
                <a:lnTo>
                  <a:pt x="1734363" y="1529534"/>
                </a:lnTo>
                <a:lnTo>
                  <a:pt x="1777261" y="1476798"/>
                </a:lnTo>
                <a:lnTo>
                  <a:pt x="1818701" y="1421094"/>
                </a:lnTo>
                <a:lnTo>
                  <a:pt x="1832049" y="1402080"/>
                </a:lnTo>
                <a:lnTo>
                  <a:pt x="1858732" y="1362409"/>
                </a:lnTo>
                <a:lnTo>
                  <a:pt x="1897401" y="1300732"/>
                </a:lnTo>
                <a:lnTo>
                  <a:pt x="1934755" y="1236057"/>
                </a:lnTo>
                <a:lnTo>
                  <a:pt x="1970840" y="1168379"/>
                </a:lnTo>
                <a:lnTo>
                  <a:pt x="2005697" y="1097697"/>
                </a:lnTo>
                <a:lnTo>
                  <a:pt x="2039369" y="1024012"/>
                </a:lnTo>
                <a:lnTo>
                  <a:pt x="2071896" y="947327"/>
                </a:lnTo>
                <a:lnTo>
                  <a:pt x="2103316" y="867648"/>
                </a:lnTo>
                <a:lnTo>
                  <a:pt x="2133669" y="784984"/>
                </a:lnTo>
                <a:lnTo>
                  <a:pt x="2162989" y="699347"/>
                </a:lnTo>
                <a:lnTo>
                  <a:pt x="2191312" y="610754"/>
                </a:lnTo>
                <a:lnTo>
                  <a:pt x="2218672" y="519227"/>
                </a:lnTo>
                <a:lnTo>
                  <a:pt x="2245102" y="424794"/>
                </a:lnTo>
                <a:lnTo>
                  <a:pt x="2270633" y="327490"/>
                </a:lnTo>
                <a:lnTo>
                  <a:pt x="2295296" y="227360"/>
                </a:lnTo>
                <a:lnTo>
                  <a:pt x="2319120" y="124457"/>
                </a:lnTo>
                <a:lnTo>
                  <a:pt x="2342134" y="18846"/>
                </a:lnTo>
                <a:lnTo>
                  <a:pt x="23460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4" name="zero.Sample-3-2.segment0">
            <a:extLst xmlns:a="http://schemas.openxmlformats.org/drawingml/2006/main">
              <a:ext uri="{FF2B5EF4-FFF2-40B4-BE49-F238E27FC236}">
                <a16:creationId xmlns:a16="http://schemas.microsoft.com/office/drawing/2014/main" id="{7B645EF0-C394-4ED7-9821-422DC252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3959895" cy="1966840"/>
          </a:xfrm>
          <a:custGeom xmlns:a="http://schemas.openxmlformats.org/drawingml/2006/main">
            <a:pathLst>
              <a:path w="3959895" h="1966840">
                <a:moveTo>
                  <a:pt x="0" y="1966840"/>
                </a:moveTo>
                <a:lnTo>
                  <a:pt x="136580" y="1965836"/>
                </a:lnTo>
                <a:lnTo>
                  <a:pt x="268516" y="1964790"/>
                </a:lnTo>
                <a:lnTo>
                  <a:pt x="395965" y="1963700"/>
                </a:lnTo>
                <a:lnTo>
                  <a:pt x="519080" y="1962564"/>
                </a:lnTo>
                <a:lnTo>
                  <a:pt x="638009" y="1961382"/>
                </a:lnTo>
                <a:lnTo>
                  <a:pt x="752893" y="1960152"/>
                </a:lnTo>
                <a:lnTo>
                  <a:pt x="863871" y="1958874"/>
                </a:lnTo>
                <a:lnTo>
                  <a:pt x="971075" y="1957545"/>
                </a:lnTo>
                <a:lnTo>
                  <a:pt x="1074634" y="1956164"/>
                </a:lnTo>
                <a:lnTo>
                  <a:pt x="1174671" y="1954731"/>
                </a:lnTo>
                <a:lnTo>
                  <a:pt x="1271307" y="1953245"/>
                </a:lnTo>
                <a:lnTo>
                  <a:pt x="1364656" y="1951703"/>
                </a:lnTo>
                <a:lnTo>
                  <a:pt x="1454831" y="1950106"/>
                </a:lnTo>
                <a:lnTo>
                  <a:pt x="1541940" y="1948451"/>
                </a:lnTo>
                <a:lnTo>
                  <a:pt x="1626086" y="1946738"/>
                </a:lnTo>
                <a:lnTo>
                  <a:pt x="1707372" y="1944966"/>
                </a:lnTo>
                <a:lnTo>
                  <a:pt x="1785893" y="1943133"/>
                </a:lnTo>
                <a:lnTo>
                  <a:pt x="1861744" y="1941239"/>
                </a:lnTo>
                <a:lnTo>
                  <a:pt x="1935015" y="1939282"/>
                </a:lnTo>
                <a:lnTo>
                  <a:pt x="2005796" y="1937261"/>
                </a:lnTo>
                <a:lnTo>
                  <a:pt x="2074169" y="1935176"/>
                </a:lnTo>
                <a:lnTo>
                  <a:pt x="2140217" y="1933026"/>
                </a:lnTo>
                <a:lnTo>
                  <a:pt x="2204019" y="1930808"/>
                </a:lnTo>
                <a:lnTo>
                  <a:pt x="2265652" y="1928524"/>
                </a:lnTo>
                <a:lnTo>
                  <a:pt x="2325189" y="1926170"/>
                </a:lnTo>
                <a:lnTo>
                  <a:pt x="2382701" y="1923747"/>
                </a:lnTo>
                <a:lnTo>
                  <a:pt x="2438258" y="1921254"/>
                </a:lnTo>
                <a:lnTo>
                  <a:pt x="2491925" y="1918689"/>
                </a:lnTo>
                <a:lnTo>
                  <a:pt x="2543768" y="1916051"/>
                </a:lnTo>
                <a:lnTo>
                  <a:pt x="2593847" y="1913341"/>
                </a:lnTo>
                <a:lnTo>
                  <a:pt x="2642224" y="1910556"/>
                </a:lnTo>
                <a:lnTo>
                  <a:pt x="2688955" y="1907695"/>
                </a:lnTo>
                <a:lnTo>
                  <a:pt x="2734098" y="1904758"/>
                </a:lnTo>
                <a:lnTo>
                  <a:pt x="2777705" y="1901744"/>
                </a:lnTo>
                <a:lnTo>
                  <a:pt x="2819830" y="1898651"/>
                </a:lnTo>
                <a:lnTo>
                  <a:pt x="2860522" y="1895479"/>
                </a:lnTo>
                <a:lnTo>
                  <a:pt x="2899831" y="1892226"/>
                </a:lnTo>
                <a:lnTo>
                  <a:pt x="2937802" y="1888891"/>
                </a:lnTo>
                <a:lnTo>
                  <a:pt x="2974483" y="1885472"/>
                </a:lnTo>
                <a:lnTo>
                  <a:pt x="3009916" y="1881969"/>
                </a:lnTo>
                <a:lnTo>
                  <a:pt x="3044144" y="1878379"/>
                </a:lnTo>
                <a:lnTo>
                  <a:pt x="3077209" y="1874703"/>
                </a:lnTo>
                <a:lnTo>
                  <a:pt x="3109149" y="1870936"/>
                </a:lnTo>
                <a:lnTo>
                  <a:pt x="3140003" y="1867079"/>
                </a:lnTo>
                <a:lnTo>
                  <a:pt x="3169807" y="1863129"/>
                </a:lnTo>
                <a:lnTo>
                  <a:pt x="3198599" y="1859084"/>
                </a:lnTo>
                <a:lnTo>
                  <a:pt x="3226411" y="1854943"/>
                </a:lnTo>
                <a:lnTo>
                  <a:pt x="3253277" y="1850702"/>
                </a:lnTo>
                <a:lnTo>
                  <a:pt x="3279230" y="1846359"/>
                </a:lnTo>
                <a:lnTo>
                  <a:pt x="3304300" y="1841912"/>
                </a:lnTo>
                <a:lnTo>
                  <a:pt x="3328518" y="1837358"/>
                </a:lnTo>
                <a:lnTo>
                  <a:pt x="3351912" y="1832694"/>
                </a:lnTo>
                <a:lnTo>
                  <a:pt x="3374511" y="1827917"/>
                </a:lnTo>
                <a:lnTo>
                  <a:pt x="3396341" y="1823022"/>
                </a:lnTo>
                <a:lnTo>
                  <a:pt x="3417429" y="1818007"/>
                </a:lnTo>
                <a:lnTo>
                  <a:pt x="3437800" y="1812867"/>
                </a:lnTo>
                <a:lnTo>
                  <a:pt x="3457478" y="1807598"/>
                </a:lnTo>
                <a:lnTo>
                  <a:pt x="3476488" y="1802195"/>
                </a:lnTo>
                <a:lnTo>
                  <a:pt x="3494850" y="1796653"/>
                </a:lnTo>
                <a:lnTo>
                  <a:pt x="3512588" y="1790968"/>
                </a:lnTo>
                <a:lnTo>
                  <a:pt x="3529723" y="1785132"/>
                </a:lnTo>
                <a:lnTo>
                  <a:pt x="3546276" y="1779140"/>
                </a:lnTo>
                <a:lnTo>
                  <a:pt x="3562265" y="1772985"/>
                </a:lnTo>
                <a:lnTo>
                  <a:pt x="3577711" y="1766661"/>
                </a:lnTo>
                <a:lnTo>
                  <a:pt x="3592631" y="1760158"/>
                </a:lnTo>
                <a:lnTo>
                  <a:pt x="3607045" y="1753471"/>
                </a:lnTo>
                <a:lnTo>
                  <a:pt x="3620968" y="1746588"/>
                </a:lnTo>
                <a:lnTo>
                  <a:pt x="3634417" y="1739502"/>
                </a:lnTo>
                <a:lnTo>
                  <a:pt x="3647409" y="1732203"/>
                </a:lnTo>
                <a:lnTo>
                  <a:pt x="3659960" y="1724679"/>
                </a:lnTo>
                <a:lnTo>
                  <a:pt x="3672084" y="1716919"/>
                </a:lnTo>
                <a:lnTo>
                  <a:pt x="3683795" y="1708912"/>
                </a:lnTo>
                <a:lnTo>
                  <a:pt x="3695108" y="1700643"/>
                </a:lnTo>
                <a:lnTo>
                  <a:pt x="3706037" y="1692099"/>
                </a:lnTo>
                <a:lnTo>
                  <a:pt x="3716593" y="1683266"/>
                </a:lnTo>
                <a:lnTo>
                  <a:pt x="3726791" y="1674127"/>
                </a:lnTo>
                <a:lnTo>
                  <a:pt x="3736642" y="1664665"/>
                </a:lnTo>
                <a:lnTo>
                  <a:pt x="3746159" y="1654863"/>
                </a:lnTo>
                <a:lnTo>
                  <a:pt x="3755351" y="1644700"/>
                </a:lnTo>
                <a:lnTo>
                  <a:pt x="3764231" y="1634156"/>
                </a:lnTo>
                <a:lnTo>
                  <a:pt x="3772809" y="1623210"/>
                </a:lnTo>
                <a:lnTo>
                  <a:pt x="3781095" y="1611836"/>
                </a:lnTo>
                <a:lnTo>
                  <a:pt x="3789100" y="1600010"/>
                </a:lnTo>
                <a:lnTo>
                  <a:pt x="3796832" y="1587705"/>
                </a:lnTo>
                <a:lnTo>
                  <a:pt x="3804301" y="1574892"/>
                </a:lnTo>
                <a:lnTo>
                  <a:pt x="3811517" y="1561540"/>
                </a:lnTo>
                <a:lnTo>
                  <a:pt x="3818487" y="1547615"/>
                </a:lnTo>
                <a:lnTo>
                  <a:pt x="3825220" y="1533083"/>
                </a:lnTo>
                <a:lnTo>
                  <a:pt x="3831724" y="1517904"/>
                </a:lnTo>
                <a:lnTo>
                  <a:pt x="3838007" y="1502040"/>
                </a:lnTo>
                <a:lnTo>
                  <a:pt x="3844076" y="1485445"/>
                </a:lnTo>
                <a:lnTo>
                  <a:pt x="3849939" y="1468073"/>
                </a:lnTo>
                <a:lnTo>
                  <a:pt x="3855602" y="1449874"/>
                </a:lnTo>
                <a:lnTo>
                  <a:pt x="3861073" y="1430795"/>
                </a:lnTo>
                <a:lnTo>
                  <a:pt x="3866358" y="1410778"/>
                </a:lnTo>
                <a:lnTo>
                  <a:pt x="3868523" y="1402080"/>
                </a:lnTo>
                <a:lnTo>
                  <a:pt x="3871463" y="1389761"/>
                </a:lnTo>
                <a:lnTo>
                  <a:pt x="3876395" y="1367678"/>
                </a:lnTo>
                <a:lnTo>
                  <a:pt x="3881158" y="1344458"/>
                </a:lnTo>
                <a:lnTo>
                  <a:pt x="3885760" y="1320024"/>
                </a:lnTo>
                <a:lnTo>
                  <a:pt x="3890206" y="1294294"/>
                </a:lnTo>
                <a:lnTo>
                  <a:pt x="3894500" y="1267180"/>
                </a:lnTo>
                <a:lnTo>
                  <a:pt x="3898648" y="1238588"/>
                </a:lnTo>
                <a:lnTo>
                  <a:pt x="3902655" y="1208415"/>
                </a:lnTo>
                <a:lnTo>
                  <a:pt x="3906526" y="1176553"/>
                </a:lnTo>
                <a:lnTo>
                  <a:pt x="3910265" y="1142882"/>
                </a:lnTo>
                <a:lnTo>
                  <a:pt x="3913877" y="1107276"/>
                </a:lnTo>
                <a:lnTo>
                  <a:pt x="3917367" y="1069600"/>
                </a:lnTo>
                <a:lnTo>
                  <a:pt x="3920737" y="1029705"/>
                </a:lnTo>
                <a:lnTo>
                  <a:pt x="3923993" y="987435"/>
                </a:lnTo>
                <a:lnTo>
                  <a:pt x="3927138" y="942618"/>
                </a:lnTo>
                <a:lnTo>
                  <a:pt x="3930177" y="895072"/>
                </a:lnTo>
                <a:lnTo>
                  <a:pt x="3933112" y="844599"/>
                </a:lnTo>
                <a:lnTo>
                  <a:pt x="3935947" y="790987"/>
                </a:lnTo>
                <a:lnTo>
                  <a:pt x="3938686" y="734006"/>
                </a:lnTo>
                <a:lnTo>
                  <a:pt x="3941331" y="673410"/>
                </a:lnTo>
                <a:lnTo>
                  <a:pt x="3943887" y="608934"/>
                </a:lnTo>
                <a:lnTo>
                  <a:pt x="3946356" y="540291"/>
                </a:lnTo>
                <a:lnTo>
                  <a:pt x="3948741" y="467172"/>
                </a:lnTo>
                <a:lnTo>
                  <a:pt x="3951044" y="389247"/>
                </a:lnTo>
                <a:lnTo>
                  <a:pt x="3953270" y="306156"/>
                </a:lnTo>
                <a:lnTo>
                  <a:pt x="3955419" y="217515"/>
                </a:lnTo>
                <a:lnTo>
                  <a:pt x="3957496" y="122908"/>
                </a:lnTo>
                <a:lnTo>
                  <a:pt x="3959502" y="21891"/>
                </a:lnTo>
                <a:lnTo>
                  <a:pt x="39598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5" name="zero.Sample-3-3.segment0">
            <a:extLst xmlns:a="http://schemas.openxmlformats.org/drawingml/2006/main">
              <a:ext uri="{FF2B5EF4-FFF2-40B4-BE49-F238E27FC236}">
                <a16:creationId xmlns:a16="http://schemas.microsoft.com/office/drawing/2014/main" id="{1CE82B8E-BC0A-495D-B6CD-D85BC928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61566"/>
            <a:ext cx="670050" cy="58859"/>
          </a:xfrm>
          <a:custGeom xmlns:a="http://schemas.openxmlformats.org/drawingml/2006/main">
            <a:pathLst>
              <a:path w="670050" h="58859">
                <a:moveTo>
                  <a:pt x="0" y="0"/>
                </a:moveTo>
                <a:lnTo>
                  <a:pt x="106476" y="7511"/>
                </a:lnTo>
                <a:lnTo>
                  <a:pt x="209332" y="15332"/>
                </a:lnTo>
                <a:lnTo>
                  <a:pt x="308690" y="23466"/>
                </a:lnTo>
                <a:lnTo>
                  <a:pt x="404669" y="31920"/>
                </a:lnTo>
                <a:lnTo>
                  <a:pt x="497385" y="40697"/>
                </a:lnTo>
                <a:lnTo>
                  <a:pt x="586948" y="49800"/>
                </a:lnTo>
                <a:lnTo>
                  <a:pt x="670050" y="5885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6" name="zero.Sample-3-3.segment1">
            <a:extLst xmlns:a="http://schemas.openxmlformats.org/drawingml/2006/main">
              <a:ext uri="{FF2B5EF4-FFF2-40B4-BE49-F238E27FC236}">
                <a16:creationId xmlns:a16="http://schemas.microsoft.com/office/drawing/2014/main" id="{ABDE3BEF-5B1B-440D-AB0F-2331AEDD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9142" y="8829675"/>
            <a:ext cx="221860" cy="2190750"/>
          </a:xfrm>
          <a:custGeom xmlns:a="http://schemas.openxmlformats.org/drawingml/2006/main">
            <a:pathLst>
              <a:path w="221860" h="2190750">
                <a:moveTo>
                  <a:pt x="0" y="2190750"/>
                </a:moveTo>
                <a:lnTo>
                  <a:pt x="2852" y="2181278"/>
                </a:lnTo>
                <a:lnTo>
                  <a:pt x="19292" y="2118445"/>
                </a:lnTo>
                <a:lnTo>
                  <a:pt x="35173" y="2048995"/>
                </a:lnTo>
                <a:lnTo>
                  <a:pt x="47913" y="1986280"/>
                </a:lnTo>
                <a:lnTo>
                  <a:pt x="50514" y="1972644"/>
                </a:lnTo>
                <a:lnTo>
                  <a:pt x="65333" y="1889129"/>
                </a:lnTo>
                <a:lnTo>
                  <a:pt x="79649" y="1798205"/>
                </a:lnTo>
                <a:lnTo>
                  <a:pt x="93477" y="1699654"/>
                </a:lnTo>
                <a:lnTo>
                  <a:pt x="106836" y="1593286"/>
                </a:lnTo>
                <a:lnTo>
                  <a:pt x="119740" y="1478942"/>
                </a:lnTo>
                <a:lnTo>
                  <a:pt x="127711" y="1402080"/>
                </a:lnTo>
                <a:lnTo>
                  <a:pt x="132205" y="1356503"/>
                </a:lnTo>
                <a:lnTo>
                  <a:pt x="144246" y="1225887"/>
                </a:lnTo>
                <a:lnTo>
                  <a:pt x="155878" y="1087055"/>
                </a:lnTo>
                <a:lnTo>
                  <a:pt x="167114" y="940017"/>
                </a:lnTo>
                <a:lnTo>
                  <a:pt x="177969" y="784828"/>
                </a:lnTo>
                <a:lnTo>
                  <a:pt x="188454" y="621598"/>
                </a:lnTo>
                <a:lnTo>
                  <a:pt x="198583" y="450488"/>
                </a:lnTo>
                <a:lnTo>
                  <a:pt x="208367" y="271714"/>
                </a:lnTo>
                <a:lnTo>
                  <a:pt x="217818" y="85547"/>
                </a:lnTo>
                <a:lnTo>
                  <a:pt x="221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7" name="zero.Sample-3-4.segment0">
            <a:extLst xmlns:a="http://schemas.openxmlformats.org/drawingml/2006/main">
              <a:ext uri="{FF2B5EF4-FFF2-40B4-BE49-F238E27FC236}">
                <a16:creationId xmlns:a16="http://schemas.microsoft.com/office/drawing/2014/main" id="{95B43C6C-E1CE-4267-B917-3172CB41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45390"/>
            <a:ext cx="1996435" cy="175035"/>
          </a:xfrm>
          <a:custGeom xmlns:a="http://schemas.openxmlformats.org/drawingml/2006/main">
            <a:pathLst>
              <a:path w="1996435" h="175035">
                <a:moveTo>
                  <a:pt x="0" y="0"/>
                </a:moveTo>
                <a:lnTo>
                  <a:pt x="93881" y="1741"/>
                </a:lnTo>
                <a:lnTo>
                  <a:pt x="184570" y="3577"/>
                </a:lnTo>
                <a:lnTo>
                  <a:pt x="272175" y="5512"/>
                </a:lnTo>
                <a:lnTo>
                  <a:pt x="356801" y="7550"/>
                </a:lnTo>
                <a:lnTo>
                  <a:pt x="438549" y="9696"/>
                </a:lnTo>
                <a:lnTo>
                  <a:pt x="517518" y="11955"/>
                </a:lnTo>
                <a:lnTo>
                  <a:pt x="593801" y="14332"/>
                </a:lnTo>
                <a:lnTo>
                  <a:pt x="667490" y="16833"/>
                </a:lnTo>
                <a:lnTo>
                  <a:pt x="738673" y="19463"/>
                </a:lnTo>
                <a:lnTo>
                  <a:pt x="807436" y="22228"/>
                </a:lnTo>
                <a:lnTo>
                  <a:pt x="873861" y="25133"/>
                </a:lnTo>
                <a:lnTo>
                  <a:pt x="938026" y="28185"/>
                </a:lnTo>
                <a:lnTo>
                  <a:pt x="1000010" y="31390"/>
                </a:lnTo>
                <a:lnTo>
                  <a:pt x="1059886" y="34754"/>
                </a:lnTo>
                <a:lnTo>
                  <a:pt x="1117726" y="38284"/>
                </a:lnTo>
                <a:lnTo>
                  <a:pt x="1173599" y="41987"/>
                </a:lnTo>
                <a:lnTo>
                  <a:pt x="1227573" y="45870"/>
                </a:lnTo>
                <a:lnTo>
                  <a:pt x="1279710" y="49940"/>
                </a:lnTo>
                <a:lnTo>
                  <a:pt x="1330075" y="54204"/>
                </a:lnTo>
                <a:lnTo>
                  <a:pt x="1378728" y="58670"/>
                </a:lnTo>
                <a:lnTo>
                  <a:pt x="1425725" y="63347"/>
                </a:lnTo>
                <a:lnTo>
                  <a:pt x="1471125" y="68241"/>
                </a:lnTo>
                <a:lnTo>
                  <a:pt x="1514981" y="73362"/>
                </a:lnTo>
                <a:lnTo>
                  <a:pt x="1557346" y="78717"/>
                </a:lnTo>
                <a:lnTo>
                  <a:pt x="1598270" y="84316"/>
                </a:lnTo>
                <a:lnTo>
                  <a:pt x="1637802" y="90166"/>
                </a:lnTo>
                <a:lnTo>
                  <a:pt x="1675990" y="96278"/>
                </a:lnTo>
                <a:lnTo>
                  <a:pt x="1712880" y="102661"/>
                </a:lnTo>
                <a:lnTo>
                  <a:pt x="1748515" y="109323"/>
                </a:lnTo>
                <a:lnTo>
                  <a:pt x="1782938" y="116274"/>
                </a:lnTo>
                <a:lnTo>
                  <a:pt x="1816191" y="123524"/>
                </a:lnTo>
                <a:lnTo>
                  <a:pt x="1848313" y="131083"/>
                </a:lnTo>
                <a:lnTo>
                  <a:pt x="1879342" y="138961"/>
                </a:lnTo>
                <a:lnTo>
                  <a:pt x="1909317" y="147168"/>
                </a:lnTo>
                <a:lnTo>
                  <a:pt x="1938272" y="155714"/>
                </a:lnTo>
                <a:lnTo>
                  <a:pt x="1966243" y="164610"/>
                </a:lnTo>
                <a:lnTo>
                  <a:pt x="1993262" y="173865"/>
                </a:lnTo>
                <a:lnTo>
                  <a:pt x="1996435" y="17503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8" name="zero.Sample-3-4.segment1">
            <a:extLst xmlns:a="http://schemas.openxmlformats.org/drawingml/2006/main">
              <a:ext uri="{FF2B5EF4-FFF2-40B4-BE49-F238E27FC236}">
                <a16:creationId xmlns:a16="http://schemas.microsoft.com/office/drawing/2014/main" id="{0C16E591-B3E4-4B1E-A91E-AE5C08C33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1632" y="8829675"/>
            <a:ext cx="17414" cy="2190750"/>
          </a:xfrm>
          <a:custGeom xmlns:a="http://schemas.openxmlformats.org/drawingml/2006/main">
            <a:pathLst>
              <a:path w="17414" h="2190750">
                <a:moveTo>
                  <a:pt x="0" y="2190750"/>
                </a:moveTo>
                <a:lnTo>
                  <a:pt x="2013" y="2045074"/>
                </a:lnTo>
                <a:lnTo>
                  <a:pt x="2755" y="1986280"/>
                </a:lnTo>
                <a:lnTo>
                  <a:pt x="4102" y="1872252"/>
                </a:lnTo>
                <a:lnTo>
                  <a:pt x="6119" y="1682052"/>
                </a:lnTo>
                <a:lnTo>
                  <a:pt x="8068" y="1473467"/>
                </a:lnTo>
                <a:lnTo>
                  <a:pt x="8683" y="1402080"/>
                </a:lnTo>
                <a:lnTo>
                  <a:pt x="9951" y="1245476"/>
                </a:lnTo>
                <a:lnTo>
                  <a:pt x="11769" y="997047"/>
                </a:lnTo>
                <a:lnTo>
                  <a:pt x="13526" y="727142"/>
                </a:lnTo>
                <a:lnTo>
                  <a:pt x="15223" y="434718"/>
                </a:lnTo>
                <a:lnTo>
                  <a:pt x="16862" y="118738"/>
                </a:lnTo>
                <a:lnTo>
                  <a:pt x="17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89" name="zero.Sample-3-5.segment0">
            <a:extLst xmlns:a="http://schemas.openxmlformats.org/drawingml/2006/main">
              <a:ext uri="{FF2B5EF4-FFF2-40B4-BE49-F238E27FC236}">
                <a16:creationId xmlns:a16="http://schemas.microsoft.com/office/drawing/2014/main" id="{8B4383C0-FEF3-49B4-B67B-5BB3C8C0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177101" cy="1763333"/>
          </a:xfrm>
          <a:custGeom xmlns:a="http://schemas.openxmlformats.org/drawingml/2006/main">
            <a:pathLst>
              <a:path w="2177101" h="1763333">
                <a:moveTo>
                  <a:pt x="0" y="1763333"/>
                </a:moveTo>
                <a:lnTo>
                  <a:pt x="93392" y="1749715"/>
                </a:lnTo>
                <a:lnTo>
                  <a:pt x="183608" y="1735350"/>
                </a:lnTo>
                <a:lnTo>
                  <a:pt x="270756" y="1720207"/>
                </a:lnTo>
                <a:lnTo>
                  <a:pt x="354941" y="1704254"/>
                </a:lnTo>
                <a:lnTo>
                  <a:pt x="436263" y="1687454"/>
                </a:lnTo>
                <a:lnTo>
                  <a:pt x="514820" y="1669774"/>
                </a:lnTo>
                <a:lnTo>
                  <a:pt x="590705" y="1651176"/>
                </a:lnTo>
                <a:lnTo>
                  <a:pt x="664010" y="1631626"/>
                </a:lnTo>
                <a:lnTo>
                  <a:pt x="734822" y="1611084"/>
                </a:lnTo>
                <a:lnTo>
                  <a:pt x="803227" y="1589516"/>
                </a:lnTo>
                <a:lnTo>
                  <a:pt x="869305" y="1566883"/>
                </a:lnTo>
                <a:lnTo>
                  <a:pt x="933136" y="1543148"/>
                </a:lnTo>
                <a:lnTo>
                  <a:pt x="994797" y="1518273"/>
                </a:lnTo>
                <a:lnTo>
                  <a:pt x="1054361" y="1492223"/>
                </a:lnTo>
                <a:lnTo>
                  <a:pt x="1111899" y="1464960"/>
                </a:lnTo>
                <a:lnTo>
                  <a:pt x="1167481" y="1436450"/>
                </a:lnTo>
                <a:lnTo>
                  <a:pt x="1221173" y="1406657"/>
                </a:lnTo>
                <a:lnTo>
                  <a:pt x="1229061" y="1402080"/>
                </a:lnTo>
                <a:lnTo>
                  <a:pt x="1273039" y="1375550"/>
                </a:lnTo>
                <a:lnTo>
                  <a:pt x="1323141" y="1343095"/>
                </a:lnTo>
                <a:lnTo>
                  <a:pt x="1371540" y="1309265"/>
                </a:lnTo>
                <a:lnTo>
                  <a:pt x="1418293" y="1274032"/>
                </a:lnTo>
                <a:lnTo>
                  <a:pt x="1463456" y="1237372"/>
                </a:lnTo>
                <a:lnTo>
                  <a:pt x="1507083" y="1199264"/>
                </a:lnTo>
                <a:lnTo>
                  <a:pt x="1549227" y="1159691"/>
                </a:lnTo>
                <a:lnTo>
                  <a:pt x="1589937" y="1118641"/>
                </a:lnTo>
                <a:lnTo>
                  <a:pt x="1629264" y="1076105"/>
                </a:lnTo>
                <a:lnTo>
                  <a:pt x="1667253" y="1032082"/>
                </a:lnTo>
                <a:lnTo>
                  <a:pt x="1703950" y="986574"/>
                </a:lnTo>
                <a:lnTo>
                  <a:pt x="1739399" y="939591"/>
                </a:lnTo>
                <a:lnTo>
                  <a:pt x="1773643" y="891151"/>
                </a:lnTo>
                <a:lnTo>
                  <a:pt x="1806722" y="841279"/>
                </a:lnTo>
                <a:lnTo>
                  <a:pt x="1838677" y="790008"/>
                </a:lnTo>
                <a:lnTo>
                  <a:pt x="1869545" y="737381"/>
                </a:lnTo>
                <a:lnTo>
                  <a:pt x="1899363" y="683451"/>
                </a:lnTo>
                <a:lnTo>
                  <a:pt x="1928167" y="628279"/>
                </a:lnTo>
                <a:lnTo>
                  <a:pt x="1955992" y="571940"/>
                </a:lnTo>
                <a:lnTo>
                  <a:pt x="1982871" y="514517"/>
                </a:lnTo>
                <a:lnTo>
                  <a:pt x="2008835" y="456107"/>
                </a:lnTo>
                <a:lnTo>
                  <a:pt x="2033917" y="396816"/>
                </a:lnTo>
                <a:lnTo>
                  <a:pt x="2058146" y="336765"/>
                </a:lnTo>
                <a:lnTo>
                  <a:pt x="2081551" y="276083"/>
                </a:lnTo>
                <a:lnTo>
                  <a:pt x="2104160" y="214914"/>
                </a:lnTo>
                <a:lnTo>
                  <a:pt x="2126000" y="153410"/>
                </a:lnTo>
                <a:lnTo>
                  <a:pt x="2147098" y="91734"/>
                </a:lnTo>
                <a:lnTo>
                  <a:pt x="2167478" y="30058"/>
                </a:lnTo>
                <a:lnTo>
                  <a:pt x="21771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0" name="zero.Sample-4-1.segment0">
            <a:extLst xmlns:a="http://schemas.openxmlformats.org/drawingml/2006/main">
              <a:ext uri="{FF2B5EF4-FFF2-40B4-BE49-F238E27FC236}">
                <a16:creationId xmlns:a16="http://schemas.microsoft.com/office/drawing/2014/main" id="{9796B9A2-561A-4A76-A89B-1F487970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873275" cy="2049466"/>
          </a:xfrm>
          <a:custGeom xmlns:a="http://schemas.openxmlformats.org/drawingml/2006/main">
            <a:pathLst>
              <a:path w="2873275" h="2049466">
                <a:moveTo>
                  <a:pt x="0" y="2009839"/>
                </a:moveTo>
                <a:lnTo>
                  <a:pt x="106033" y="2011126"/>
                </a:lnTo>
                <a:lnTo>
                  <a:pt x="208461" y="2012466"/>
                </a:lnTo>
                <a:lnTo>
                  <a:pt x="307406" y="2013859"/>
                </a:lnTo>
                <a:lnTo>
                  <a:pt x="402986" y="2015303"/>
                </a:lnTo>
                <a:lnTo>
                  <a:pt x="495316" y="2016799"/>
                </a:lnTo>
                <a:lnTo>
                  <a:pt x="584506" y="2018345"/>
                </a:lnTo>
                <a:lnTo>
                  <a:pt x="670663" y="2019939"/>
                </a:lnTo>
                <a:lnTo>
                  <a:pt x="753891" y="2021578"/>
                </a:lnTo>
                <a:lnTo>
                  <a:pt x="834288" y="2023260"/>
                </a:lnTo>
                <a:lnTo>
                  <a:pt x="911952" y="2024980"/>
                </a:lnTo>
                <a:lnTo>
                  <a:pt x="986974" y="2026733"/>
                </a:lnTo>
                <a:lnTo>
                  <a:pt x="1059446" y="2028514"/>
                </a:lnTo>
                <a:lnTo>
                  <a:pt x="1129453" y="2030315"/>
                </a:lnTo>
                <a:lnTo>
                  <a:pt x="1197079" y="2032128"/>
                </a:lnTo>
                <a:lnTo>
                  <a:pt x="1262406" y="2033942"/>
                </a:lnTo>
                <a:lnTo>
                  <a:pt x="1325512" y="2035747"/>
                </a:lnTo>
                <a:lnTo>
                  <a:pt x="1386471" y="2037530"/>
                </a:lnTo>
                <a:lnTo>
                  <a:pt x="1445358" y="2039274"/>
                </a:lnTo>
                <a:lnTo>
                  <a:pt x="1502242" y="2040962"/>
                </a:lnTo>
                <a:lnTo>
                  <a:pt x="1557192" y="2042575"/>
                </a:lnTo>
                <a:lnTo>
                  <a:pt x="1610273" y="2044090"/>
                </a:lnTo>
                <a:lnTo>
                  <a:pt x="1661549" y="2045482"/>
                </a:lnTo>
                <a:lnTo>
                  <a:pt x="1711082" y="2046722"/>
                </a:lnTo>
                <a:lnTo>
                  <a:pt x="1758930" y="2047778"/>
                </a:lnTo>
                <a:lnTo>
                  <a:pt x="1805152" y="2048615"/>
                </a:lnTo>
                <a:lnTo>
                  <a:pt x="1849801" y="2049192"/>
                </a:lnTo>
                <a:lnTo>
                  <a:pt x="1892932" y="2049466"/>
                </a:lnTo>
                <a:lnTo>
                  <a:pt x="1934597" y="2049389"/>
                </a:lnTo>
                <a:lnTo>
                  <a:pt x="1974845" y="2048907"/>
                </a:lnTo>
                <a:lnTo>
                  <a:pt x="2013724" y="2047962"/>
                </a:lnTo>
                <a:lnTo>
                  <a:pt x="2051281" y="2046489"/>
                </a:lnTo>
                <a:lnTo>
                  <a:pt x="2087561" y="2044420"/>
                </a:lnTo>
                <a:lnTo>
                  <a:pt x="2122607" y="2041678"/>
                </a:lnTo>
                <a:lnTo>
                  <a:pt x="2156461" y="2038182"/>
                </a:lnTo>
                <a:lnTo>
                  <a:pt x="2189165" y="2033846"/>
                </a:lnTo>
                <a:lnTo>
                  <a:pt x="2220756" y="2028574"/>
                </a:lnTo>
                <a:lnTo>
                  <a:pt x="2251273" y="2022266"/>
                </a:lnTo>
                <a:lnTo>
                  <a:pt x="2280752" y="2014818"/>
                </a:lnTo>
                <a:lnTo>
                  <a:pt x="2309229" y="2006115"/>
                </a:lnTo>
                <a:lnTo>
                  <a:pt x="2336737" y="1996041"/>
                </a:lnTo>
                <a:lnTo>
                  <a:pt x="2359443" y="1986280"/>
                </a:lnTo>
                <a:lnTo>
                  <a:pt x="2363310" y="1984472"/>
                </a:lnTo>
                <a:lnTo>
                  <a:pt x="2388979" y="1971280"/>
                </a:lnTo>
                <a:lnTo>
                  <a:pt x="2413776" y="1956332"/>
                </a:lnTo>
                <a:lnTo>
                  <a:pt x="2437729" y="1939492"/>
                </a:lnTo>
                <a:lnTo>
                  <a:pt x="2460868" y="1920620"/>
                </a:lnTo>
                <a:lnTo>
                  <a:pt x="2483220" y="1899575"/>
                </a:lnTo>
                <a:lnTo>
                  <a:pt x="2504812" y="1876214"/>
                </a:lnTo>
                <a:lnTo>
                  <a:pt x="2525670" y="1850393"/>
                </a:lnTo>
                <a:lnTo>
                  <a:pt x="2545818" y="1821970"/>
                </a:lnTo>
                <a:lnTo>
                  <a:pt x="2565281" y="1790804"/>
                </a:lnTo>
                <a:lnTo>
                  <a:pt x="2584083" y="1756755"/>
                </a:lnTo>
                <a:lnTo>
                  <a:pt x="2602245" y="1719688"/>
                </a:lnTo>
                <a:lnTo>
                  <a:pt x="2619789" y="1679472"/>
                </a:lnTo>
                <a:lnTo>
                  <a:pt x="2636737" y="1635981"/>
                </a:lnTo>
                <a:lnTo>
                  <a:pt x="2653109" y="1589092"/>
                </a:lnTo>
                <a:lnTo>
                  <a:pt x="2668923" y="1538692"/>
                </a:lnTo>
                <a:lnTo>
                  <a:pt x="2684201" y="1484672"/>
                </a:lnTo>
                <a:lnTo>
                  <a:pt x="2698958" y="1426930"/>
                </a:lnTo>
                <a:lnTo>
                  <a:pt x="2704881" y="1402080"/>
                </a:lnTo>
                <a:lnTo>
                  <a:pt x="2713214" y="1365372"/>
                </a:lnTo>
                <a:lnTo>
                  <a:pt x="2726985" y="1299910"/>
                </a:lnTo>
                <a:lnTo>
                  <a:pt x="2740288" y="1230464"/>
                </a:lnTo>
                <a:lnTo>
                  <a:pt x="2753138" y="1156960"/>
                </a:lnTo>
                <a:lnTo>
                  <a:pt x="2765551" y="1079335"/>
                </a:lnTo>
                <a:lnTo>
                  <a:pt x="2777543" y="997529"/>
                </a:lnTo>
                <a:lnTo>
                  <a:pt x="2789126" y="911492"/>
                </a:lnTo>
                <a:lnTo>
                  <a:pt x="2800316" y="821183"/>
                </a:lnTo>
                <a:lnTo>
                  <a:pt x="2811125" y="726565"/>
                </a:lnTo>
                <a:lnTo>
                  <a:pt x="2821566" y="627613"/>
                </a:lnTo>
                <a:lnTo>
                  <a:pt x="2831653" y="524311"/>
                </a:lnTo>
                <a:lnTo>
                  <a:pt x="2841396" y="416651"/>
                </a:lnTo>
                <a:lnTo>
                  <a:pt x="2850808" y="304636"/>
                </a:lnTo>
                <a:lnTo>
                  <a:pt x="2859901" y="188280"/>
                </a:lnTo>
                <a:lnTo>
                  <a:pt x="2868683" y="67611"/>
                </a:lnTo>
                <a:lnTo>
                  <a:pt x="287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1" name="zero.Sample-4-2.segment0">
            <a:extLst xmlns:a="http://schemas.openxmlformats.org/drawingml/2006/main">
              <a:ext uri="{FF2B5EF4-FFF2-40B4-BE49-F238E27FC236}">
                <a16:creationId xmlns:a16="http://schemas.microsoft.com/office/drawing/2014/main" id="{4B0EBD24-1E65-4C8D-87F0-7CFB674F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319769" cy="1951224"/>
          </a:xfrm>
          <a:custGeom xmlns:a="http://schemas.openxmlformats.org/drawingml/2006/main">
            <a:pathLst>
              <a:path w="2319769" h="1951224">
                <a:moveTo>
                  <a:pt x="0" y="1951224"/>
                </a:moveTo>
                <a:lnTo>
                  <a:pt x="93353" y="1945211"/>
                </a:lnTo>
                <a:lnTo>
                  <a:pt x="183531" y="1938591"/>
                </a:lnTo>
                <a:lnTo>
                  <a:pt x="270643" y="1931320"/>
                </a:lnTo>
                <a:lnTo>
                  <a:pt x="354793" y="1923355"/>
                </a:lnTo>
                <a:lnTo>
                  <a:pt x="436081" y="1914649"/>
                </a:lnTo>
                <a:lnTo>
                  <a:pt x="514605" y="1905154"/>
                </a:lnTo>
                <a:lnTo>
                  <a:pt x="590458" y="1894823"/>
                </a:lnTo>
                <a:lnTo>
                  <a:pt x="663733" y="1883604"/>
                </a:lnTo>
                <a:lnTo>
                  <a:pt x="734515" y="1871448"/>
                </a:lnTo>
                <a:lnTo>
                  <a:pt x="802891" y="1858303"/>
                </a:lnTo>
                <a:lnTo>
                  <a:pt x="868942" y="1844118"/>
                </a:lnTo>
                <a:lnTo>
                  <a:pt x="932746" y="1828839"/>
                </a:lnTo>
                <a:lnTo>
                  <a:pt x="994381" y="1812416"/>
                </a:lnTo>
                <a:lnTo>
                  <a:pt x="1053920" y="1794797"/>
                </a:lnTo>
                <a:lnTo>
                  <a:pt x="1111435" y="1775931"/>
                </a:lnTo>
                <a:lnTo>
                  <a:pt x="1166993" y="1755769"/>
                </a:lnTo>
                <a:lnTo>
                  <a:pt x="1220663" y="1734261"/>
                </a:lnTo>
                <a:lnTo>
                  <a:pt x="1272507" y="1711362"/>
                </a:lnTo>
                <a:lnTo>
                  <a:pt x="1322588" y="1687028"/>
                </a:lnTo>
                <a:lnTo>
                  <a:pt x="1370967" y="1661216"/>
                </a:lnTo>
                <a:lnTo>
                  <a:pt x="1417700" y="1633888"/>
                </a:lnTo>
                <a:lnTo>
                  <a:pt x="1462844" y="1605009"/>
                </a:lnTo>
                <a:lnTo>
                  <a:pt x="1506453" y="1574549"/>
                </a:lnTo>
                <a:lnTo>
                  <a:pt x="1548579" y="1542480"/>
                </a:lnTo>
                <a:lnTo>
                  <a:pt x="1589273" y="1508781"/>
                </a:lnTo>
                <a:lnTo>
                  <a:pt x="1628583" y="1473437"/>
                </a:lnTo>
                <a:lnTo>
                  <a:pt x="1666556" y="1436436"/>
                </a:lnTo>
                <a:lnTo>
                  <a:pt x="1699291" y="1402080"/>
                </a:lnTo>
                <a:lnTo>
                  <a:pt x="1703238" y="1397775"/>
                </a:lnTo>
                <a:lnTo>
                  <a:pt x="1738672" y="1357457"/>
                </a:lnTo>
                <a:lnTo>
                  <a:pt x="1772902" y="1315494"/>
                </a:lnTo>
                <a:lnTo>
                  <a:pt x="1805967" y="1271902"/>
                </a:lnTo>
                <a:lnTo>
                  <a:pt x="1837908" y="1226710"/>
                </a:lnTo>
                <a:lnTo>
                  <a:pt x="1868763" y="1179951"/>
                </a:lnTo>
                <a:lnTo>
                  <a:pt x="1898569" y="1131671"/>
                </a:lnTo>
                <a:lnTo>
                  <a:pt x="1927361" y="1081922"/>
                </a:lnTo>
                <a:lnTo>
                  <a:pt x="1955175" y="1030768"/>
                </a:lnTo>
                <a:lnTo>
                  <a:pt x="1982042" y="978281"/>
                </a:lnTo>
                <a:lnTo>
                  <a:pt x="2007996" y="924543"/>
                </a:lnTo>
                <a:lnTo>
                  <a:pt x="2033067" y="869646"/>
                </a:lnTo>
                <a:lnTo>
                  <a:pt x="2057286" y="813691"/>
                </a:lnTo>
                <a:lnTo>
                  <a:pt x="2080681" y="756790"/>
                </a:lnTo>
                <a:lnTo>
                  <a:pt x="2103281" y="699060"/>
                </a:lnTo>
                <a:lnTo>
                  <a:pt x="2125112" y="640631"/>
                </a:lnTo>
                <a:lnTo>
                  <a:pt x="2146200" y="581637"/>
                </a:lnTo>
                <a:lnTo>
                  <a:pt x="2166572" y="522220"/>
                </a:lnTo>
                <a:lnTo>
                  <a:pt x="2186251" y="462528"/>
                </a:lnTo>
                <a:lnTo>
                  <a:pt x="2205261" y="402715"/>
                </a:lnTo>
                <a:lnTo>
                  <a:pt x="2223624" y="342936"/>
                </a:lnTo>
                <a:lnTo>
                  <a:pt x="2241363" y="283349"/>
                </a:lnTo>
                <a:lnTo>
                  <a:pt x="2258498" y="224115"/>
                </a:lnTo>
                <a:lnTo>
                  <a:pt x="2275051" y="165390"/>
                </a:lnTo>
                <a:lnTo>
                  <a:pt x="2291041" y="107332"/>
                </a:lnTo>
                <a:lnTo>
                  <a:pt x="2306488" y="50092"/>
                </a:lnTo>
                <a:lnTo>
                  <a:pt x="2319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2" name="zero.Sample-4-3.segment0">
            <a:extLst xmlns:a="http://schemas.openxmlformats.org/drawingml/2006/main">
              <a:ext uri="{FF2B5EF4-FFF2-40B4-BE49-F238E27FC236}">
                <a16:creationId xmlns:a16="http://schemas.microsoft.com/office/drawing/2014/main" id="{855C1E29-8BCC-4972-8B43-BA02410E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9270936"/>
            <a:ext cx="3268504" cy="1487065"/>
          </a:xfrm>
          <a:custGeom xmlns:a="http://schemas.openxmlformats.org/drawingml/2006/main">
            <a:pathLst>
              <a:path w="3268504" h="1487065">
                <a:moveTo>
                  <a:pt x="0" y="1487065"/>
                </a:moveTo>
                <a:lnTo>
                  <a:pt x="111145" y="1482833"/>
                </a:lnTo>
                <a:lnTo>
                  <a:pt x="218510" y="1478313"/>
                </a:lnTo>
                <a:lnTo>
                  <a:pt x="322225" y="1473489"/>
                </a:lnTo>
                <a:lnTo>
                  <a:pt x="422412" y="1468343"/>
                </a:lnTo>
                <a:lnTo>
                  <a:pt x="519193" y="1462858"/>
                </a:lnTo>
                <a:lnTo>
                  <a:pt x="612683" y="1457015"/>
                </a:lnTo>
                <a:lnTo>
                  <a:pt x="702994" y="1450795"/>
                </a:lnTo>
                <a:lnTo>
                  <a:pt x="790234" y="1444177"/>
                </a:lnTo>
                <a:lnTo>
                  <a:pt x="874507" y="1437143"/>
                </a:lnTo>
                <a:lnTo>
                  <a:pt x="955914" y="1429671"/>
                </a:lnTo>
                <a:lnTo>
                  <a:pt x="1034553" y="1421741"/>
                </a:lnTo>
                <a:lnTo>
                  <a:pt x="1110518" y="1413330"/>
                </a:lnTo>
                <a:lnTo>
                  <a:pt x="1183900" y="1404417"/>
                </a:lnTo>
                <a:lnTo>
                  <a:pt x="1254787" y="1394982"/>
                </a:lnTo>
                <a:lnTo>
                  <a:pt x="1323263" y="1385000"/>
                </a:lnTo>
                <a:lnTo>
                  <a:pt x="1389411" y="1374452"/>
                </a:lnTo>
                <a:lnTo>
                  <a:pt x="1453309" y="1363315"/>
                </a:lnTo>
                <a:lnTo>
                  <a:pt x="1515034" y="1351568"/>
                </a:lnTo>
                <a:lnTo>
                  <a:pt x="1574661" y="1339189"/>
                </a:lnTo>
                <a:lnTo>
                  <a:pt x="1632259" y="1326160"/>
                </a:lnTo>
                <a:lnTo>
                  <a:pt x="1687900" y="1312460"/>
                </a:lnTo>
                <a:lnTo>
                  <a:pt x="1741648" y="1298070"/>
                </a:lnTo>
                <a:lnTo>
                  <a:pt x="1793568" y="1282974"/>
                </a:lnTo>
                <a:lnTo>
                  <a:pt x="1843723" y="1267155"/>
                </a:lnTo>
                <a:lnTo>
                  <a:pt x="1892173" y="1250599"/>
                </a:lnTo>
                <a:lnTo>
                  <a:pt x="1938974" y="1233294"/>
                </a:lnTo>
                <a:lnTo>
                  <a:pt x="1984185" y="1215229"/>
                </a:lnTo>
                <a:lnTo>
                  <a:pt x="2027858" y="1196396"/>
                </a:lnTo>
                <a:lnTo>
                  <a:pt x="2070046" y="1176790"/>
                </a:lnTo>
                <a:lnTo>
                  <a:pt x="2110799" y="1156408"/>
                </a:lnTo>
                <a:lnTo>
                  <a:pt x="2150167" y="1135251"/>
                </a:lnTo>
                <a:lnTo>
                  <a:pt x="2188196" y="1113322"/>
                </a:lnTo>
                <a:lnTo>
                  <a:pt x="2224931" y="1090630"/>
                </a:lnTo>
                <a:lnTo>
                  <a:pt x="2260418" y="1067187"/>
                </a:lnTo>
                <a:lnTo>
                  <a:pt x="2294698" y="1043007"/>
                </a:lnTo>
                <a:lnTo>
                  <a:pt x="2327812" y="1018111"/>
                </a:lnTo>
                <a:lnTo>
                  <a:pt x="2359800" y="992525"/>
                </a:lnTo>
                <a:lnTo>
                  <a:pt x="2390700" y="966277"/>
                </a:lnTo>
                <a:lnTo>
                  <a:pt x="2396902" y="960819"/>
                </a:lnTo>
                <a:lnTo>
                  <a:pt x="2420550" y="939402"/>
                </a:lnTo>
                <a:lnTo>
                  <a:pt x="2449384" y="911939"/>
                </a:lnTo>
                <a:lnTo>
                  <a:pt x="2477238" y="883934"/>
                </a:lnTo>
                <a:lnTo>
                  <a:pt x="2504145" y="855434"/>
                </a:lnTo>
                <a:lnTo>
                  <a:pt x="2530137" y="826495"/>
                </a:lnTo>
                <a:lnTo>
                  <a:pt x="2555245" y="797175"/>
                </a:lnTo>
                <a:lnTo>
                  <a:pt x="2579499" y="767538"/>
                </a:lnTo>
                <a:lnTo>
                  <a:pt x="2602929" y="737651"/>
                </a:lnTo>
                <a:lnTo>
                  <a:pt x="2625561" y="707586"/>
                </a:lnTo>
                <a:lnTo>
                  <a:pt x="2647424" y="677417"/>
                </a:lnTo>
                <a:lnTo>
                  <a:pt x="2668544" y="647221"/>
                </a:lnTo>
                <a:lnTo>
                  <a:pt x="2688946" y="617078"/>
                </a:lnTo>
                <a:lnTo>
                  <a:pt x="2708653" y="587068"/>
                </a:lnTo>
                <a:lnTo>
                  <a:pt x="2727691" y="557275"/>
                </a:lnTo>
                <a:lnTo>
                  <a:pt x="2746081" y="527778"/>
                </a:lnTo>
                <a:lnTo>
                  <a:pt x="2763846" y="498660"/>
                </a:lnTo>
                <a:lnTo>
                  <a:pt x="2781007" y="469999"/>
                </a:lnTo>
                <a:lnTo>
                  <a:pt x="2797584" y="441872"/>
                </a:lnTo>
                <a:lnTo>
                  <a:pt x="2813598" y="414352"/>
                </a:lnTo>
                <a:lnTo>
                  <a:pt x="2829067" y="387510"/>
                </a:lnTo>
                <a:lnTo>
                  <a:pt x="2844010" y="361408"/>
                </a:lnTo>
                <a:lnTo>
                  <a:pt x="2858445" y="336108"/>
                </a:lnTo>
                <a:lnTo>
                  <a:pt x="2872389" y="311662"/>
                </a:lnTo>
                <a:lnTo>
                  <a:pt x="2885858" y="288118"/>
                </a:lnTo>
                <a:lnTo>
                  <a:pt x="2898870" y="265515"/>
                </a:lnTo>
                <a:lnTo>
                  <a:pt x="2911439" y="243888"/>
                </a:lnTo>
                <a:lnTo>
                  <a:pt x="2923581" y="223263"/>
                </a:lnTo>
                <a:lnTo>
                  <a:pt x="2935310" y="203660"/>
                </a:lnTo>
                <a:lnTo>
                  <a:pt x="2946641" y="185092"/>
                </a:lnTo>
                <a:lnTo>
                  <a:pt x="2957585" y="167563"/>
                </a:lnTo>
                <a:lnTo>
                  <a:pt x="2968158" y="151075"/>
                </a:lnTo>
                <a:lnTo>
                  <a:pt x="2978371" y="135620"/>
                </a:lnTo>
                <a:lnTo>
                  <a:pt x="2988237" y="121186"/>
                </a:lnTo>
                <a:lnTo>
                  <a:pt x="2997768" y="107756"/>
                </a:lnTo>
                <a:lnTo>
                  <a:pt x="3006974" y="95309"/>
                </a:lnTo>
                <a:lnTo>
                  <a:pt x="3015867" y="83819"/>
                </a:lnTo>
                <a:lnTo>
                  <a:pt x="3024458" y="73256"/>
                </a:lnTo>
                <a:lnTo>
                  <a:pt x="3032757" y="63588"/>
                </a:lnTo>
                <a:lnTo>
                  <a:pt x="3040773" y="54780"/>
                </a:lnTo>
                <a:lnTo>
                  <a:pt x="3048517" y="46797"/>
                </a:lnTo>
                <a:lnTo>
                  <a:pt x="3055998" y="39600"/>
                </a:lnTo>
                <a:lnTo>
                  <a:pt x="3063224" y="33151"/>
                </a:lnTo>
                <a:lnTo>
                  <a:pt x="3070205" y="27409"/>
                </a:lnTo>
                <a:lnTo>
                  <a:pt x="3076948" y="22337"/>
                </a:lnTo>
                <a:lnTo>
                  <a:pt x="3083462" y="17893"/>
                </a:lnTo>
                <a:lnTo>
                  <a:pt x="3089754" y="14039"/>
                </a:lnTo>
                <a:lnTo>
                  <a:pt x="3095832" y="10738"/>
                </a:lnTo>
                <a:lnTo>
                  <a:pt x="3101704" y="7952"/>
                </a:lnTo>
                <a:lnTo>
                  <a:pt x="3107376" y="5645"/>
                </a:lnTo>
                <a:lnTo>
                  <a:pt x="3112855" y="3781"/>
                </a:lnTo>
                <a:lnTo>
                  <a:pt x="3118148" y="2328"/>
                </a:lnTo>
                <a:lnTo>
                  <a:pt x="3123261" y="1253"/>
                </a:lnTo>
                <a:lnTo>
                  <a:pt x="3128200" y="526"/>
                </a:lnTo>
                <a:lnTo>
                  <a:pt x="3132971" y="118"/>
                </a:lnTo>
                <a:lnTo>
                  <a:pt x="3137579" y="0"/>
                </a:lnTo>
                <a:lnTo>
                  <a:pt x="3142031" y="147"/>
                </a:lnTo>
                <a:lnTo>
                  <a:pt x="3146332" y="535"/>
                </a:lnTo>
                <a:lnTo>
                  <a:pt x="3150487" y="1140"/>
                </a:lnTo>
                <a:lnTo>
                  <a:pt x="3154500" y="1941"/>
                </a:lnTo>
                <a:lnTo>
                  <a:pt x="3158376" y="2918"/>
                </a:lnTo>
                <a:lnTo>
                  <a:pt x="3162121" y="4052"/>
                </a:lnTo>
                <a:lnTo>
                  <a:pt x="3165739" y="5325"/>
                </a:lnTo>
                <a:lnTo>
                  <a:pt x="3169233" y="6721"/>
                </a:lnTo>
                <a:lnTo>
                  <a:pt x="3172609" y="8225"/>
                </a:lnTo>
                <a:lnTo>
                  <a:pt x="3175870" y="9824"/>
                </a:lnTo>
                <a:lnTo>
                  <a:pt x="3179020" y="11504"/>
                </a:lnTo>
                <a:lnTo>
                  <a:pt x="3182063" y="13253"/>
                </a:lnTo>
                <a:lnTo>
                  <a:pt x="3185002" y="15061"/>
                </a:lnTo>
                <a:lnTo>
                  <a:pt x="3187842" y="16918"/>
                </a:lnTo>
                <a:lnTo>
                  <a:pt x="3190584" y="18815"/>
                </a:lnTo>
                <a:lnTo>
                  <a:pt x="3193234" y="20743"/>
                </a:lnTo>
                <a:lnTo>
                  <a:pt x="3195794" y="22694"/>
                </a:lnTo>
                <a:lnTo>
                  <a:pt x="3198266" y="24663"/>
                </a:lnTo>
                <a:lnTo>
                  <a:pt x="3200655" y="26642"/>
                </a:lnTo>
                <a:lnTo>
                  <a:pt x="3202962" y="28625"/>
                </a:lnTo>
                <a:lnTo>
                  <a:pt x="3205190" y="30609"/>
                </a:lnTo>
                <a:lnTo>
                  <a:pt x="3207343" y="32587"/>
                </a:lnTo>
                <a:lnTo>
                  <a:pt x="3209423" y="34556"/>
                </a:lnTo>
                <a:lnTo>
                  <a:pt x="3211432" y="36512"/>
                </a:lnTo>
                <a:lnTo>
                  <a:pt x="3213373" y="38453"/>
                </a:lnTo>
                <a:lnTo>
                  <a:pt x="3215248" y="40374"/>
                </a:lnTo>
                <a:lnTo>
                  <a:pt x="3217059" y="42273"/>
                </a:lnTo>
                <a:lnTo>
                  <a:pt x="3218808" y="44148"/>
                </a:lnTo>
                <a:lnTo>
                  <a:pt x="3220498" y="45997"/>
                </a:lnTo>
                <a:lnTo>
                  <a:pt x="3222130" y="47819"/>
                </a:lnTo>
                <a:lnTo>
                  <a:pt x="3223707" y="49611"/>
                </a:lnTo>
                <a:lnTo>
                  <a:pt x="3225230" y="51372"/>
                </a:lnTo>
                <a:lnTo>
                  <a:pt x="3226702" y="53102"/>
                </a:lnTo>
                <a:lnTo>
                  <a:pt x="3228123" y="54800"/>
                </a:lnTo>
                <a:lnTo>
                  <a:pt x="3229497" y="56464"/>
                </a:lnTo>
                <a:lnTo>
                  <a:pt x="3230823" y="58094"/>
                </a:lnTo>
                <a:lnTo>
                  <a:pt x="3232104" y="59690"/>
                </a:lnTo>
                <a:lnTo>
                  <a:pt x="3233342" y="61252"/>
                </a:lnTo>
                <a:lnTo>
                  <a:pt x="3234538" y="62779"/>
                </a:lnTo>
                <a:lnTo>
                  <a:pt x="3235693" y="64270"/>
                </a:lnTo>
                <a:lnTo>
                  <a:pt x="3236808" y="65727"/>
                </a:lnTo>
                <a:lnTo>
                  <a:pt x="3237886" y="67150"/>
                </a:lnTo>
                <a:lnTo>
                  <a:pt x="3238927" y="68537"/>
                </a:lnTo>
                <a:lnTo>
                  <a:pt x="3239933" y="69890"/>
                </a:lnTo>
                <a:lnTo>
                  <a:pt x="3240905" y="71210"/>
                </a:lnTo>
                <a:lnTo>
                  <a:pt x="3241843" y="72495"/>
                </a:lnTo>
                <a:lnTo>
                  <a:pt x="3242750" y="73747"/>
                </a:lnTo>
                <a:lnTo>
                  <a:pt x="3243626" y="74966"/>
                </a:lnTo>
                <a:lnTo>
                  <a:pt x="3244471" y="76152"/>
                </a:lnTo>
                <a:lnTo>
                  <a:pt x="3245289" y="77306"/>
                </a:lnTo>
                <a:lnTo>
                  <a:pt x="3246078" y="78429"/>
                </a:lnTo>
                <a:lnTo>
                  <a:pt x="3246841" y="79521"/>
                </a:lnTo>
                <a:lnTo>
                  <a:pt x="3247577" y="80583"/>
                </a:lnTo>
                <a:lnTo>
                  <a:pt x="3248289" y="81614"/>
                </a:lnTo>
                <a:lnTo>
                  <a:pt x="3248976" y="82617"/>
                </a:lnTo>
                <a:lnTo>
                  <a:pt x="3249640" y="83591"/>
                </a:lnTo>
                <a:lnTo>
                  <a:pt x="3250282" y="84536"/>
                </a:lnTo>
                <a:lnTo>
                  <a:pt x="3250901" y="85454"/>
                </a:lnTo>
                <a:lnTo>
                  <a:pt x="3251500" y="86346"/>
                </a:lnTo>
                <a:lnTo>
                  <a:pt x="3252078" y="87211"/>
                </a:lnTo>
                <a:lnTo>
                  <a:pt x="3252637" y="88050"/>
                </a:lnTo>
                <a:lnTo>
                  <a:pt x="3253176" y="88865"/>
                </a:lnTo>
                <a:lnTo>
                  <a:pt x="3253697" y="89655"/>
                </a:lnTo>
                <a:lnTo>
                  <a:pt x="3254201" y="90421"/>
                </a:lnTo>
                <a:lnTo>
                  <a:pt x="3254687" y="91164"/>
                </a:lnTo>
                <a:lnTo>
                  <a:pt x="3255157" y="91885"/>
                </a:lnTo>
                <a:lnTo>
                  <a:pt x="3255611" y="92583"/>
                </a:lnTo>
                <a:lnTo>
                  <a:pt x="3256049" y="93260"/>
                </a:lnTo>
                <a:lnTo>
                  <a:pt x="3256473" y="93916"/>
                </a:lnTo>
                <a:lnTo>
                  <a:pt x="3256882" y="94552"/>
                </a:lnTo>
                <a:lnTo>
                  <a:pt x="3257277" y="95168"/>
                </a:lnTo>
                <a:lnTo>
                  <a:pt x="3257659" y="95765"/>
                </a:lnTo>
                <a:lnTo>
                  <a:pt x="3258028" y="96343"/>
                </a:lnTo>
                <a:lnTo>
                  <a:pt x="3258384" y="96904"/>
                </a:lnTo>
                <a:lnTo>
                  <a:pt x="3258728" y="97446"/>
                </a:lnTo>
                <a:lnTo>
                  <a:pt x="3259061" y="97971"/>
                </a:lnTo>
                <a:lnTo>
                  <a:pt x="3259382" y="98480"/>
                </a:lnTo>
                <a:lnTo>
                  <a:pt x="3259692" y="98973"/>
                </a:lnTo>
                <a:lnTo>
                  <a:pt x="3259991" y="99449"/>
                </a:lnTo>
                <a:lnTo>
                  <a:pt x="3260281" y="99911"/>
                </a:lnTo>
                <a:lnTo>
                  <a:pt x="3260561" y="100358"/>
                </a:lnTo>
                <a:lnTo>
                  <a:pt x="3260831" y="100790"/>
                </a:lnTo>
                <a:lnTo>
                  <a:pt x="3261092" y="101209"/>
                </a:lnTo>
                <a:lnTo>
                  <a:pt x="3261344" y="101614"/>
                </a:lnTo>
                <a:lnTo>
                  <a:pt x="3261587" y="102006"/>
                </a:lnTo>
                <a:lnTo>
                  <a:pt x="3261822" y="102386"/>
                </a:lnTo>
                <a:lnTo>
                  <a:pt x="3262049" y="102753"/>
                </a:lnTo>
                <a:lnTo>
                  <a:pt x="3262269" y="103108"/>
                </a:lnTo>
                <a:lnTo>
                  <a:pt x="3262481" y="103451"/>
                </a:lnTo>
                <a:lnTo>
                  <a:pt x="3262686" y="103784"/>
                </a:lnTo>
                <a:lnTo>
                  <a:pt x="3262884" y="104105"/>
                </a:lnTo>
                <a:lnTo>
                  <a:pt x="3263075" y="104416"/>
                </a:lnTo>
                <a:lnTo>
                  <a:pt x="3263259" y="104717"/>
                </a:lnTo>
                <a:lnTo>
                  <a:pt x="3263438" y="105008"/>
                </a:lnTo>
                <a:lnTo>
                  <a:pt x="3263610" y="105290"/>
                </a:lnTo>
                <a:lnTo>
                  <a:pt x="3263776" y="105562"/>
                </a:lnTo>
                <a:lnTo>
                  <a:pt x="3263937" y="105825"/>
                </a:lnTo>
                <a:lnTo>
                  <a:pt x="3264092" y="106080"/>
                </a:lnTo>
                <a:lnTo>
                  <a:pt x="3264242" y="106326"/>
                </a:lnTo>
                <a:lnTo>
                  <a:pt x="3264387" y="106564"/>
                </a:lnTo>
                <a:lnTo>
                  <a:pt x="3264527" y="106795"/>
                </a:lnTo>
                <a:lnTo>
                  <a:pt x="3264662" y="107017"/>
                </a:lnTo>
                <a:lnTo>
                  <a:pt x="3264793" y="107232"/>
                </a:lnTo>
                <a:lnTo>
                  <a:pt x="3264919" y="107440"/>
                </a:lnTo>
                <a:lnTo>
                  <a:pt x="3265041" y="107642"/>
                </a:lnTo>
                <a:lnTo>
                  <a:pt x="3265159" y="107836"/>
                </a:lnTo>
                <a:lnTo>
                  <a:pt x="3265273" y="108024"/>
                </a:lnTo>
                <a:lnTo>
                  <a:pt x="3265382" y="108206"/>
                </a:lnTo>
                <a:lnTo>
                  <a:pt x="3265489" y="108382"/>
                </a:lnTo>
                <a:lnTo>
                  <a:pt x="3265591" y="108552"/>
                </a:lnTo>
                <a:lnTo>
                  <a:pt x="3265690" y="108716"/>
                </a:lnTo>
                <a:lnTo>
                  <a:pt x="3265786" y="108875"/>
                </a:lnTo>
                <a:lnTo>
                  <a:pt x="3265878" y="109028"/>
                </a:lnTo>
                <a:lnTo>
                  <a:pt x="3265968" y="109176"/>
                </a:lnTo>
                <a:lnTo>
                  <a:pt x="3266054" y="109320"/>
                </a:lnTo>
                <a:lnTo>
                  <a:pt x="3266137" y="109458"/>
                </a:lnTo>
                <a:lnTo>
                  <a:pt x="3266218" y="109592"/>
                </a:lnTo>
                <a:lnTo>
                  <a:pt x="3266295" y="109722"/>
                </a:lnTo>
                <a:lnTo>
                  <a:pt x="3266370" y="109847"/>
                </a:lnTo>
                <a:lnTo>
                  <a:pt x="3266443" y="109968"/>
                </a:lnTo>
                <a:lnTo>
                  <a:pt x="3266513" y="110085"/>
                </a:lnTo>
                <a:lnTo>
                  <a:pt x="3266581" y="110198"/>
                </a:lnTo>
                <a:lnTo>
                  <a:pt x="3266646" y="110307"/>
                </a:lnTo>
                <a:lnTo>
                  <a:pt x="3266709" y="110412"/>
                </a:lnTo>
                <a:lnTo>
                  <a:pt x="3266770" y="110514"/>
                </a:lnTo>
                <a:lnTo>
                  <a:pt x="3266829" y="110613"/>
                </a:lnTo>
                <a:lnTo>
                  <a:pt x="3266886" y="110708"/>
                </a:lnTo>
                <a:lnTo>
                  <a:pt x="3266941" y="110800"/>
                </a:lnTo>
                <a:lnTo>
                  <a:pt x="3266994" y="110889"/>
                </a:lnTo>
                <a:lnTo>
                  <a:pt x="3267046" y="110975"/>
                </a:lnTo>
                <a:lnTo>
                  <a:pt x="3267095" y="111058"/>
                </a:lnTo>
                <a:lnTo>
                  <a:pt x="3267143" y="111138"/>
                </a:lnTo>
                <a:lnTo>
                  <a:pt x="3267189" y="111216"/>
                </a:lnTo>
                <a:lnTo>
                  <a:pt x="3267234" y="111290"/>
                </a:lnTo>
                <a:lnTo>
                  <a:pt x="3267277" y="111363"/>
                </a:lnTo>
                <a:lnTo>
                  <a:pt x="3267319" y="111433"/>
                </a:lnTo>
                <a:lnTo>
                  <a:pt x="3267359" y="111500"/>
                </a:lnTo>
                <a:lnTo>
                  <a:pt x="3267398" y="111566"/>
                </a:lnTo>
                <a:lnTo>
                  <a:pt x="3267436" y="111629"/>
                </a:lnTo>
                <a:lnTo>
                  <a:pt x="3267472" y="111690"/>
                </a:lnTo>
                <a:lnTo>
                  <a:pt x="3267507" y="111749"/>
                </a:lnTo>
                <a:lnTo>
                  <a:pt x="3267541" y="111806"/>
                </a:lnTo>
                <a:lnTo>
                  <a:pt x="3267574" y="111861"/>
                </a:lnTo>
                <a:lnTo>
                  <a:pt x="3267605" y="111914"/>
                </a:lnTo>
                <a:lnTo>
                  <a:pt x="3267636" y="111965"/>
                </a:lnTo>
                <a:lnTo>
                  <a:pt x="3267665" y="112015"/>
                </a:lnTo>
                <a:lnTo>
                  <a:pt x="3267694" y="112063"/>
                </a:lnTo>
                <a:lnTo>
                  <a:pt x="3267721" y="112109"/>
                </a:lnTo>
                <a:lnTo>
                  <a:pt x="3267748" y="112154"/>
                </a:lnTo>
                <a:lnTo>
                  <a:pt x="3267774" y="112197"/>
                </a:lnTo>
                <a:lnTo>
                  <a:pt x="3267799" y="112239"/>
                </a:lnTo>
                <a:lnTo>
                  <a:pt x="3267823" y="112279"/>
                </a:lnTo>
                <a:lnTo>
                  <a:pt x="3267846" y="112318"/>
                </a:lnTo>
                <a:lnTo>
                  <a:pt x="3267868" y="112356"/>
                </a:lnTo>
                <a:lnTo>
                  <a:pt x="3267890" y="112392"/>
                </a:lnTo>
                <a:lnTo>
                  <a:pt x="3267911" y="112427"/>
                </a:lnTo>
                <a:lnTo>
                  <a:pt x="3267931" y="112461"/>
                </a:lnTo>
                <a:lnTo>
                  <a:pt x="3267950" y="112494"/>
                </a:lnTo>
                <a:lnTo>
                  <a:pt x="3267969" y="112526"/>
                </a:lnTo>
                <a:lnTo>
                  <a:pt x="3267987" y="112556"/>
                </a:lnTo>
                <a:lnTo>
                  <a:pt x="3268005" y="112586"/>
                </a:lnTo>
                <a:lnTo>
                  <a:pt x="3268022" y="112614"/>
                </a:lnTo>
                <a:lnTo>
                  <a:pt x="3268038" y="112642"/>
                </a:lnTo>
                <a:lnTo>
                  <a:pt x="3268054" y="112669"/>
                </a:lnTo>
                <a:lnTo>
                  <a:pt x="3268069" y="112695"/>
                </a:lnTo>
                <a:lnTo>
                  <a:pt x="3268084" y="112719"/>
                </a:lnTo>
                <a:lnTo>
                  <a:pt x="3268098" y="112744"/>
                </a:lnTo>
                <a:lnTo>
                  <a:pt x="3268112" y="112767"/>
                </a:lnTo>
                <a:lnTo>
                  <a:pt x="3268125" y="112789"/>
                </a:lnTo>
                <a:lnTo>
                  <a:pt x="3268138" y="112811"/>
                </a:lnTo>
                <a:lnTo>
                  <a:pt x="3268151" y="112832"/>
                </a:lnTo>
                <a:lnTo>
                  <a:pt x="3268163" y="112852"/>
                </a:lnTo>
                <a:lnTo>
                  <a:pt x="3268174" y="112872"/>
                </a:lnTo>
                <a:lnTo>
                  <a:pt x="3268185" y="112891"/>
                </a:lnTo>
                <a:lnTo>
                  <a:pt x="3268196" y="112909"/>
                </a:lnTo>
                <a:lnTo>
                  <a:pt x="3268207" y="112926"/>
                </a:lnTo>
                <a:lnTo>
                  <a:pt x="3268217" y="112944"/>
                </a:lnTo>
                <a:lnTo>
                  <a:pt x="3268227" y="112960"/>
                </a:lnTo>
                <a:lnTo>
                  <a:pt x="3268236" y="112976"/>
                </a:lnTo>
                <a:lnTo>
                  <a:pt x="3268245" y="112991"/>
                </a:lnTo>
                <a:lnTo>
                  <a:pt x="3268254" y="113006"/>
                </a:lnTo>
                <a:lnTo>
                  <a:pt x="3268262" y="113020"/>
                </a:lnTo>
                <a:lnTo>
                  <a:pt x="3268271" y="113034"/>
                </a:lnTo>
                <a:lnTo>
                  <a:pt x="3268279" y="113048"/>
                </a:lnTo>
                <a:lnTo>
                  <a:pt x="3268286" y="113061"/>
                </a:lnTo>
                <a:lnTo>
                  <a:pt x="3268294" y="113073"/>
                </a:lnTo>
                <a:lnTo>
                  <a:pt x="3268301" y="113085"/>
                </a:lnTo>
                <a:lnTo>
                  <a:pt x="3268308" y="113097"/>
                </a:lnTo>
                <a:lnTo>
                  <a:pt x="3268314" y="113108"/>
                </a:lnTo>
                <a:lnTo>
                  <a:pt x="3268321" y="113119"/>
                </a:lnTo>
                <a:lnTo>
                  <a:pt x="3268327" y="113129"/>
                </a:lnTo>
                <a:lnTo>
                  <a:pt x="3268333" y="113140"/>
                </a:lnTo>
                <a:lnTo>
                  <a:pt x="3268339" y="113149"/>
                </a:lnTo>
                <a:lnTo>
                  <a:pt x="3268344" y="113159"/>
                </a:lnTo>
                <a:lnTo>
                  <a:pt x="3268350" y="113168"/>
                </a:lnTo>
                <a:lnTo>
                  <a:pt x="3268355" y="113177"/>
                </a:lnTo>
                <a:lnTo>
                  <a:pt x="3268360" y="113185"/>
                </a:lnTo>
                <a:lnTo>
                  <a:pt x="3268365" y="113194"/>
                </a:lnTo>
                <a:lnTo>
                  <a:pt x="3268370" y="113202"/>
                </a:lnTo>
                <a:lnTo>
                  <a:pt x="3268374" y="113209"/>
                </a:lnTo>
                <a:lnTo>
                  <a:pt x="3268379" y="113217"/>
                </a:lnTo>
                <a:lnTo>
                  <a:pt x="3268383" y="113224"/>
                </a:lnTo>
                <a:lnTo>
                  <a:pt x="3268387" y="113231"/>
                </a:lnTo>
                <a:lnTo>
                  <a:pt x="3268391" y="113237"/>
                </a:lnTo>
                <a:lnTo>
                  <a:pt x="3268395" y="113244"/>
                </a:lnTo>
                <a:lnTo>
                  <a:pt x="3268398" y="113250"/>
                </a:lnTo>
                <a:lnTo>
                  <a:pt x="3268402" y="113256"/>
                </a:lnTo>
                <a:lnTo>
                  <a:pt x="3268406" y="113262"/>
                </a:lnTo>
                <a:lnTo>
                  <a:pt x="3268409" y="113268"/>
                </a:lnTo>
                <a:lnTo>
                  <a:pt x="3268412" y="113273"/>
                </a:lnTo>
                <a:lnTo>
                  <a:pt x="3268415" y="113278"/>
                </a:lnTo>
                <a:lnTo>
                  <a:pt x="3268418" y="113284"/>
                </a:lnTo>
                <a:lnTo>
                  <a:pt x="3268421" y="113288"/>
                </a:lnTo>
                <a:lnTo>
                  <a:pt x="3268424" y="113293"/>
                </a:lnTo>
                <a:lnTo>
                  <a:pt x="3268427" y="113298"/>
                </a:lnTo>
                <a:lnTo>
                  <a:pt x="3268429" y="113302"/>
                </a:lnTo>
                <a:lnTo>
                  <a:pt x="3268432" y="113306"/>
                </a:lnTo>
                <a:lnTo>
                  <a:pt x="3268434" y="113311"/>
                </a:lnTo>
                <a:lnTo>
                  <a:pt x="3268437" y="113315"/>
                </a:lnTo>
                <a:lnTo>
                  <a:pt x="3268439" y="113318"/>
                </a:lnTo>
                <a:lnTo>
                  <a:pt x="3268441" y="113322"/>
                </a:lnTo>
                <a:lnTo>
                  <a:pt x="3268443" y="113326"/>
                </a:lnTo>
                <a:lnTo>
                  <a:pt x="3268445" y="113329"/>
                </a:lnTo>
                <a:lnTo>
                  <a:pt x="3268447" y="113333"/>
                </a:lnTo>
                <a:lnTo>
                  <a:pt x="3268449" y="113336"/>
                </a:lnTo>
                <a:lnTo>
                  <a:pt x="3268451" y="113339"/>
                </a:lnTo>
                <a:lnTo>
                  <a:pt x="3268453" y="113342"/>
                </a:lnTo>
                <a:lnTo>
                  <a:pt x="3268455" y="113345"/>
                </a:lnTo>
                <a:lnTo>
                  <a:pt x="3268456" y="113348"/>
                </a:lnTo>
                <a:lnTo>
                  <a:pt x="3268458" y="113350"/>
                </a:lnTo>
                <a:lnTo>
                  <a:pt x="3268459" y="113353"/>
                </a:lnTo>
                <a:lnTo>
                  <a:pt x="3268461" y="113356"/>
                </a:lnTo>
                <a:lnTo>
                  <a:pt x="3268462" y="113358"/>
                </a:lnTo>
                <a:lnTo>
                  <a:pt x="3268464" y="113360"/>
                </a:lnTo>
                <a:lnTo>
                  <a:pt x="3268465" y="113363"/>
                </a:lnTo>
                <a:lnTo>
                  <a:pt x="3268466" y="113365"/>
                </a:lnTo>
                <a:lnTo>
                  <a:pt x="3268468" y="113367"/>
                </a:lnTo>
                <a:lnTo>
                  <a:pt x="3268469" y="113369"/>
                </a:lnTo>
                <a:lnTo>
                  <a:pt x="3268470" y="113371"/>
                </a:lnTo>
                <a:lnTo>
                  <a:pt x="3268471" y="113359"/>
                </a:lnTo>
                <a:lnTo>
                  <a:pt x="3268472" y="113362"/>
                </a:lnTo>
                <a:lnTo>
                  <a:pt x="3268473" y="113364"/>
                </a:lnTo>
                <a:lnTo>
                  <a:pt x="3268474" y="113366"/>
                </a:lnTo>
                <a:lnTo>
                  <a:pt x="3268475" y="113368"/>
                </a:lnTo>
                <a:lnTo>
                  <a:pt x="3268476" y="113370"/>
                </a:lnTo>
                <a:lnTo>
                  <a:pt x="3268477" y="113372"/>
                </a:lnTo>
                <a:lnTo>
                  <a:pt x="3268478" y="113374"/>
                </a:lnTo>
                <a:lnTo>
                  <a:pt x="3268479" y="113376"/>
                </a:lnTo>
                <a:lnTo>
                  <a:pt x="3268480" y="113378"/>
                </a:lnTo>
                <a:lnTo>
                  <a:pt x="3268481" y="113379"/>
                </a:lnTo>
                <a:lnTo>
                  <a:pt x="3268481" y="113381"/>
                </a:lnTo>
                <a:lnTo>
                  <a:pt x="3268482" y="113383"/>
                </a:lnTo>
                <a:lnTo>
                  <a:pt x="3268483" y="113384"/>
                </a:lnTo>
                <a:lnTo>
                  <a:pt x="3268484" y="113386"/>
                </a:lnTo>
                <a:lnTo>
                  <a:pt x="3268484" y="113387"/>
                </a:lnTo>
                <a:lnTo>
                  <a:pt x="3268485" y="113389"/>
                </a:lnTo>
                <a:lnTo>
                  <a:pt x="3268486" y="113390"/>
                </a:lnTo>
                <a:lnTo>
                  <a:pt x="3268486" y="113391"/>
                </a:lnTo>
                <a:lnTo>
                  <a:pt x="3268487" y="113392"/>
                </a:lnTo>
                <a:lnTo>
                  <a:pt x="3268487" y="113394"/>
                </a:lnTo>
                <a:lnTo>
                  <a:pt x="3268488" y="113395"/>
                </a:lnTo>
                <a:lnTo>
                  <a:pt x="3268489" y="113396"/>
                </a:lnTo>
                <a:lnTo>
                  <a:pt x="3268489" y="113397"/>
                </a:lnTo>
                <a:lnTo>
                  <a:pt x="3268490" y="113398"/>
                </a:lnTo>
                <a:lnTo>
                  <a:pt x="3268490" y="113399"/>
                </a:lnTo>
                <a:lnTo>
                  <a:pt x="3268490" y="113400"/>
                </a:lnTo>
                <a:lnTo>
                  <a:pt x="3268491" y="113401"/>
                </a:lnTo>
                <a:lnTo>
                  <a:pt x="3268491" y="113402"/>
                </a:lnTo>
                <a:lnTo>
                  <a:pt x="3268492" y="113403"/>
                </a:lnTo>
                <a:lnTo>
                  <a:pt x="3268492" y="113404"/>
                </a:lnTo>
                <a:lnTo>
                  <a:pt x="3268493" y="113404"/>
                </a:lnTo>
                <a:lnTo>
                  <a:pt x="3268493" y="113405"/>
                </a:lnTo>
                <a:lnTo>
                  <a:pt x="3268493" y="113406"/>
                </a:lnTo>
                <a:lnTo>
                  <a:pt x="3268494" y="113407"/>
                </a:lnTo>
                <a:lnTo>
                  <a:pt x="3268494" y="113408"/>
                </a:lnTo>
                <a:lnTo>
                  <a:pt x="3268494" y="113408"/>
                </a:lnTo>
                <a:lnTo>
                  <a:pt x="3268495" y="113409"/>
                </a:lnTo>
                <a:lnTo>
                  <a:pt x="3268495" y="113410"/>
                </a:lnTo>
                <a:lnTo>
                  <a:pt x="3268495" y="113410"/>
                </a:lnTo>
                <a:lnTo>
                  <a:pt x="3268496" y="113411"/>
                </a:lnTo>
                <a:lnTo>
                  <a:pt x="3268496" y="113411"/>
                </a:lnTo>
                <a:lnTo>
                  <a:pt x="3268496" y="113412"/>
                </a:lnTo>
                <a:lnTo>
                  <a:pt x="3268496" y="113412"/>
                </a:lnTo>
                <a:lnTo>
                  <a:pt x="3268497" y="113413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5"/>
                </a:lnTo>
                <a:lnTo>
                  <a:pt x="3268498" y="113415"/>
                </a:lnTo>
                <a:lnTo>
                  <a:pt x="3268498" y="113416"/>
                </a:lnTo>
                <a:lnTo>
                  <a:pt x="3268498" y="113416"/>
                </a:lnTo>
                <a:lnTo>
                  <a:pt x="3268498" y="113417"/>
                </a:lnTo>
                <a:lnTo>
                  <a:pt x="3268498" y="113417"/>
                </a:lnTo>
                <a:lnTo>
                  <a:pt x="3268499" y="113417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9"/>
                </a:lnTo>
                <a:lnTo>
                  <a:pt x="3268499" y="113419"/>
                </a:lnTo>
                <a:lnTo>
                  <a:pt x="3268500" y="113419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1" y="113421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2" y="113423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3" name="zero.Sample-4-4.segment0">
            <a:extLst xmlns:a="http://schemas.openxmlformats.org/drawingml/2006/main">
              <a:ext uri="{FF2B5EF4-FFF2-40B4-BE49-F238E27FC236}">
                <a16:creationId xmlns:a16="http://schemas.microsoft.com/office/drawing/2014/main" id="{FFD05ECA-E9EE-4165-9EBB-1729D9229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439078" cy="2023141"/>
          </a:xfrm>
          <a:custGeom xmlns:a="http://schemas.openxmlformats.org/drawingml/2006/main">
            <a:pathLst>
              <a:path w="2439078" h="2023141">
                <a:moveTo>
                  <a:pt x="0" y="2013728"/>
                </a:moveTo>
                <a:lnTo>
                  <a:pt x="93262" y="2014734"/>
                </a:lnTo>
                <a:lnTo>
                  <a:pt x="183353" y="2015730"/>
                </a:lnTo>
                <a:lnTo>
                  <a:pt x="270381" y="2016708"/>
                </a:lnTo>
                <a:lnTo>
                  <a:pt x="354449" y="2017661"/>
                </a:lnTo>
                <a:lnTo>
                  <a:pt x="435658" y="2018579"/>
                </a:lnTo>
                <a:lnTo>
                  <a:pt x="514106" y="2019452"/>
                </a:lnTo>
                <a:lnTo>
                  <a:pt x="589886" y="2020269"/>
                </a:lnTo>
                <a:lnTo>
                  <a:pt x="663090" y="2021016"/>
                </a:lnTo>
                <a:lnTo>
                  <a:pt x="733804" y="2021679"/>
                </a:lnTo>
                <a:lnTo>
                  <a:pt x="802113" y="2022242"/>
                </a:lnTo>
                <a:lnTo>
                  <a:pt x="868100" y="2022686"/>
                </a:lnTo>
                <a:lnTo>
                  <a:pt x="931843" y="2022993"/>
                </a:lnTo>
                <a:lnTo>
                  <a:pt x="993418" y="2023141"/>
                </a:lnTo>
                <a:lnTo>
                  <a:pt x="1052899" y="2023104"/>
                </a:lnTo>
                <a:lnTo>
                  <a:pt x="1110358" y="2022857"/>
                </a:lnTo>
                <a:lnTo>
                  <a:pt x="1165863" y="2022371"/>
                </a:lnTo>
                <a:lnTo>
                  <a:pt x="1219480" y="2021614"/>
                </a:lnTo>
                <a:lnTo>
                  <a:pt x="1271274" y="2020551"/>
                </a:lnTo>
                <a:lnTo>
                  <a:pt x="1321307" y="2019144"/>
                </a:lnTo>
                <a:lnTo>
                  <a:pt x="1369639" y="2017351"/>
                </a:lnTo>
                <a:lnTo>
                  <a:pt x="1416327" y="2015127"/>
                </a:lnTo>
                <a:lnTo>
                  <a:pt x="1461427" y="2012424"/>
                </a:lnTo>
                <a:lnTo>
                  <a:pt x="1504994" y="2009188"/>
                </a:lnTo>
                <a:lnTo>
                  <a:pt x="1547079" y="2005362"/>
                </a:lnTo>
                <a:lnTo>
                  <a:pt x="1587733" y="2000883"/>
                </a:lnTo>
                <a:lnTo>
                  <a:pt x="1627005" y="1995685"/>
                </a:lnTo>
                <a:lnTo>
                  <a:pt x="1664942" y="1989696"/>
                </a:lnTo>
                <a:lnTo>
                  <a:pt x="1683960" y="1986280"/>
                </a:lnTo>
                <a:lnTo>
                  <a:pt x="1701588" y="1982838"/>
                </a:lnTo>
                <a:lnTo>
                  <a:pt x="1736988" y="1975027"/>
                </a:lnTo>
                <a:lnTo>
                  <a:pt x="1771184" y="1966176"/>
                </a:lnTo>
                <a:lnTo>
                  <a:pt x="1804218" y="1956188"/>
                </a:lnTo>
                <a:lnTo>
                  <a:pt x="1836128" y="1944962"/>
                </a:lnTo>
                <a:lnTo>
                  <a:pt x="1866953" y="1932391"/>
                </a:lnTo>
                <a:lnTo>
                  <a:pt x="1896730" y="1918358"/>
                </a:lnTo>
                <a:lnTo>
                  <a:pt x="1925495" y="1902741"/>
                </a:lnTo>
                <a:lnTo>
                  <a:pt x="1953281" y="1885413"/>
                </a:lnTo>
                <a:lnTo>
                  <a:pt x="1980122" y="1866235"/>
                </a:lnTo>
                <a:lnTo>
                  <a:pt x="2006051" y="1845064"/>
                </a:lnTo>
                <a:lnTo>
                  <a:pt x="2031098" y="1821747"/>
                </a:lnTo>
                <a:lnTo>
                  <a:pt x="2055293" y="1796126"/>
                </a:lnTo>
                <a:lnTo>
                  <a:pt x="2078666" y="1768032"/>
                </a:lnTo>
                <a:lnTo>
                  <a:pt x="2101243" y="1737290"/>
                </a:lnTo>
                <a:lnTo>
                  <a:pt x="2123053" y="1703717"/>
                </a:lnTo>
                <a:lnTo>
                  <a:pt x="2144121" y="1667123"/>
                </a:lnTo>
                <a:lnTo>
                  <a:pt x="2164473" y="1627307"/>
                </a:lnTo>
                <a:lnTo>
                  <a:pt x="2184133" y="1584065"/>
                </a:lnTo>
                <a:lnTo>
                  <a:pt x="2203124" y="1537182"/>
                </a:lnTo>
                <a:lnTo>
                  <a:pt x="2221470" y="1486437"/>
                </a:lnTo>
                <a:lnTo>
                  <a:pt x="2239192" y="1431601"/>
                </a:lnTo>
                <a:lnTo>
                  <a:pt x="2247968" y="1402080"/>
                </a:lnTo>
                <a:lnTo>
                  <a:pt x="2256311" y="1372439"/>
                </a:lnTo>
                <a:lnTo>
                  <a:pt x="2272848" y="1308709"/>
                </a:lnTo>
                <a:lnTo>
                  <a:pt x="2288822" y="1240163"/>
                </a:lnTo>
                <a:lnTo>
                  <a:pt x="2304253" y="1166548"/>
                </a:lnTo>
                <a:lnTo>
                  <a:pt x="2319160" y="1087603"/>
                </a:lnTo>
                <a:lnTo>
                  <a:pt x="2333560" y="1003064"/>
                </a:lnTo>
                <a:lnTo>
                  <a:pt x="2347470" y="912661"/>
                </a:lnTo>
                <a:lnTo>
                  <a:pt x="2360907" y="816123"/>
                </a:lnTo>
                <a:lnTo>
                  <a:pt x="2373887" y="713173"/>
                </a:lnTo>
                <a:lnTo>
                  <a:pt x="2386426" y="603532"/>
                </a:lnTo>
                <a:lnTo>
                  <a:pt x="2398538" y="486919"/>
                </a:lnTo>
                <a:lnTo>
                  <a:pt x="2410239" y="363053"/>
                </a:lnTo>
                <a:lnTo>
                  <a:pt x="2421541" y="231653"/>
                </a:lnTo>
                <a:lnTo>
                  <a:pt x="2432460" y="92438"/>
                </a:lnTo>
                <a:lnTo>
                  <a:pt x="2439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4" name="zero.Sample-4-5.segment0">
            <a:extLst xmlns:a="http://schemas.openxmlformats.org/drawingml/2006/main">
              <a:ext uri="{FF2B5EF4-FFF2-40B4-BE49-F238E27FC236}">
                <a16:creationId xmlns:a16="http://schemas.microsoft.com/office/drawing/2014/main" id="{E93D81CE-D9B5-4C60-958E-27482892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3296098" cy="2188765"/>
          </a:xfrm>
          <a:custGeom xmlns:a="http://schemas.openxmlformats.org/drawingml/2006/main">
            <a:pathLst>
              <a:path w="3296098" h="2188765">
                <a:moveTo>
                  <a:pt x="0" y="2021291"/>
                </a:moveTo>
                <a:lnTo>
                  <a:pt x="117039" y="2023250"/>
                </a:lnTo>
                <a:lnTo>
                  <a:pt x="230098" y="2025302"/>
                </a:lnTo>
                <a:lnTo>
                  <a:pt x="339312" y="2027450"/>
                </a:lnTo>
                <a:lnTo>
                  <a:pt x="444813" y="2029696"/>
                </a:lnTo>
                <a:lnTo>
                  <a:pt x="546726" y="2032043"/>
                </a:lnTo>
                <a:lnTo>
                  <a:pt x="645173" y="2034494"/>
                </a:lnTo>
                <a:lnTo>
                  <a:pt x="740273" y="2037051"/>
                </a:lnTo>
                <a:lnTo>
                  <a:pt x="832139" y="2039717"/>
                </a:lnTo>
                <a:lnTo>
                  <a:pt x="920881" y="2042493"/>
                </a:lnTo>
                <a:lnTo>
                  <a:pt x="1006606" y="2045382"/>
                </a:lnTo>
                <a:lnTo>
                  <a:pt x="1089415" y="2048385"/>
                </a:lnTo>
                <a:lnTo>
                  <a:pt x="1169408" y="2051503"/>
                </a:lnTo>
                <a:lnTo>
                  <a:pt x="1246682" y="2054739"/>
                </a:lnTo>
                <a:lnTo>
                  <a:pt x="1321327" y="2058091"/>
                </a:lnTo>
                <a:lnTo>
                  <a:pt x="1393435" y="2061562"/>
                </a:lnTo>
                <a:lnTo>
                  <a:pt x="1463090" y="2065150"/>
                </a:lnTo>
                <a:lnTo>
                  <a:pt x="1530377" y="2068854"/>
                </a:lnTo>
                <a:lnTo>
                  <a:pt x="1595375" y="2072674"/>
                </a:lnTo>
                <a:lnTo>
                  <a:pt x="1658164" y="2076608"/>
                </a:lnTo>
                <a:lnTo>
                  <a:pt x="1718817" y="2080653"/>
                </a:lnTo>
                <a:lnTo>
                  <a:pt x="1777408" y="2084806"/>
                </a:lnTo>
                <a:lnTo>
                  <a:pt x="1834006" y="2089063"/>
                </a:lnTo>
                <a:lnTo>
                  <a:pt x="1888680" y="2093418"/>
                </a:lnTo>
                <a:lnTo>
                  <a:pt x="1941495" y="2097865"/>
                </a:lnTo>
                <a:lnTo>
                  <a:pt x="1992513" y="2102398"/>
                </a:lnTo>
                <a:lnTo>
                  <a:pt x="2041797" y="2107008"/>
                </a:lnTo>
                <a:lnTo>
                  <a:pt x="2089405" y="2111685"/>
                </a:lnTo>
                <a:lnTo>
                  <a:pt x="2135394" y="2116419"/>
                </a:lnTo>
                <a:lnTo>
                  <a:pt x="2179819" y="2121197"/>
                </a:lnTo>
                <a:lnTo>
                  <a:pt x="2222733" y="2126005"/>
                </a:lnTo>
                <a:lnTo>
                  <a:pt x="2264189" y="2130827"/>
                </a:lnTo>
                <a:lnTo>
                  <a:pt x="2304234" y="2135645"/>
                </a:lnTo>
                <a:lnTo>
                  <a:pt x="2342918" y="2140441"/>
                </a:lnTo>
                <a:lnTo>
                  <a:pt x="2380286" y="2145193"/>
                </a:lnTo>
                <a:lnTo>
                  <a:pt x="2416384" y="2149876"/>
                </a:lnTo>
                <a:lnTo>
                  <a:pt x="2451254" y="2154465"/>
                </a:lnTo>
                <a:lnTo>
                  <a:pt x="2484938" y="2158930"/>
                </a:lnTo>
                <a:lnTo>
                  <a:pt x="2517477" y="2163241"/>
                </a:lnTo>
                <a:lnTo>
                  <a:pt x="2548910" y="2167364"/>
                </a:lnTo>
                <a:lnTo>
                  <a:pt x="2579273" y="2171261"/>
                </a:lnTo>
                <a:lnTo>
                  <a:pt x="2608604" y="2174891"/>
                </a:lnTo>
                <a:lnTo>
                  <a:pt x="2636938" y="2178213"/>
                </a:lnTo>
                <a:lnTo>
                  <a:pt x="2664308" y="2181178"/>
                </a:lnTo>
                <a:lnTo>
                  <a:pt x="2690748" y="2183737"/>
                </a:lnTo>
                <a:lnTo>
                  <a:pt x="2716288" y="2185835"/>
                </a:lnTo>
                <a:lnTo>
                  <a:pt x="2740960" y="2187414"/>
                </a:lnTo>
                <a:lnTo>
                  <a:pt x="2764793" y="2188412"/>
                </a:lnTo>
                <a:lnTo>
                  <a:pt x="2787816" y="2188765"/>
                </a:lnTo>
                <a:lnTo>
                  <a:pt x="2810055" y="2188400"/>
                </a:lnTo>
                <a:lnTo>
                  <a:pt x="2831539" y="2187245"/>
                </a:lnTo>
                <a:lnTo>
                  <a:pt x="2852292" y="2185220"/>
                </a:lnTo>
                <a:lnTo>
                  <a:pt x="2872339" y="2182241"/>
                </a:lnTo>
                <a:lnTo>
                  <a:pt x="2891704" y="2178222"/>
                </a:lnTo>
                <a:lnTo>
                  <a:pt x="2910411" y="2173069"/>
                </a:lnTo>
                <a:lnTo>
                  <a:pt x="2928482" y="2166687"/>
                </a:lnTo>
                <a:lnTo>
                  <a:pt x="2945938" y="2158973"/>
                </a:lnTo>
                <a:lnTo>
                  <a:pt x="2962801" y="2149821"/>
                </a:lnTo>
                <a:lnTo>
                  <a:pt x="2979090" y="2139123"/>
                </a:lnTo>
                <a:lnTo>
                  <a:pt x="2994826" y="2126762"/>
                </a:lnTo>
                <a:lnTo>
                  <a:pt x="3010026" y="2112620"/>
                </a:lnTo>
                <a:lnTo>
                  <a:pt x="3024709" y="2096575"/>
                </a:lnTo>
                <a:lnTo>
                  <a:pt x="3038894" y="2078500"/>
                </a:lnTo>
                <a:lnTo>
                  <a:pt x="3052595" y="2058265"/>
                </a:lnTo>
                <a:lnTo>
                  <a:pt x="3065831" y="2035735"/>
                </a:lnTo>
                <a:lnTo>
                  <a:pt x="3078617" y="2010776"/>
                </a:lnTo>
                <a:lnTo>
                  <a:pt x="3089683" y="1986280"/>
                </a:lnTo>
                <a:lnTo>
                  <a:pt x="3090968" y="1983247"/>
                </a:lnTo>
                <a:lnTo>
                  <a:pt x="3102899" y="1953007"/>
                </a:lnTo>
                <a:lnTo>
                  <a:pt x="3114424" y="1919912"/>
                </a:lnTo>
                <a:lnTo>
                  <a:pt x="3125558" y="1883818"/>
                </a:lnTo>
                <a:lnTo>
                  <a:pt x="3136312" y="1844579"/>
                </a:lnTo>
                <a:lnTo>
                  <a:pt x="3146702" y="1802047"/>
                </a:lnTo>
                <a:lnTo>
                  <a:pt x="3156737" y="1756077"/>
                </a:lnTo>
                <a:lnTo>
                  <a:pt x="3166432" y="1706522"/>
                </a:lnTo>
                <a:lnTo>
                  <a:pt x="3175797" y="1653237"/>
                </a:lnTo>
                <a:lnTo>
                  <a:pt x="3184843" y="1596079"/>
                </a:lnTo>
                <a:lnTo>
                  <a:pt x="3193582" y="1534908"/>
                </a:lnTo>
                <a:lnTo>
                  <a:pt x="3202024" y="1469584"/>
                </a:lnTo>
                <a:lnTo>
                  <a:pt x="3209943" y="1402080"/>
                </a:lnTo>
                <a:lnTo>
                  <a:pt x="3210178" y="1399975"/>
                </a:lnTo>
                <a:lnTo>
                  <a:pt x="3218055" y="1325950"/>
                </a:lnTo>
                <a:lnTo>
                  <a:pt x="3225665" y="1247385"/>
                </a:lnTo>
                <a:lnTo>
                  <a:pt x="3233016" y="1164161"/>
                </a:lnTo>
                <a:lnTo>
                  <a:pt x="3240116" y="1076167"/>
                </a:lnTo>
                <a:lnTo>
                  <a:pt x="3246975" y="983299"/>
                </a:lnTo>
                <a:lnTo>
                  <a:pt x="3253601" y="885462"/>
                </a:lnTo>
                <a:lnTo>
                  <a:pt x="3260002" y="782571"/>
                </a:lnTo>
                <a:lnTo>
                  <a:pt x="3266185" y="674553"/>
                </a:lnTo>
                <a:lnTo>
                  <a:pt x="3272158" y="561344"/>
                </a:lnTo>
                <a:lnTo>
                  <a:pt x="3277928" y="442898"/>
                </a:lnTo>
                <a:lnTo>
                  <a:pt x="3283501" y="319181"/>
                </a:lnTo>
                <a:lnTo>
                  <a:pt x="3288885" y="190175"/>
                </a:lnTo>
                <a:lnTo>
                  <a:pt x="3294086" y="55882"/>
                </a:lnTo>
                <a:lnTo>
                  <a:pt x="3296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5" name="zero.Sample-5-1.segment0">
            <a:extLst xmlns:a="http://schemas.openxmlformats.org/drawingml/2006/main">
              <a:ext uri="{FF2B5EF4-FFF2-40B4-BE49-F238E27FC236}">
                <a16:creationId xmlns:a16="http://schemas.microsoft.com/office/drawing/2014/main" id="{85750A00-44E1-4DE2-B6ED-1473FC9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3312749" cy="1963217"/>
          </a:xfrm>
          <a:custGeom xmlns:a="http://schemas.openxmlformats.org/drawingml/2006/main">
            <a:pathLst>
              <a:path w="3312749" h="1963217">
                <a:moveTo>
                  <a:pt x="0" y="1963217"/>
                </a:moveTo>
                <a:lnTo>
                  <a:pt x="121599" y="1961668"/>
                </a:lnTo>
                <a:lnTo>
                  <a:pt x="239064" y="1960018"/>
                </a:lnTo>
                <a:lnTo>
                  <a:pt x="352534" y="1958262"/>
                </a:lnTo>
                <a:lnTo>
                  <a:pt x="462145" y="1956393"/>
                </a:lnTo>
                <a:lnTo>
                  <a:pt x="568029" y="1954404"/>
                </a:lnTo>
                <a:lnTo>
                  <a:pt x="670313" y="1952288"/>
                </a:lnTo>
                <a:lnTo>
                  <a:pt x="769119" y="1950037"/>
                </a:lnTo>
                <a:lnTo>
                  <a:pt x="864564" y="1947642"/>
                </a:lnTo>
                <a:lnTo>
                  <a:pt x="956764" y="1945097"/>
                </a:lnTo>
                <a:lnTo>
                  <a:pt x="1045829" y="1942390"/>
                </a:lnTo>
                <a:lnTo>
                  <a:pt x="1131865" y="1939513"/>
                </a:lnTo>
                <a:lnTo>
                  <a:pt x="1214976" y="1936456"/>
                </a:lnTo>
                <a:lnTo>
                  <a:pt x="1295260" y="1933207"/>
                </a:lnTo>
                <a:lnTo>
                  <a:pt x="1372814" y="1929756"/>
                </a:lnTo>
                <a:lnTo>
                  <a:pt x="1447731" y="1926091"/>
                </a:lnTo>
                <a:lnTo>
                  <a:pt x="1520101" y="1922199"/>
                </a:lnTo>
                <a:lnTo>
                  <a:pt x="1590009" y="1918067"/>
                </a:lnTo>
                <a:lnTo>
                  <a:pt x="1657541" y="1913680"/>
                </a:lnTo>
                <a:lnTo>
                  <a:pt x="1722776" y="1909025"/>
                </a:lnTo>
                <a:lnTo>
                  <a:pt x="1785792" y="1904085"/>
                </a:lnTo>
                <a:lnTo>
                  <a:pt x="1846666" y="1898844"/>
                </a:lnTo>
                <a:lnTo>
                  <a:pt x="1905470" y="1893285"/>
                </a:lnTo>
                <a:lnTo>
                  <a:pt x="1962274" y="1887389"/>
                </a:lnTo>
                <a:lnTo>
                  <a:pt x="2017147" y="1881138"/>
                </a:lnTo>
                <a:lnTo>
                  <a:pt x="2070153" y="1874510"/>
                </a:lnTo>
                <a:lnTo>
                  <a:pt x="2121357" y="1867486"/>
                </a:lnTo>
                <a:lnTo>
                  <a:pt x="2170820" y="1860041"/>
                </a:lnTo>
                <a:lnTo>
                  <a:pt x="2218601" y="1852153"/>
                </a:lnTo>
                <a:lnTo>
                  <a:pt x="2264758" y="1843796"/>
                </a:lnTo>
                <a:lnTo>
                  <a:pt x="2309344" y="1834944"/>
                </a:lnTo>
                <a:lnTo>
                  <a:pt x="2352415" y="1825570"/>
                </a:lnTo>
                <a:lnTo>
                  <a:pt x="2394021" y="1815643"/>
                </a:lnTo>
                <a:lnTo>
                  <a:pt x="2434212" y="1805134"/>
                </a:lnTo>
                <a:lnTo>
                  <a:pt x="2473036" y="1794009"/>
                </a:lnTo>
                <a:lnTo>
                  <a:pt x="2510540" y="1782235"/>
                </a:lnTo>
                <a:lnTo>
                  <a:pt x="2546769" y="1769775"/>
                </a:lnTo>
                <a:lnTo>
                  <a:pt x="2581766" y="1756593"/>
                </a:lnTo>
                <a:lnTo>
                  <a:pt x="2615573" y="1742647"/>
                </a:lnTo>
                <a:lnTo>
                  <a:pt x="2648230" y="1727896"/>
                </a:lnTo>
                <a:lnTo>
                  <a:pt x="2679777" y="1712295"/>
                </a:lnTo>
                <a:lnTo>
                  <a:pt x="2710251" y="1695799"/>
                </a:lnTo>
                <a:lnTo>
                  <a:pt x="2739689" y="1678358"/>
                </a:lnTo>
                <a:lnTo>
                  <a:pt x="2768126" y="1659920"/>
                </a:lnTo>
                <a:lnTo>
                  <a:pt x="2795595" y="1640432"/>
                </a:lnTo>
                <a:lnTo>
                  <a:pt x="2822131" y="1619836"/>
                </a:lnTo>
                <a:lnTo>
                  <a:pt x="2847764" y="1598073"/>
                </a:lnTo>
                <a:lnTo>
                  <a:pt x="2872526" y="1575079"/>
                </a:lnTo>
                <a:lnTo>
                  <a:pt x="2896445" y="1550788"/>
                </a:lnTo>
                <a:lnTo>
                  <a:pt x="2919552" y="1525131"/>
                </a:lnTo>
                <a:lnTo>
                  <a:pt x="2941872" y="1498033"/>
                </a:lnTo>
                <a:lnTo>
                  <a:pt x="2963434" y="1469419"/>
                </a:lnTo>
                <a:lnTo>
                  <a:pt x="2984262" y="1439206"/>
                </a:lnTo>
                <a:lnTo>
                  <a:pt x="3004382" y="1407311"/>
                </a:lnTo>
                <a:lnTo>
                  <a:pt x="3007517" y="1402080"/>
                </a:lnTo>
                <a:lnTo>
                  <a:pt x="3023818" y="1373643"/>
                </a:lnTo>
                <a:lnTo>
                  <a:pt x="3042593" y="1338110"/>
                </a:lnTo>
                <a:lnTo>
                  <a:pt x="3060729" y="1300612"/>
                </a:lnTo>
                <a:lnTo>
                  <a:pt x="3078249" y="1261048"/>
                </a:lnTo>
                <a:lnTo>
                  <a:pt x="3095173" y="1219308"/>
                </a:lnTo>
                <a:lnTo>
                  <a:pt x="3111522" y="1175279"/>
                </a:lnTo>
                <a:lnTo>
                  <a:pt x="3127314" y="1128844"/>
                </a:lnTo>
                <a:lnTo>
                  <a:pt x="3142570" y="1079877"/>
                </a:lnTo>
                <a:lnTo>
                  <a:pt x="3157307" y="1028249"/>
                </a:lnTo>
                <a:lnTo>
                  <a:pt x="3171543" y="973823"/>
                </a:lnTo>
                <a:lnTo>
                  <a:pt x="3185294" y="916459"/>
                </a:lnTo>
                <a:lnTo>
                  <a:pt x="3198578" y="856007"/>
                </a:lnTo>
                <a:lnTo>
                  <a:pt x="3211410" y="792314"/>
                </a:lnTo>
                <a:lnTo>
                  <a:pt x="3223806" y="725218"/>
                </a:lnTo>
                <a:lnTo>
                  <a:pt x="3235781" y="654551"/>
                </a:lnTo>
                <a:lnTo>
                  <a:pt x="3247348" y="580140"/>
                </a:lnTo>
                <a:lnTo>
                  <a:pt x="3258522" y="501804"/>
                </a:lnTo>
                <a:lnTo>
                  <a:pt x="3269316" y="419355"/>
                </a:lnTo>
                <a:lnTo>
                  <a:pt x="3279743" y="332598"/>
                </a:lnTo>
                <a:lnTo>
                  <a:pt x="3289815" y="241334"/>
                </a:lnTo>
                <a:lnTo>
                  <a:pt x="3299545" y="145355"/>
                </a:lnTo>
                <a:lnTo>
                  <a:pt x="3308944" y="44450"/>
                </a:lnTo>
                <a:lnTo>
                  <a:pt x="3312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6" name="zero.Sample-5-2.segment0">
            <a:extLst xmlns:a="http://schemas.openxmlformats.org/drawingml/2006/main">
              <a:ext uri="{FF2B5EF4-FFF2-40B4-BE49-F238E27FC236}">
                <a16:creationId xmlns:a16="http://schemas.microsoft.com/office/drawing/2014/main" id="{72C21957-4D92-453D-A570-59223AA1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357242" cy="1850821"/>
          </a:xfrm>
          <a:custGeom xmlns:a="http://schemas.openxmlformats.org/drawingml/2006/main">
            <a:pathLst>
              <a:path w="2357242" h="1850821">
                <a:moveTo>
                  <a:pt x="0" y="1850821"/>
                </a:moveTo>
                <a:lnTo>
                  <a:pt x="96176" y="1842799"/>
                </a:lnTo>
                <a:lnTo>
                  <a:pt x="189082" y="1834334"/>
                </a:lnTo>
                <a:lnTo>
                  <a:pt x="278829" y="1825404"/>
                </a:lnTo>
                <a:lnTo>
                  <a:pt x="365524" y="1815987"/>
                </a:lnTo>
                <a:lnTo>
                  <a:pt x="449271" y="1806058"/>
                </a:lnTo>
                <a:lnTo>
                  <a:pt x="530170" y="1795592"/>
                </a:lnTo>
                <a:lnTo>
                  <a:pt x="608318" y="1784563"/>
                </a:lnTo>
                <a:lnTo>
                  <a:pt x="683809" y="1772943"/>
                </a:lnTo>
                <a:lnTo>
                  <a:pt x="756732" y="1760704"/>
                </a:lnTo>
                <a:lnTo>
                  <a:pt x="827176" y="1747815"/>
                </a:lnTo>
                <a:lnTo>
                  <a:pt x="895224" y="1734246"/>
                </a:lnTo>
                <a:lnTo>
                  <a:pt x="960959" y="1719963"/>
                </a:lnTo>
                <a:lnTo>
                  <a:pt x="1024458" y="1704934"/>
                </a:lnTo>
                <a:lnTo>
                  <a:pt x="1085798" y="1689122"/>
                </a:lnTo>
                <a:lnTo>
                  <a:pt x="1145052" y="1672491"/>
                </a:lnTo>
                <a:lnTo>
                  <a:pt x="1202291" y="1655002"/>
                </a:lnTo>
                <a:lnTo>
                  <a:pt x="1257584" y="1636617"/>
                </a:lnTo>
                <a:lnTo>
                  <a:pt x="1310996" y="1617292"/>
                </a:lnTo>
                <a:lnTo>
                  <a:pt x="1362593" y="1596986"/>
                </a:lnTo>
                <a:lnTo>
                  <a:pt x="1412434" y="1575653"/>
                </a:lnTo>
                <a:lnTo>
                  <a:pt x="1460581" y="1553247"/>
                </a:lnTo>
                <a:lnTo>
                  <a:pt x="1507091" y="1529720"/>
                </a:lnTo>
                <a:lnTo>
                  <a:pt x="1552019" y="1505020"/>
                </a:lnTo>
                <a:lnTo>
                  <a:pt x="1595419" y="1479097"/>
                </a:lnTo>
                <a:lnTo>
                  <a:pt x="1637343" y="1451895"/>
                </a:lnTo>
                <a:lnTo>
                  <a:pt x="1677842" y="1423359"/>
                </a:lnTo>
                <a:lnTo>
                  <a:pt x="1705985" y="1402080"/>
                </a:lnTo>
                <a:lnTo>
                  <a:pt x="1716964" y="1393431"/>
                </a:lnTo>
                <a:lnTo>
                  <a:pt x="1754755" y="1362050"/>
                </a:lnTo>
                <a:lnTo>
                  <a:pt x="1791262" y="1329155"/>
                </a:lnTo>
                <a:lnTo>
                  <a:pt x="1826526" y="1294681"/>
                </a:lnTo>
                <a:lnTo>
                  <a:pt x="1860592" y="1258562"/>
                </a:lnTo>
                <a:lnTo>
                  <a:pt x="1893499" y="1220729"/>
                </a:lnTo>
                <a:lnTo>
                  <a:pt x="1925288" y="1181112"/>
                </a:lnTo>
                <a:lnTo>
                  <a:pt x="1955995" y="1139638"/>
                </a:lnTo>
                <a:lnTo>
                  <a:pt x="1985658" y="1096232"/>
                </a:lnTo>
                <a:lnTo>
                  <a:pt x="2014313" y="1050818"/>
                </a:lnTo>
                <a:lnTo>
                  <a:pt x="2041993" y="1003318"/>
                </a:lnTo>
                <a:lnTo>
                  <a:pt x="2068732" y="953650"/>
                </a:lnTo>
                <a:lnTo>
                  <a:pt x="2094561" y="901733"/>
                </a:lnTo>
                <a:lnTo>
                  <a:pt x="2119512" y="847483"/>
                </a:lnTo>
                <a:lnTo>
                  <a:pt x="2143615" y="790816"/>
                </a:lnTo>
                <a:lnTo>
                  <a:pt x="2166898" y="731645"/>
                </a:lnTo>
                <a:lnTo>
                  <a:pt x="2189390" y="669884"/>
                </a:lnTo>
                <a:lnTo>
                  <a:pt x="2211116" y="605445"/>
                </a:lnTo>
                <a:lnTo>
                  <a:pt x="2232104" y="538241"/>
                </a:lnTo>
                <a:lnTo>
                  <a:pt x="2252378" y="468185"/>
                </a:lnTo>
                <a:lnTo>
                  <a:pt x="2271963" y="395191"/>
                </a:lnTo>
                <a:lnTo>
                  <a:pt x="2290882" y="319175"/>
                </a:lnTo>
                <a:lnTo>
                  <a:pt x="2309157" y="240053"/>
                </a:lnTo>
                <a:lnTo>
                  <a:pt x="2326811" y="157748"/>
                </a:lnTo>
                <a:lnTo>
                  <a:pt x="2343864" y="72184"/>
                </a:lnTo>
                <a:lnTo>
                  <a:pt x="2357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7" name="zero.Sample-5-3.segment0">
            <a:extLst xmlns:a="http://schemas.openxmlformats.org/drawingml/2006/main">
              <a:ext uri="{FF2B5EF4-FFF2-40B4-BE49-F238E27FC236}">
                <a16:creationId xmlns:a16="http://schemas.microsoft.com/office/drawing/2014/main" id="{702E44D9-C016-468A-8629-B72FA2B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78339"/>
            <a:ext cx="2073196" cy="142086"/>
          </a:xfrm>
          <a:custGeom xmlns:a="http://schemas.openxmlformats.org/drawingml/2006/main">
            <a:pathLst>
              <a:path w="2073196" h="142086">
                <a:moveTo>
                  <a:pt x="0" y="0"/>
                </a:moveTo>
                <a:lnTo>
                  <a:pt x="126458" y="3460"/>
                </a:lnTo>
                <a:lnTo>
                  <a:pt x="248615" y="7091"/>
                </a:lnTo>
                <a:lnTo>
                  <a:pt x="366619" y="10900"/>
                </a:lnTo>
                <a:lnTo>
                  <a:pt x="480610" y="14892"/>
                </a:lnTo>
                <a:lnTo>
                  <a:pt x="590725" y="19076"/>
                </a:lnTo>
                <a:lnTo>
                  <a:pt x="697095" y="23460"/>
                </a:lnTo>
                <a:lnTo>
                  <a:pt x="799848" y="28050"/>
                </a:lnTo>
                <a:lnTo>
                  <a:pt x="899108" y="32855"/>
                </a:lnTo>
                <a:lnTo>
                  <a:pt x="994991" y="37883"/>
                </a:lnTo>
                <a:lnTo>
                  <a:pt x="1087615" y="43142"/>
                </a:lnTo>
                <a:lnTo>
                  <a:pt x="1177088" y="48640"/>
                </a:lnTo>
                <a:lnTo>
                  <a:pt x="1263520" y="54387"/>
                </a:lnTo>
                <a:lnTo>
                  <a:pt x="1347012" y="60391"/>
                </a:lnTo>
                <a:lnTo>
                  <a:pt x="1427664" y="66662"/>
                </a:lnTo>
                <a:lnTo>
                  <a:pt x="1505575" y="73208"/>
                </a:lnTo>
                <a:lnTo>
                  <a:pt x="1580836" y="80039"/>
                </a:lnTo>
                <a:lnTo>
                  <a:pt x="1653538" y="87165"/>
                </a:lnTo>
                <a:lnTo>
                  <a:pt x="1723767" y="94596"/>
                </a:lnTo>
                <a:lnTo>
                  <a:pt x="1791609" y="102342"/>
                </a:lnTo>
                <a:lnTo>
                  <a:pt x="1857143" y="110413"/>
                </a:lnTo>
                <a:lnTo>
                  <a:pt x="1920449" y="118820"/>
                </a:lnTo>
                <a:lnTo>
                  <a:pt x="1981602" y="127573"/>
                </a:lnTo>
                <a:lnTo>
                  <a:pt x="2040676" y="136684"/>
                </a:lnTo>
                <a:lnTo>
                  <a:pt x="2073196" y="1420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8" name="zero.Sample-5-3.segment1">
            <a:extLst xmlns:a="http://schemas.openxmlformats.org/drawingml/2006/main">
              <a:ext uri="{FF2B5EF4-FFF2-40B4-BE49-F238E27FC236}">
                <a16:creationId xmlns:a16="http://schemas.microsoft.com/office/drawing/2014/main" id="{36131319-52E1-4221-8660-89E25F87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040" y="8829675"/>
            <a:ext cx="3519" cy="2190750"/>
          </a:xfrm>
          <a:custGeom xmlns:a="http://schemas.openxmlformats.org/drawingml/2006/main">
            <a:pathLst>
              <a:path w="3519" h="2190750">
                <a:moveTo>
                  <a:pt x="0" y="2190750"/>
                </a:moveTo>
                <a:lnTo>
                  <a:pt x="289" y="2054708"/>
                </a:lnTo>
                <a:lnTo>
                  <a:pt x="425" y="1986280"/>
                </a:lnTo>
                <a:lnTo>
                  <a:pt x="994" y="1686580"/>
                </a:lnTo>
                <a:lnTo>
                  <a:pt x="1493" y="1402080"/>
                </a:lnTo>
                <a:lnTo>
                  <a:pt x="1675" y="1293350"/>
                </a:lnTo>
                <a:lnTo>
                  <a:pt x="2332" y="873881"/>
                </a:lnTo>
                <a:lnTo>
                  <a:pt x="2968" y="426988"/>
                </a:lnTo>
                <a:lnTo>
                  <a:pt x="3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199" name="zero.Sample-5-4.segment0">
            <a:extLst xmlns:a="http://schemas.openxmlformats.org/drawingml/2006/main">
              <a:ext uri="{FF2B5EF4-FFF2-40B4-BE49-F238E27FC236}">
                <a16:creationId xmlns:a16="http://schemas.microsoft.com/office/drawing/2014/main" id="{310DED11-449A-4B20-BD40-6C07EDC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582665" cy="1936325"/>
          </a:xfrm>
          <a:custGeom xmlns:a="http://schemas.openxmlformats.org/drawingml/2006/main">
            <a:pathLst>
              <a:path w="2582665" h="1936325">
                <a:moveTo>
                  <a:pt x="0" y="1936325"/>
                </a:moveTo>
                <a:lnTo>
                  <a:pt x="95543" y="1933355"/>
                </a:lnTo>
                <a:lnTo>
                  <a:pt x="187837" y="1930221"/>
                </a:lnTo>
                <a:lnTo>
                  <a:pt x="276993" y="1926914"/>
                </a:lnTo>
                <a:lnTo>
                  <a:pt x="363117" y="1923425"/>
                </a:lnTo>
                <a:lnTo>
                  <a:pt x="446313" y="1919746"/>
                </a:lnTo>
                <a:lnTo>
                  <a:pt x="526679" y="1915866"/>
                </a:lnTo>
                <a:lnTo>
                  <a:pt x="604312" y="1911776"/>
                </a:lnTo>
                <a:lnTo>
                  <a:pt x="679306" y="1907466"/>
                </a:lnTo>
                <a:lnTo>
                  <a:pt x="751749" y="1902925"/>
                </a:lnTo>
                <a:lnTo>
                  <a:pt x="821729" y="1898141"/>
                </a:lnTo>
                <a:lnTo>
                  <a:pt x="889330" y="1893102"/>
                </a:lnTo>
                <a:lnTo>
                  <a:pt x="954631" y="1887797"/>
                </a:lnTo>
                <a:lnTo>
                  <a:pt x="1017713" y="1882212"/>
                </a:lnTo>
                <a:lnTo>
                  <a:pt x="1078649" y="1876333"/>
                </a:lnTo>
                <a:lnTo>
                  <a:pt x="1137512" y="1870148"/>
                </a:lnTo>
                <a:lnTo>
                  <a:pt x="1194375" y="1863640"/>
                </a:lnTo>
                <a:lnTo>
                  <a:pt x="1249303" y="1856795"/>
                </a:lnTo>
                <a:lnTo>
                  <a:pt x="1302364" y="1849596"/>
                </a:lnTo>
                <a:lnTo>
                  <a:pt x="1353621" y="1842028"/>
                </a:lnTo>
                <a:lnTo>
                  <a:pt x="1403134" y="1834072"/>
                </a:lnTo>
                <a:lnTo>
                  <a:pt x="1450964" y="1825711"/>
                </a:lnTo>
                <a:lnTo>
                  <a:pt x="1497167" y="1816926"/>
                </a:lnTo>
                <a:lnTo>
                  <a:pt x="1541799" y="1807696"/>
                </a:lnTo>
                <a:lnTo>
                  <a:pt x="1584914" y="1798002"/>
                </a:lnTo>
                <a:lnTo>
                  <a:pt x="1626562" y="1787822"/>
                </a:lnTo>
                <a:lnTo>
                  <a:pt x="1666795" y="1777134"/>
                </a:lnTo>
                <a:lnTo>
                  <a:pt x="1705659" y="1765914"/>
                </a:lnTo>
                <a:lnTo>
                  <a:pt x="1743201" y="1754139"/>
                </a:lnTo>
                <a:lnTo>
                  <a:pt x="1779467" y="1741783"/>
                </a:lnTo>
                <a:lnTo>
                  <a:pt x="1814500" y="1728819"/>
                </a:lnTo>
                <a:lnTo>
                  <a:pt x="1848341" y="1715221"/>
                </a:lnTo>
                <a:lnTo>
                  <a:pt x="1881032" y="1700961"/>
                </a:lnTo>
                <a:lnTo>
                  <a:pt x="1912611" y="1686007"/>
                </a:lnTo>
                <a:lnTo>
                  <a:pt x="1943116" y="1670331"/>
                </a:lnTo>
                <a:lnTo>
                  <a:pt x="1972584" y="1653898"/>
                </a:lnTo>
                <a:lnTo>
                  <a:pt x="2001049" y="1636678"/>
                </a:lnTo>
                <a:lnTo>
                  <a:pt x="2028547" y="1618633"/>
                </a:lnTo>
                <a:lnTo>
                  <a:pt x="2055110" y="1599729"/>
                </a:lnTo>
                <a:lnTo>
                  <a:pt x="2080769" y="1579927"/>
                </a:lnTo>
                <a:lnTo>
                  <a:pt x="2105556" y="1559190"/>
                </a:lnTo>
                <a:lnTo>
                  <a:pt x="2129500" y="1537475"/>
                </a:lnTo>
                <a:lnTo>
                  <a:pt x="2152630" y="1514741"/>
                </a:lnTo>
                <a:lnTo>
                  <a:pt x="2174974" y="1490943"/>
                </a:lnTo>
                <a:lnTo>
                  <a:pt x="2196557" y="1466037"/>
                </a:lnTo>
                <a:lnTo>
                  <a:pt x="2217407" y="1439974"/>
                </a:lnTo>
                <a:lnTo>
                  <a:pt x="2237547" y="1412706"/>
                </a:lnTo>
                <a:lnTo>
                  <a:pt x="2244977" y="1402080"/>
                </a:lnTo>
                <a:lnTo>
                  <a:pt x="2257003" y="1384180"/>
                </a:lnTo>
                <a:lnTo>
                  <a:pt x="2275797" y="1354345"/>
                </a:lnTo>
                <a:lnTo>
                  <a:pt x="2293952" y="1323143"/>
                </a:lnTo>
                <a:lnTo>
                  <a:pt x="2311490" y="1290518"/>
                </a:lnTo>
                <a:lnTo>
                  <a:pt x="2328431" y="1256411"/>
                </a:lnTo>
                <a:lnTo>
                  <a:pt x="2344797" y="1220758"/>
                </a:lnTo>
                <a:lnTo>
                  <a:pt x="2360605" y="1183495"/>
                </a:lnTo>
                <a:lnTo>
                  <a:pt x="2375877" y="1144556"/>
                </a:lnTo>
                <a:lnTo>
                  <a:pt x="2390628" y="1103871"/>
                </a:lnTo>
                <a:lnTo>
                  <a:pt x="2404879" y="1061368"/>
                </a:lnTo>
                <a:lnTo>
                  <a:pt x="2418644" y="1016971"/>
                </a:lnTo>
                <a:lnTo>
                  <a:pt x="2431942" y="970603"/>
                </a:lnTo>
                <a:lnTo>
                  <a:pt x="2444787" y="922183"/>
                </a:lnTo>
                <a:lnTo>
                  <a:pt x="2457196" y="871628"/>
                </a:lnTo>
                <a:lnTo>
                  <a:pt x="2469182" y="818849"/>
                </a:lnTo>
                <a:lnTo>
                  <a:pt x="2480761" y="763757"/>
                </a:lnTo>
                <a:lnTo>
                  <a:pt x="2491947" y="706258"/>
                </a:lnTo>
                <a:lnTo>
                  <a:pt x="2502752" y="646254"/>
                </a:lnTo>
                <a:lnTo>
                  <a:pt x="2513189" y="583645"/>
                </a:lnTo>
                <a:lnTo>
                  <a:pt x="2523272" y="518326"/>
                </a:lnTo>
                <a:lnTo>
                  <a:pt x="2533011" y="450187"/>
                </a:lnTo>
                <a:lnTo>
                  <a:pt x="2542420" y="379117"/>
                </a:lnTo>
                <a:lnTo>
                  <a:pt x="2551509" y="304998"/>
                </a:lnTo>
                <a:lnTo>
                  <a:pt x="2560288" y="227709"/>
                </a:lnTo>
                <a:lnTo>
                  <a:pt x="2568769" y="147124"/>
                </a:lnTo>
                <a:lnTo>
                  <a:pt x="2576962" y="63111"/>
                </a:lnTo>
                <a:lnTo>
                  <a:pt x="258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0" name="zero.Sample-5-5.segment0">
            <a:extLst xmlns:a="http://schemas.openxmlformats.org/drawingml/2006/main">
              <a:ext uri="{FF2B5EF4-FFF2-40B4-BE49-F238E27FC236}">
                <a16:creationId xmlns:a16="http://schemas.microsoft.com/office/drawing/2014/main" id="{B199364E-D5C7-4987-8BDD-1EB9DDF8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733382" cy="1974766"/>
          </a:xfrm>
          <a:custGeom xmlns:a="http://schemas.openxmlformats.org/drawingml/2006/main">
            <a:pathLst>
              <a:path w="2733382" h="1974766">
                <a:moveTo>
                  <a:pt x="0" y="1974766"/>
                </a:moveTo>
                <a:lnTo>
                  <a:pt x="105635" y="1972932"/>
                </a:lnTo>
                <a:lnTo>
                  <a:pt x="207677" y="1970898"/>
                </a:lnTo>
                <a:lnTo>
                  <a:pt x="306250" y="1968648"/>
                </a:lnTo>
                <a:lnTo>
                  <a:pt x="401470" y="1966163"/>
                </a:lnTo>
                <a:lnTo>
                  <a:pt x="493453" y="1963423"/>
                </a:lnTo>
                <a:lnTo>
                  <a:pt x="582308" y="1960408"/>
                </a:lnTo>
                <a:lnTo>
                  <a:pt x="668141" y="1957095"/>
                </a:lnTo>
                <a:lnTo>
                  <a:pt x="751056" y="1953460"/>
                </a:lnTo>
                <a:lnTo>
                  <a:pt x="831151" y="1949478"/>
                </a:lnTo>
                <a:lnTo>
                  <a:pt x="908522" y="1945123"/>
                </a:lnTo>
                <a:lnTo>
                  <a:pt x="983263" y="1940366"/>
                </a:lnTo>
                <a:lnTo>
                  <a:pt x="1055462" y="1935177"/>
                </a:lnTo>
                <a:lnTo>
                  <a:pt x="1125206" y="1929524"/>
                </a:lnTo>
                <a:lnTo>
                  <a:pt x="1192578" y="1923375"/>
                </a:lnTo>
                <a:lnTo>
                  <a:pt x="1257659" y="1916695"/>
                </a:lnTo>
                <a:lnTo>
                  <a:pt x="1320527" y="1909446"/>
                </a:lnTo>
                <a:lnTo>
                  <a:pt x="1381258" y="1901591"/>
                </a:lnTo>
                <a:lnTo>
                  <a:pt x="1439923" y="1893088"/>
                </a:lnTo>
                <a:lnTo>
                  <a:pt x="1496593" y="1883897"/>
                </a:lnTo>
                <a:lnTo>
                  <a:pt x="1551336" y="1873972"/>
                </a:lnTo>
                <a:lnTo>
                  <a:pt x="1604218" y="1863268"/>
                </a:lnTo>
                <a:lnTo>
                  <a:pt x="1655302" y="1851737"/>
                </a:lnTo>
                <a:lnTo>
                  <a:pt x="1704648" y="1839329"/>
                </a:lnTo>
                <a:lnTo>
                  <a:pt x="1752316" y="1825993"/>
                </a:lnTo>
                <a:lnTo>
                  <a:pt x="1798364" y="1811673"/>
                </a:lnTo>
                <a:lnTo>
                  <a:pt x="1842845" y="1796316"/>
                </a:lnTo>
                <a:lnTo>
                  <a:pt x="1885814" y="1779862"/>
                </a:lnTo>
                <a:lnTo>
                  <a:pt x="1927322" y="1762253"/>
                </a:lnTo>
                <a:lnTo>
                  <a:pt x="1967419" y="1743427"/>
                </a:lnTo>
                <a:lnTo>
                  <a:pt x="2006151" y="1723319"/>
                </a:lnTo>
                <a:lnTo>
                  <a:pt x="2043567" y="1701865"/>
                </a:lnTo>
                <a:lnTo>
                  <a:pt x="2079711" y="1678996"/>
                </a:lnTo>
                <a:lnTo>
                  <a:pt x="2114625" y="1654644"/>
                </a:lnTo>
                <a:lnTo>
                  <a:pt x="2148352" y="1628735"/>
                </a:lnTo>
                <a:lnTo>
                  <a:pt x="2180933" y="1601198"/>
                </a:lnTo>
                <a:lnTo>
                  <a:pt x="2212405" y="1571955"/>
                </a:lnTo>
                <a:lnTo>
                  <a:pt x="2242807" y="1540930"/>
                </a:lnTo>
                <a:lnTo>
                  <a:pt x="2272176" y="1508043"/>
                </a:lnTo>
                <a:lnTo>
                  <a:pt x="2300545" y="1473212"/>
                </a:lnTo>
                <a:lnTo>
                  <a:pt x="2327950" y="1436354"/>
                </a:lnTo>
                <a:lnTo>
                  <a:pt x="2351357" y="1402080"/>
                </a:lnTo>
                <a:lnTo>
                  <a:pt x="2354423" y="1397384"/>
                </a:lnTo>
                <a:lnTo>
                  <a:pt x="2379996" y="1356214"/>
                </a:lnTo>
                <a:lnTo>
                  <a:pt x="2404700" y="1312755"/>
                </a:lnTo>
                <a:lnTo>
                  <a:pt x="2428563" y="1266917"/>
                </a:lnTo>
                <a:lnTo>
                  <a:pt x="2451615" y="1218605"/>
                </a:lnTo>
                <a:lnTo>
                  <a:pt x="2473882" y="1167726"/>
                </a:lnTo>
                <a:lnTo>
                  <a:pt x="2495393" y="1114184"/>
                </a:lnTo>
                <a:lnTo>
                  <a:pt x="2516172" y="1057879"/>
                </a:lnTo>
                <a:lnTo>
                  <a:pt x="2536245" y="998714"/>
                </a:lnTo>
                <a:lnTo>
                  <a:pt x="2555635" y="936587"/>
                </a:lnTo>
                <a:lnTo>
                  <a:pt x="2574366" y="871395"/>
                </a:lnTo>
                <a:lnTo>
                  <a:pt x="2592460" y="803037"/>
                </a:lnTo>
                <a:lnTo>
                  <a:pt x="2609938" y="731407"/>
                </a:lnTo>
                <a:lnTo>
                  <a:pt x="2626822" y="656401"/>
                </a:lnTo>
                <a:lnTo>
                  <a:pt x="2643132" y="577914"/>
                </a:lnTo>
                <a:lnTo>
                  <a:pt x="2658888" y="495841"/>
                </a:lnTo>
                <a:lnTo>
                  <a:pt x="2674107" y="410078"/>
                </a:lnTo>
                <a:lnTo>
                  <a:pt x="2688809" y="320521"/>
                </a:lnTo>
                <a:lnTo>
                  <a:pt x="2703011" y="227067"/>
                </a:lnTo>
                <a:lnTo>
                  <a:pt x="2716731" y="129617"/>
                </a:lnTo>
                <a:lnTo>
                  <a:pt x="2729983" y="28072"/>
                </a:lnTo>
                <a:lnTo>
                  <a:pt x="2733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1" name="zero.Sample-6-1.segment0">
            <a:extLst xmlns:a="http://schemas.openxmlformats.org/drawingml/2006/main">
              <a:ext uri="{FF2B5EF4-FFF2-40B4-BE49-F238E27FC236}">
                <a16:creationId xmlns:a16="http://schemas.microsoft.com/office/drawing/2014/main" id="{A8511C45-B7AD-4E99-BFF7-E1DA07B2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40144"/>
            <a:ext cx="929137" cy="80281"/>
          </a:xfrm>
          <a:custGeom xmlns:a="http://schemas.openxmlformats.org/drawingml/2006/main">
            <a:pathLst>
              <a:path w="929137" h="80281">
                <a:moveTo>
                  <a:pt x="0" y="0"/>
                </a:moveTo>
                <a:lnTo>
                  <a:pt x="113270" y="6900"/>
                </a:lnTo>
                <a:lnTo>
                  <a:pt x="222687" y="14141"/>
                </a:lnTo>
                <a:lnTo>
                  <a:pt x="328384" y="21735"/>
                </a:lnTo>
                <a:lnTo>
                  <a:pt x="430487" y="29696"/>
                </a:lnTo>
                <a:lnTo>
                  <a:pt x="529118" y="38037"/>
                </a:lnTo>
                <a:lnTo>
                  <a:pt x="624395" y="46774"/>
                </a:lnTo>
                <a:lnTo>
                  <a:pt x="716432" y="55921"/>
                </a:lnTo>
                <a:lnTo>
                  <a:pt x="805340" y="65491"/>
                </a:lnTo>
                <a:lnTo>
                  <a:pt x="891224" y="75500"/>
                </a:lnTo>
                <a:lnTo>
                  <a:pt x="929137" y="8028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2" name="zero.Sample-6-1.segment1">
            <a:extLst xmlns:a="http://schemas.openxmlformats.org/drawingml/2006/main">
              <a:ext uri="{FF2B5EF4-FFF2-40B4-BE49-F238E27FC236}">
                <a16:creationId xmlns:a16="http://schemas.microsoft.com/office/drawing/2014/main" id="{F2FDB28A-333F-48CF-A4F0-DB7A6489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116" y="8829675"/>
            <a:ext cx="87465" cy="2190750"/>
          </a:xfrm>
          <a:custGeom xmlns:a="http://schemas.openxmlformats.org/drawingml/2006/main">
            <a:pathLst>
              <a:path w="87465" h="2190750">
                <a:moveTo>
                  <a:pt x="0" y="2190750"/>
                </a:moveTo>
                <a:lnTo>
                  <a:pt x="6197" y="2102791"/>
                </a:lnTo>
                <a:lnTo>
                  <a:pt x="13548" y="1986280"/>
                </a:lnTo>
                <a:lnTo>
                  <a:pt x="15579" y="1952108"/>
                </a:lnTo>
                <a:lnTo>
                  <a:pt x="24643" y="1788442"/>
                </a:lnTo>
                <a:lnTo>
                  <a:pt x="33398" y="1611723"/>
                </a:lnTo>
                <a:lnTo>
                  <a:pt x="41855" y="1421978"/>
                </a:lnTo>
                <a:lnTo>
                  <a:pt x="42694" y="1402080"/>
                </a:lnTo>
                <a:lnTo>
                  <a:pt x="50025" y="1219331"/>
                </a:lnTo>
                <a:lnTo>
                  <a:pt x="57917" y="1004003"/>
                </a:lnTo>
                <a:lnTo>
                  <a:pt x="65540" y="776310"/>
                </a:lnTo>
                <a:lnTo>
                  <a:pt x="72905" y="536661"/>
                </a:lnTo>
                <a:lnTo>
                  <a:pt x="80019" y="285553"/>
                </a:lnTo>
                <a:lnTo>
                  <a:pt x="86891" y="23562"/>
                </a:lnTo>
                <a:lnTo>
                  <a:pt x="87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3" name="zero.Sample-6-2.segment0">
            <a:extLst xmlns:a="http://schemas.openxmlformats.org/drawingml/2006/main">
              <a:ext uri="{FF2B5EF4-FFF2-40B4-BE49-F238E27FC236}">
                <a16:creationId xmlns:a16="http://schemas.microsoft.com/office/drawing/2014/main" id="{ADCBF0BA-AF18-4B9C-8AAA-96C3A42F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31127"/>
            <a:ext cx="3060171" cy="189298"/>
          </a:xfrm>
          <a:custGeom xmlns:a="http://schemas.openxmlformats.org/drawingml/2006/main">
            <a:pathLst>
              <a:path w="3060171" h="189298">
                <a:moveTo>
                  <a:pt x="0" y="0"/>
                </a:moveTo>
                <a:lnTo>
                  <a:pt x="130841" y="991"/>
                </a:lnTo>
                <a:lnTo>
                  <a:pt x="257234" y="2044"/>
                </a:lnTo>
                <a:lnTo>
                  <a:pt x="379328" y="3162"/>
                </a:lnTo>
                <a:lnTo>
                  <a:pt x="497271" y="4348"/>
                </a:lnTo>
                <a:lnTo>
                  <a:pt x="611202" y="5606"/>
                </a:lnTo>
                <a:lnTo>
                  <a:pt x="721260" y="6940"/>
                </a:lnTo>
                <a:lnTo>
                  <a:pt x="827575" y="8354"/>
                </a:lnTo>
                <a:lnTo>
                  <a:pt x="930275" y="9853"/>
                </a:lnTo>
                <a:lnTo>
                  <a:pt x="1029483" y="11442"/>
                </a:lnTo>
                <a:lnTo>
                  <a:pt x="1125317" y="13124"/>
                </a:lnTo>
                <a:lnTo>
                  <a:pt x="1217892" y="14904"/>
                </a:lnTo>
                <a:lnTo>
                  <a:pt x="1307319" y="16789"/>
                </a:lnTo>
                <a:lnTo>
                  <a:pt x="1393706" y="18782"/>
                </a:lnTo>
                <a:lnTo>
                  <a:pt x="1477155" y="20890"/>
                </a:lnTo>
                <a:lnTo>
                  <a:pt x="1557766" y="23118"/>
                </a:lnTo>
                <a:lnTo>
                  <a:pt x="1635636" y="25472"/>
                </a:lnTo>
                <a:lnTo>
                  <a:pt x="1710858" y="27958"/>
                </a:lnTo>
                <a:lnTo>
                  <a:pt x="1783522" y="30583"/>
                </a:lnTo>
                <a:lnTo>
                  <a:pt x="1853715" y="33353"/>
                </a:lnTo>
                <a:lnTo>
                  <a:pt x="1921521" y="36274"/>
                </a:lnTo>
                <a:lnTo>
                  <a:pt x="1987022" y="39354"/>
                </a:lnTo>
                <a:lnTo>
                  <a:pt x="2050295" y="42600"/>
                </a:lnTo>
                <a:lnTo>
                  <a:pt x="2111416" y="46018"/>
                </a:lnTo>
                <a:lnTo>
                  <a:pt x="2170459" y="49617"/>
                </a:lnTo>
                <a:lnTo>
                  <a:pt x="2227495" y="53404"/>
                </a:lnTo>
                <a:lnTo>
                  <a:pt x="2282591" y="57387"/>
                </a:lnTo>
                <a:lnTo>
                  <a:pt x="2335813" y="61574"/>
                </a:lnTo>
                <a:lnTo>
                  <a:pt x="2387226" y="65972"/>
                </a:lnTo>
                <a:lnTo>
                  <a:pt x="2436890" y="70591"/>
                </a:lnTo>
                <a:lnTo>
                  <a:pt x="2484865" y="75438"/>
                </a:lnTo>
                <a:lnTo>
                  <a:pt x="2531210" y="80521"/>
                </a:lnTo>
                <a:lnTo>
                  <a:pt x="2575978" y="85850"/>
                </a:lnTo>
                <a:lnTo>
                  <a:pt x="2619223" y="91432"/>
                </a:lnTo>
                <a:lnTo>
                  <a:pt x="2660999" y="97277"/>
                </a:lnTo>
                <a:lnTo>
                  <a:pt x="2701353" y="103391"/>
                </a:lnTo>
                <a:lnTo>
                  <a:pt x="2740336" y="109785"/>
                </a:lnTo>
                <a:lnTo>
                  <a:pt x="2777993" y="116465"/>
                </a:lnTo>
                <a:lnTo>
                  <a:pt x="2814369" y="123440"/>
                </a:lnTo>
                <a:lnTo>
                  <a:pt x="2849508" y="130718"/>
                </a:lnTo>
                <a:lnTo>
                  <a:pt x="2883453" y="138305"/>
                </a:lnTo>
                <a:lnTo>
                  <a:pt x="2916243" y="146210"/>
                </a:lnTo>
                <a:lnTo>
                  <a:pt x="2947918" y="154438"/>
                </a:lnTo>
                <a:lnTo>
                  <a:pt x="2978516" y="162996"/>
                </a:lnTo>
                <a:lnTo>
                  <a:pt x="3008074" y="171890"/>
                </a:lnTo>
                <a:lnTo>
                  <a:pt x="3036626" y="181123"/>
                </a:lnTo>
                <a:lnTo>
                  <a:pt x="3060171" y="18929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4" name="zero.Sample-6-2.segment1">
            <a:extLst xmlns:a="http://schemas.openxmlformats.org/drawingml/2006/main">
              <a:ext uri="{FF2B5EF4-FFF2-40B4-BE49-F238E27FC236}">
                <a16:creationId xmlns:a16="http://schemas.microsoft.com/office/drawing/2014/main" id="{D23A3899-626C-4056-8AE5-1177E9CF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557" y="8829675"/>
            <a:ext cx="58666" cy="2190750"/>
          </a:xfrm>
          <a:custGeom xmlns:a="http://schemas.openxmlformats.org/drawingml/2006/main">
            <a:pathLst>
              <a:path w="58666" h="2190750">
                <a:moveTo>
                  <a:pt x="0" y="2190750"/>
                </a:moveTo>
                <a:lnTo>
                  <a:pt x="3532" y="2142162"/>
                </a:lnTo>
                <a:lnTo>
                  <a:pt x="8595" y="2060879"/>
                </a:lnTo>
                <a:lnTo>
                  <a:pt x="12649" y="1986280"/>
                </a:lnTo>
                <a:lnTo>
                  <a:pt x="13486" y="1969725"/>
                </a:lnTo>
                <a:lnTo>
                  <a:pt x="18210" y="1867994"/>
                </a:lnTo>
                <a:lnTo>
                  <a:pt x="22774" y="1754956"/>
                </a:lnTo>
                <a:lnTo>
                  <a:pt x="27182" y="1629861"/>
                </a:lnTo>
                <a:lnTo>
                  <a:pt x="31441" y="1491944"/>
                </a:lnTo>
                <a:lnTo>
                  <a:pt x="33943" y="1402080"/>
                </a:lnTo>
                <a:lnTo>
                  <a:pt x="35554" y="1340420"/>
                </a:lnTo>
                <a:lnTo>
                  <a:pt x="39528" y="1174495"/>
                </a:lnTo>
                <a:lnTo>
                  <a:pt x="43367" y="993364"/>
                </a:lnTo>
                <a:lnTo>
                  <a:pt x="47075" y="796217"/>
                </a:lnTo>
                <a:lnTo>
                  <a:pt x="50657" y="582240"/>
                </a:lnTo>
                <a:lnTo>
                  <a:pt x="54118" y="350623"/>
                </a:lnTo>
                <a:lnTo>
                  <a:pt x="57460" y="100556"/>
                </a:lnTo>
                <a:lnTo>
                  <a:pt x="58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5" name="zero.Sample-6-3.segment0">
            <a:extLst xmlns:a="http://schemas.openxmlformats.org/drawingml/2006/main">
              <a:ext uri="{FF2B5EF4-FFF2-40B4-BE49-F238E27FC236}">
                <a16:creationId xmlns:a16="http://schemas.microsoft.com/office/drawing/2014/main" id="{EF1F7C19-7872-409D-B1B3-FD81486C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882916"/>
            <a:ext cx="1787449" cy="137509"/>
          </a:xfrm>
          <a:custGeom xmlns:a="http://schemas.openxmlformats.org/drawingml/2006/main">
            <a:pathLst>
              <a:path w="1787449" h="137509">
                <a:moveTo>
                  <a:pt x="0" y="0"/>
                </a:moveTo>
                <a:lnTo>
                  <a:pt x="115537" y="3764"/>
                </a:lnTo>
                <a:lnTo>
                  <a:pt x="227146" y="7719"/>
                </a:lnTo>
                <a:lnTo>
                  <a:pt x="334960" y="11873"/>
                </a:lnTo>
                <a:lnTo>
                  <a:pt x="439107" y="16233"/>
                </a:lnTo>
                <a:lnTo>
                  <a:pt x="539712" y="20809"/>
                </a:lnTo>
                <a:lnTo>
                  <a:pt x="636897" y="25609"/>
                </a:lnTo>
                <a:lnTo>
                  <a:pt x="730777" y="30644"/>
                </a:lnTo>
                <a:lnTo>
                  <a:pt x="821465" y="35922"/>
                </a:lnTo>
                <a:lnTo>
                  <a:pt x="909068" y="41454"/>
                </a:lnTo>
                <a:lnTo>
                  <a:pt x="993693" y="47250"/>
                </a:lnTo>
                <a:lnTo>
                  <a:pt x="1075440" y="53320"/>
                </a:lnTo>
                <a:lnTo>
                  <a:pt x="1154407" y="59676"/>
                </a:lnTo>
                <a:lnTo>
                  <a:pt x="1230689" y="66328"/>
                </a:lnTo>
                <a:lnTo>
                  <a:pt x="1304378" y="73288"/>
                </a:lnTo>
                <a:lnTo>
                  <a:pt x="1375560" y="80569"/>
                </a:lnTo>
                <a:lnTo>
                  <a:pt x="1444322" y="88182"/>
                </a:lnTo>
                <a:lnTo>
                  <a:pt x="1510745" y="96141"/>
                </a:lnTo>
                <a:lnTo>
                  <a:pt x="1574910" y="104458"/>
                </a:lnTo>
                <a:lnTo>
                  <a:pt x="1636893" y="113147"/>
                </a:lnTo>
                <a:lnTo>
                  <a:pt x="1696768" y="122221"/>
                </a:lnTo>
                <a:lnTo>
                  <a:pt x="1754607" y="131696"/>
                </a:lnTo>
                <a:lnTo>
                  <a:pt x="1787449" y="13750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6" name="zero.Sample-6-3.segment1">
            <a:extLst xmlns:a="http://schemas.openxmlformats.org/drawingml/2006/main">
              <a:ext uri="{FF2B5EF4-FFF2-40B4-BE49-F238E27FC236}">
                <a16:creationId xmlns:a16="http://schemas.microsoft.com/office/drawing/2014/main" id="{0D30D88F-5366-4D53-AD3E-ED58A547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2054" y="8829675"/>
            <a:ext cx="1165" cy="2190750"/>
          </a:xfrm>
          <a:custGeom xmlns:a="http://schemas.openxmlformats.org/drawingml/2006/main">
            <a:pathLst>
              <a:path w="1165" h="2190750">
                <a:moveTo>
                  <a:pt x="0" y="2190750"/>
                </a:moveTo>
                <a:lnTo>
                  <a:pt x="124" y="1986280"/>
                </a:lnTo>
                <a:lnTo>
                  <a:pt x="257" y="1752549"/>
                </a:lnTo>
                <a:lnTo>
                  <a:pt x="452" y="1402080"/>
                </a:lnTo>
                <a:lnTo>
                  <a:pt x="924" y="502983"/>
                </a:lnTo>
                <a:lnTo>
                  <a:pt x="1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7" name="zero.Sample-6-4.segment0">
            <a:extLst xmlns:a="http://schemas.openxmlformats.org/drawingml/2006/main">
              <a:ext uri="{FF2B5EF4-FFF2-40B4-BE49-F238E27FC236}">
                <a16:creationId xmlns:a16="http://schemas.microsoft.com/office/drawing/2014/main" id="{844DC6A2-C876-4D96-955F-021E3EDC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8829675"/>
            <a:ext cx="2632110" cy="2001550"/>
          </a:xfrm>
          <a:custGeom xmlns:a="http://schemas.openxmlformats.org/drawingml/2006/main">
            <a:pathLst>
              <a:path w="2632110" h="2001550">
                <a:moveTo>
                  <a:pt x="0" y="2000795"/>
                </a:moveTo>
                <a:lnTo>
                  <a:pt x="98585" y="2001056"/>
                </a:lnTo>
                <a:lnTo>
                  <a:pt x="193817" y="2001270"/>
                </a:lnTo>
                <a:lnTo>
                  <a:pt x="285811" y="2001430"/>
                </a:lnTo>
                <a:lnTo>
                  <a:pt x="374676" y="2001527"/>
                </a:lnTo>
                <a:lnTo>
                  <a:pt x="460520" y="2001550"/>
                </a:lnTo>
                <a:lnTo>
                  <a:pt x="543445" y="2001489"/>
                </a:lnTo>
                <a:lnTo>
                  <a:pt x="623550" y="2001332"/>
                </a:lnTo>
                <a:lnTo>
                  <a:pt x="700930" y="2001066"/>
                </a:lnTo>
                <a:lnTo>
                  <a:pt x="775680" y="2000677"/>
                </a:lnTo>
                <a:lnTo>
                  <a:pt x="847888" y="2000148"/>
                </a:lnTo>
                <a:lnTo>
                  <a:pt x="917640" y="1999462"/>
                </a:lnTo>
                <a:lnTo>
                  <a:pt x="985020" y="1998602"/>
                </a:lnTo>
                <a:lnTo>
                  <a:pt x="1050110" y="1997547"/>
                </a:lnTo>
                <a:lnTo>
                  <a:pt x="1112985" y="1996275"/>
                </a:lnTo>
                <a:lnTo>
                  <a:pt x="1173723" y="1994764"/>
                </a:lnTo>
                <a:lnTo>
                  <a:pt x="1232395" y="1992986"/>
                </a:lnTo>
                <a:lnTo>
                  <a:pt x="1289073" y="1990916"/>
                </a:lnTo>
                <a:lnTo>
                  <a:pt x="1343823" y="1988524"/>
                </a:lnTo>
                <a:lnTo>
                  <a:pt x="1387695" y="1986280"/>
                </a:lnTo>
                <a:lnTo>
                  <a:pt x="1396711" y="1985779"/>
                </a:lnTo>
                <a:lnTo>
                  <a:pt x="1447800" y="1982646"/>
                </a:lnTo>
                <a:lnTo>
                  <a:pt x="1497153" y="1979092"/>
                </a:lnTo>
                <a:lnTo>
                  <a:pt x="1544827" y="1975076"/>
                </a:lnTo>
                <a:lnTo>
                  <a:pt x="1590880" y="1970560"/>
                </a:lnTo>
                <a:lnTo>
                  <a:pt x="1635367" y="1965499"/>
                </a:lnTo>
                <a:lnTo>
                  <a:pt x="1678341" y="1959850"/>
                </a:lnTo>
                <a:lnTo>
                  <a:pt x="1719854" y="1953563"/>
                </a:lnTo>
                <a:lnTo>
                  <a:pt x="1759955" y="1946589"/>
                </a:lnTo>
                <a:lnTo>
                  <a:pt x="1798693" y="1938874"/>
                </a:lnTo>
                <a:lnTo>
                  <a:pt x="1836113" y="1930364"/>
                </a:lnTo>
                <a:lnTo>
                  <a:pt x="1872261" y="1920998"/>
                </a:lnTo>
                <a:lnTo>
                  <a:pt x="1907180" y="1910718"/>
                </a:lnTo>
                <a:lnTo>
                  <a:pt x="1940911" y="1899459"/>
                </a:lnTo>
                <a:lnTo>
                  <a:pt x="1973495" y="1887155"/>
                </a:lnTo>
                <a:lnTo>
                  <a:pt x="2004971" y="1873738"/>
                </a:lnTo>
                <a:lnTo>
                  <a:pt x="2035377" y="1859137"/>
                </a:lnTo>
                <a:lnTo>
                  <a:pt x="2064749" y="1843278"/>
                </a:lnTo>
                <a:lnTo>
                  <a:pt x="2093122" y="1826085"/>
                </a:lnTo>
                <a:lnTo>
                  <a:pt x="2120531" y="1807480"/>
                </a:lnTo>
                <a:lnTo>
                  <a:pt x="2147007" y="1787382"/>
                </a:lnTo>
                <a:lnTo>
                  <a:pt x="2172583" y="1765708"/>
                </a:lnTo>
                <a:lnTo>
                  <a:pt x="2197289" y="1742373"/>
                </a:lnTo>
                <a:lnTo>
                  <a:pt x="2221155" y="1717288"/>
                </a:lnTo>
                <a:lnTo>
                  <a:pt x="2244210" y="1690364"/>
                </a:lnTo>
                <a:lnTo>
                  <a:pt x="2266481" y="1661509"/>
                </a:lnTo>
                <a:lnTo>
                  <a:pt x="2287994" y="1630628"/>
                </a:lnTo>
                <a:lnTo>
                  <a:pt x="2308776" y="1597625"/>
                </a:lnTo>
                <a:lnTo>
                  <a:pt x="2328851" y="1562400"/>
                </a:lnTo>
                <a:lnTo>
                  <a:pt x="2348243" y="1524853"/>
                </a:lnTo>
                <a:lnTo>
                  <a:pt x="2366976" y="1484881"/>
                </a:lnTo>
                <a:lnTo>
                  <a:pt x="2385072" y="1442376"/>
                </a:lnTo>
                <a:lnTo>
                  <a:pt x="2400752" y="1402080"/>
                </a:lnTo>
                <a:lnTo>
                  <a:pt x="2402553" y="1397230"/>
                </a:lnTo>
                <a:lnTo>
                  <a:pt x="2419439" y="1349333"/>
                </a:lnTo>
                <a:lnTo>
                  <a:pt x="2435751" y="1298570"/>
                </a:lnTo>
                <a:lnTo>
                  <a:pt x="2451508" y="1244826"/>
                </a:lnTo>
                <a:lnTo>
                  <a:pt x="2466730" y="1187981"/>
                </a:lnTo>
                <a:lnTo>
                  <a:pt x="2481434" y="1127912"/>
                </a:lnTo>
                <a:lnTo>
                  <a:pt x="2495637" y="1064494"/>
                </a:lnTo>
                <a:lnTo>
                  <a:pt x="2509358" y="997600"/>
                </a:lnTo>
                <a:lnTo>
                  <a:pt x="2522613" y="927097"/>
                </a:lnTo>
                <a:lnTo>
                  <a:pt x="2535416" y="852851"/>
                </a:lnTo>
                <a:lnTo>
                  <a:pt x="2547784" y="774724"/>
                </a:lnTo>
                <a:lnTo>
                  <a:pt x="2559732" y="692575"/>
                </a:lnTo>
                <a:lnTo>
                  <a:pt x="2571273" y="606259"/>
                </a:lnTo>
                <a:lnTo>
                  <a:pt x="2582422" y="515629"/>
                </a:lnTo>
                <a:lnTo>
                  <a:pt x="2593192" y="420535"/>
                </a:lnTo>
                <a:lnTo>
                  <a:pt x="2603596" y="320823"/>
                </a:lnTo>
                <a:lnTo>
                  <a:pt x="2613645" y="216337"/>
                </a:lnTo>
                <a:lnTo>
                  <a:pt x="2623353" y="106920"/>
                </a:lnTo>
                <a:lnTo>
                  <a:pt x="2632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8" name="zero.Sample-6-5.segment0">
            <a:extLst xmlns:a="http://schemas.openxmlformats.org/drawingml/2006/main">
              <a:ext uri="{FF2B5EF4-FFF2-40B4-BE49-F238E27FC236}">
                <a16:creationId xmlns:a16="http://schemas.microsoft.com/office/drawing/2014/main" id="{F752E9D8-2355-4936-813C-AF4B059B2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0945945"/>
            <a:ext cx="1280772" cy="74480"/>
          </a:xfrm>
          <a:custGeom xmlns:a="http://schemas.openxmlformats.org/drawingml/2006/main">
            <a:pathLst>
              <a:path w="1280772" h="74480">
                <a:moveTo>
                  <a:pt x="0" y="0"/>
                </a:moveTo>
                <a:lnTo>
                  <a:pt x="130631" y="5879"/>
                </a:lnTo>
                <a:lnTo>
                  <a:pt x="256819" y="11902"/>
                </a:lnTo>
                <a:lnTo>
                  <a:pt x="378717" y="18057"/>
                </a:lnTo>
                <a:lnTo>
                  <a:pt x="496469" y="24332"/>
                </a:lnTo>
                <a:lnTo>
                  <a:pt x="610218" y="30709"/>
                </a:lnTo>
                <a:lnTo>
                  <a:pt x="720098" y="37171"/>
                </a:lnTo>
                <a:lnTo>
                  <a:pt x="826242" y="43695"/>
                </a:lnTo>
                <a:lnTo>
                  <a:pt x="928776" y="50256"/>
                </a:lnTo>
                <a:lnTo>
                  <a:pt x="1027824" y="56826"/>
                </a:lnTo>
                <a:lnTo>
                  <a:pt x="1123504" y="63370"/>
                </a:lnTo>
                <a:lnTo>
                  <a:pt x="1215930" y="69851"/>
                </a:lnTo>
                <a:lnTo>
                  <a:pt x="1280772" y="7448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09" name="zero.Sample-6-5.segment1">
            <a:extLst xmlns:a="http://schemas.openxmlformats.org/drawingml/2006/main">
              <a:ext uri="{FF2B5EF4-FFF2-40B4-BE49-F238E27FC236}">
                <a16:creationId xmlns:a16="http://schemas.microsoft.com/office/drawing/2014/main" id="{3F7FA682-6193-4EBA-9B19-35C490E6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87" y="8829675"/>
            <a:ext cx="851686" cy="2190750"/>
          </a:xfrm>
          <a:custGeom xmlns:a="http://schemas.openxmlformats.org/drawingml/2006/main">
            <a:pathLst>
              <a:path w="851686" h="2190750">
                <a:moveTo>
                  <a:pt x="0" y="2190750"/>
                </a:moveTo>
                <a:lnTo>
                  <a:pt x="24086" y="2183544"/>
                </a:lnTo>
                <a:lnTo>
                  <a:pt x="68782" y="2167046"/>
                </a:lnTo>
                <a:lnTo>
                  <a:pt x="111958" y="2147678"/>
                </a:lnTo>
                <a:lnTo>
                  <a:pt x="153666" y="2125222"/>
                </a:lnTo>
                <a:lnTo>
                  <a:pt x="193956" y="2099460"/>
                </a:lnTo>
                <a:lnTo>
                  <a:pt x="232875" y="2070174"/>
                </a:lnTo>
                <a:lnTo>
                  <a:pt x="270472" y="2037151"/>
                </a:lnTo>
                <a:lnTo>
                  <a:pt x="306789" y="2000184"/>
                </a:lnTo>
                <a:lnTo>
                  <a:pt x="319204" y="1986280"/>
                </a:lnTo>
                <a:lnTo>
                  <a:pt x="341872" y="1959074"/>
                </a:lnTo>
                <a:lnTo>
                  <a:pt x="375762" y="1913632"/>
                </a:lnTo>
                <a:lnTo>
                  <a:pt x="408499" y="1863683"/>
                </a:lnTo>
                <a:lnTo>
                  <a:pt x="440123" y="1809069"/>
                </a:lnTo>
                <a:lnTo>
                  <a:pt x="470672" y="1749644"/>
                </a:lnTo>
                <a:lnTo>
                  <a:pt x="500182" y="1685285"/>
                </a:lnTo>
                <a:lnTo>
                  <a:pt x="528688" y="1615886"/>
                </a:lnTo>
                <a:lnTo>
                  <a:pt x="556226" y="1541361"/>
                </a:lnTo>
                <a:lnTo>
                  <a:pt x="582826" y="1461646"/>
                </a:lnTo>
                <a:lnTo>
                  <a:pt x="601100" y="1402080"/>
                </a:lnTo>
                <a:lnTo>
                  <a:pt x="608522" y="1376696"/>
                </a:lnTo>
                <a:lnTo>
                  <a:pt x="633345" y="1286488"/>
                </a:lnTo>
                <a:lnTo>
                  <a:pt x="657323" y="1191017"/>
                </a:lnTo>
                <a:lnTo>
                  <a:pt x="680486" y="1090299"/>
                </a:lnTo>
                <a:lnTo>
                  <a:pt x="702861" y="984367"/>
                </a:lnTo>
                <a:lnTo>
                  <a:pt x="724476" y="873272"/>
                </a:lnTo>
                <a:lnTo>
                  <a:pt x="745355" y="757081"/>
                </a:lnTo>
                <a:lnTo>
                  <a:pt x="765524" y="635879"/>
                </a:lnTo>
                <a:lnTo>
                  <a:pt x="785008" y="509764"/>
                </a:lnTo>
                <a:lnTo>
                  <a:pt x="803829" y="378850"/>
                </a:lnTo>
                <a:lnTo>
                  <a:pt x="822010" y="243265"/>
                </a:lnTo>
                <a:lnTo>
                  <a:pt x="839573" y="103153"/>
                </a:lnTo>
                <a:lnTo>
                  <a:pt x="8516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10" name="zero.rule">
            <a:extLst xmlns:a="http://schemas.openxmlformats.org/drawingml/2006/main">
              <a:ext uri="{FF2B5EF4-FFF2-40B4-BE49-F238E27FC236}">
                <a16:creationId xmlns:a16="http://schemas.microsoft.com/office/drawing/2014/main" id="{9667F453-2528-4402-AAB8-F6C58C10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0815955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82878C"/>
            </a:solidFill>
            <a:prstDash val="dash"/>
          </a:ln>
        </p:spPr>
      </p:sp>
      <p:sp>
        <p:nvSpPr>
          <p:cNvPr id="211" name="zero.delta">
            <a:extLst xmlns:a="http://schemas.openxmlformats.org/drawingml/2006/main">
              <a:ext uri="{FF2B5EF4-FFF2-40B4-BE49-F238E27FC236}">
                <a16:creationId xmlns:a16="http://schemas.microsoft.com/office/drawing/2014/main" id="{4B12B44E-F4D4-4F02-8E9D-5DC3EE72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1048258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δ = 0</a:t>
            </a:r>
          </a:p>
        </p:txBody>
      </p:sp>
      <p:sp>
        <p:nvSpPr>
          <p:cNvPr id="212" name="zero.root-Sample-1-1">
            <a:extLst xmlns:a="http://schemas.openxmlformats.org/drawingml/2006/main">
              <a:ext uri="{FF2B5EF4-FFF2-40B4-BE49-F238E27FC236}">
                <a16:creationId xmlns:a16="http://schemas.microsoft.com/office/drawing/2014/main" id="{3176208E-1871-4793-8B6A-3F7D0BEE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728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3" name="zero.root-Sample-1-2">
            <a:extLst xmlns:a="http://schemas.openxmlformats.org/drawingml/2006/main">
              <a:ext uri="{FF2B5EF4-FFF2-40B4-BE49-F238E27FC236}">
                <a16:creationId xmlns:a16="http://schemas.microsoft.com/office/drawing/2014/main" id="{9430AE35-CCA4-417F-83B7-65B27340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3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4" name="zero.root-Sample-1-3">
            <a:extLst xmlns:a="http://schemas.openxmlformats.org/drawingml/2006/main">
              <a:ext uri="{FF2B5EF4-FFF2-40B4-BE49-F238E27FC236}">
                <a16:creationId xmlns:a16="http://schemas.microsoft.com/office/drawing/2014/main" id="{A22C3FCC-39AD-4C52-B420-65A9FC46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895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5" name="zero.root-Sample-1-4">
            <a:extLst xmlns:a="http://schemas.openxmlformats.org/drawingml/2006/main">
              <a:ext uri="{FF2B5EF4-FFF2-40B4-BE49-F238E27FC236}">
                <a16:creationId xmlns:a16="http://schemas.microsoft.com/office/drawing/2014/main" id="{7BA9E0C3-BCEA-4A75-8BB9-A7D36CC9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608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6" name="zero.root-Sample-1-5">
            <a:extLst xmlns:a="http://schemas.openxmlformats.org/drawingml/2006/main">
              <a:ext uri="{FF2B5EF4-FFF2-40B4-BE49-F238E27FC236}">
                <a16:creationId xmlns:a16="http://schemas.microsoft.com/office/drawing/2014/main" id="{3B0C504E-EBA4-4887-89C1-1D986022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622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7" name="zero.root-Sample-2-2">
            <a:extLst xmlns:a="http://schemas.openxmlformats.org/drawingml/2006/main">
              <a:ext uri="{FF2B5EF4-FFF2-40B4-BE49-F238E27FC236}">
                <a16:creationId xmlns:a16="http://schemas.microsoft.com/office/drawing/2014/main" id="{87995EB1-DFA6-4C6C-96AD-3DE3846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793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8" name="zero.root-Sample-2-3">
            <a:extLst xmlns:a="http://schemas.openxmlformats.org/drawingml/2006/main">
              <a:ext uri="{FF2B5EF4-FFF2-40B4-BE49-F238E27FC236}">
                <a16:creationId xmlns:a16="http://schemas.microsoft.com/office/drawing/2014/main" id="{08F9C4AC-3589-4410-97F4-6BE706A2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314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19" name="zero.root-Sample-2-5">
            <a:extLst xmlns:a="http://schemas.openxmlformats.org/drawingml/2006/main">
              <a:ext uri="{FF2B5EF4-FFF2-40B4-BE49-F238E27FC236}">
                <a16:creationId xmlns:a16="http://schemas.microsoft.com/office/drawing/2014/main" id="{C8583294-858D-4458-9010-E2D193F1A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010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0" name="zero.root-Sample-3-1">
            <a:extLst xmlns:a="http://schemas.openxmlformats.org/drawingml/2006/main">
              <a:ext uri="{FF2B5EF4-FFF2-40B4-BE49-F238E27FC236}">
                <a16:creationId xmlns:a16="http://schemas.microsoft.com/office/drawing/2014/main" id="{991EE7AB-8789-4F3B-ABB8-30835481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059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1" name="zero.root-Sample-3-3">
            <a:extLst xmlns:a="http://schemas.openxmlformats.org/drawingml/2006/main">
              <a:ext uri="{FF2B5EF4-FFF2-40B4-BE49-F238E27FC236}">
                <a16:creationId xmlns:a16="http://schemas.microsoft.com/office/drawing/2014/main" id="{EC40B3B6-0B84-4409-B745-527308EF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717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2" name="zero.root-Sample-3-4">
            <a:extLst xmlns:a="http://schemas.openxmlformats.org/drawingml/2006/main">
              <a:ext uri="{FF2B5EF4-FFF2-40B4-BE49-F238E27FC236}">
                <a16:creationId xmlns:a16="http://schemas.microsoft.com/office/drawing/2014/main" id="{AA7C8789-E708-4BD0-AB4C-8FE8185B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050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3" name="zero.root-Sample-4-1">
            <a:extLst xmlns:a="http://schemas.openxmlformats.org/drawingml/2006/main">
              <a:ext uri="{FF2B5EF4-FFF2-40B4-BE49-F238E27FC236}">
                <a16:creationId xmlns:a16="http://schemas.microsoft.com/office/drawing/2014/main" id="{542B9EC1-A61F-465A-B81F-CBC6C3B6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46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4" name="zero.root-Sample-4-4">
            <a:extLst xmlns:a="http://schemas.openxmlformats.org/drawingml/2006/main">
              <a:ext uri="{FF2B5EF4-FFF2-40B4-BE49-F238E27FC236}">
                <a16:creationId xmlns:a16="http://schemas.microsoft.com/office/drawing/2014/main" id="{45B71A2D-D1EB-4084-9D29-D3E139D2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863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5" name="zero.root-Sample-4-5">
            <a:extLst xmlns:a="http://schemas.openxmlformats.org/drawingml/2006/main">
              <a:ext uri="{FF2B5EF4-FFF2-40B4-BE49-F238E27FC236}">
                <a16:creationId xmlns:a16="http://schemas.microsoft.com/office/drawing/2014/main" id="{20A39DC9-3D90-4AFE-9384-9D4C9767A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587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6" name="zero.root-Sample-5-3">
            <a:extLst xmlns:a="http://schemas.openxmlformats.org/drawingml/2006/main">
              <a:ext uri="{FF2B5EF4-FFF2-40B4-BE49-F238E27FC236}">
                <a16:creationId xmlns:a16="http://schemas.microsoft.com/office/drawing/2014/main" id="{76AF59D9-B0F8-4840-916A-194B07D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128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7" name="zero.root-Sample-6-1">
            <a:extLst xmlns:a="http://schemas.openxmlformats.org/drawingml/2006/main">
              <a:ext uri="{FF2B5EF4-FFF2-40B4-BE49-F238E27FC236}">
                <a16:creationId xmlns:a16="http://schemas.microsoft.com/office/drawing/2014/main" id="{39713496-834B-4868-A2E0-5E71CF6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327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8" name="zero.root-Sample-6-2">
            <a:extLst xmlns:a="http://schemas.openxmlformats.org/drawingml/2006/main">
              <a:ext uri="{FF2B5EF4-FFF2-40B4-BE49-F238E27FC236}">
                <a16:creationId xmlns:a16="http://schemas.microsoft.com/office/drawing/2014/main" id="{67216FEA-A7A8-4C53-869B-B540DF56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68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29" name="zero.root-Sample-6-3">
            <a:extLst xmlns:a="http://schemas.openxmlformats.org/drawingml/2006/main">
              <a:ext uri="{FF2B5EF4-FFF2-40B4-BE49-F238E27FC236}">
                <a16:creationId xmlns:a16="http://schemas.microsoft.com/office/drawing/2014/main" id="{A7C98CB6-9F46-44B8-A2BA-42F7A85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840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0" name="zero.root-Sample-6-4">
            <a:extLst xmlns:a="http://schemas.openxmlformats.org/drawingml/2006/main">
              <a:ext uri="{FF2B5EF4-FFF2-40B4-BE49-F238E27FC236}">
                <a16:creationId xmlns:a16="http://schemas.microsoft.com/office/drawing/2014/main" id="{1D3B6853-BF63-49A0-919C-D86D89ADC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98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1" name="zero.root-Sample-6-5">
            <a:extLst xmlns:a="http://schemas.openxmlformats.org/drawingml/2006/main">
              <a:ext uri="{FF2B5EF4-FFF2-40B4-BE49-F238E27FC236}">
                <a16:creationId xmlns:a16="http://schemas.microsoft.com/office/drawing/2014/main" id="{625612BA-7874-4192-9CAB-C8A5356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53" y="1078261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2" name="zero.boundary">
            <a:extLst xmlns:a="http://schemas.openxmlformats.org/drawingml/2006/main">
              <a:ext uri="{FF2B5EF4-FFF2-40B4-BE49-F238E27FC236}">
                <a16:creationId xmlns:a16="http://schemas.microsoft.com/office/drawing/2014/main" id="{5FB04BC5-6B58-4D01-A885-80BB76A2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8896350"/>
            <a:ext cx="4152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10个下界估计保留在下方</a:t>
            </a:r>
          </a:p>
        </p:txBody>
      </p:sp>
      <p:sp>
        <p:nvSpPr>
          <p:cNvPr id="233" name="zero.stat">
            <a:extLst xmlns:a="http://schemas.openxmlformats.org/drawingml/2006/main">
              <a:ext uri="{FF2B5EF4-FFF2-40B4-BE49-F238E27FC236}">
                <a16:creationId xmlns:a16="http://schemas.microsoft.com/office/drawing/2014/main" id="{8B7618AC-2906-4E31-943E-10249BFE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11728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位置估计标准差 = 595.5</a:t>
            </a:r>
          </a:p>
        </p:txBody>
      </p:sp>
      <p:sp>
        <p:nvSpPr>
          <p:cNvPr id="234" name="zero.stripaxis">
            <a:extLst xmlns:a="http://schemas.openxmlformats.org/drawingml/2006/main">
              <a:ext uri="{FF2B5EF4-FFF2-40B4-BE49-F238E27FC236}">
                <a16:creationId xmlns:a16="http://schemas.microsoft.com/office/drawing/2014/main" id="{ACB3CCBA-75FA-4FB3-B8C3-042299B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2115800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235" name="zero.truth">
            <a:extLst xmlns:a="http://schemas.openxmlformats.org/drawingml/2006/main">
              <a:ext uri="{FF2B5EF4-FFF2-40B4-BE49-F238E27FC236}">
                <a16:creationId xmlns:a16="http://schemas.microsoft.com/office/drawing/2014/main" id="{62FD4DEB-D5ED-490A-8CC5-A172B5EA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038" y="11515725"/>
            <a:ext cx="953" cy="600075"/>
          </a:xfrm>
          <a:custGeom xmlns:a="http://schemas.openxmlformats.org/drawingml/2006/main"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2878C"/>
            </a:solidFill>
            <a:prstDash val="dash"/>
          </a:ln>
        </p:spPr>
      </p:sp>
      <p:sp>
        <p:nvSpPr>
          <p:cNvPr id="236" name="zero.estimate-Sample-2-1">
            <a:extLst xmlns:a="http://schemas.openxmlformats.org/drawingml/2006/main">
              <a:ext uri="{FF2B5EF4-FFF2-40B4-BE49-F238E27FC236}">
                <a16:creationId xmlns:a16="http://schemas.microsoft.com/office/drawing/2014/main" id="{23AE428B-E9E5-4BE9-B93C-503EFA08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7" name="zero.estimate-Sample-2-4">
            <a:extLst xmlns:a="http://schemas.openxmlformats.org/drawingml/2006/main">
              <a:ext uri="{FF2B5EF4-FFF2-40B4-BE49-F238E27FC236}">
                <a16:creationId xmlns:a16="http://schemas.microsoft.com/office/drawing/2014/main" id="{95674935-3E5C-4EC2-A027-8C81C97F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95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8" name="zero.estimate-Sample-3-2">
            <a:extLst xmlns:a="http://schemas.openxmlformats.org/drawingml/2006/main">
              <a:ext uri="{FF2B5EF4-FFF2-40B4-BE49-F238E27FC236}">
                <a16:creationId xmlns:a16="http://schemas.microsoft.com/office/drawing/2014/main" id="{3AC8ABDD-D9AC-4555-BD00-E990D78E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825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39" name="zero.estimate-Sample-3-5">
            <a:extLst xmlns:a="http://schemas.openxmlformats.org/drawingml/2006/main">
              <a:ext uri="{FF2B5EF4-FFF2-40B4-BE49-F238E27FC236}">
                <a16:creationId xmlns:a16="http://schemas.microsoft.com/office/drawing/2014/main" id="{49C6997D-D78D-4CFE-9356-EBB9726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202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0" name="zero.estimate-Sample-4-2">
            <a:extLst xmlns:a="http://schemas.openxmlformats.org/drawingml/2006/main">
              <a:ext uri="{FF2B5EF4-FFF2-40B4-BE49-F238E27FC236}">
                <a16:creationId xmlns:a16="http://schemas.microsoft.com/office/drawing/2014/main" id="{99503A5F-EE67-4723-9814-94B30B756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758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1" name="zero.estimate-Sample-4-3">
            <a:extLst xmlns:a="http://schemas.openxmlformats.org/drawingml/2006/main">
              <a:ext uri="{FF2B5EF4-FFF2-40B4-BE49-F238E27FC236}">
                <a16:creationId xmlns:a16="http://schemas.microsoft.com/office/drawing/2014/main" id="{F34BAD9B-3875-4803-9BC8-09BE501B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20919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2" name="zero.estimate-Sample-5-1">
            <a:extLst xmlns:a="http://schemas.openxmlformats.org/drawingml/2006/main">
              <a:ext uri="{FF2B5EF4-FFF2-40B4-BE49-F238E27FC236}">
                <a16:creationId xmlns:a16="http://schemas.microsoft.com/office/drawing/2014/main" id="{204301A3-1664-4071-A019-F443C1D4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6919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3" name="zero.estimate-Sample-5-2">
            <a:extLst xmlns:a="http://schemas.openxmlformats.org/drawingml/2006/main">
              <a:ext uri="{FF2B5EF4-FFF2-40B4-BE49-F238E27FC236}">
                <a16:creationId xmlns:a16="http://schemas.microsoft.com/office/drawing/2014/main" id="{2495AC76-EFF5-4947-AFF3-75C69F5F9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2158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4" name="zero.estimate-Sample-5-4">
            <a:extLst xmlns:a="http://schemas.openxmlformats.org/drawingml/2006/main">
              <a:ext uri="{FF2B5EF4-FFF2-40B4-BE49-F238E27FC236}">
                <a16:creationId xmlns:a16="http://schemas.microsoft.com/office/drawing/2014/main" id="{C2EEFC1A-0F08-45EE-9EC0-8C29B9A6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16252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5" name="zero.estimate-Sample-5-5">
            <a:extLst xmlns:a="http://schemas.openxmlformats.org/drawingml/2006/main">
              <a:ext uri="{FF2B5EF4-FFF2-40B4-BE49-F238E27FC236}">
                <a16:creationId xmlns:a16="http://schemas.microsoft.com/office/drawing/2014/main" id="{91695783-58A9-4189-84E1-98C931D10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903" y="122253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6" name="zero.estimate-Sample-3-1">
            <a:extLst xmlns:a="http://schemas.openxmlformats.org/drawingml/2006/main">
              <a:ext uri="{FF2B5EF4-FFF2-40B4-BE49-F238E27FC236}">
                <a16:creationId xmlns:a16="http://schemas.microsoft.com/office/drawing/2014/main" id="{13B69972-2A34-4023-9BB2-F671D00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059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7" name="zero.estimate-Sample-6-4">
            <a:extLst xmlns:a="http://schemas.openxmlformats.org/drawingml/2006/main">
              <a:ext uri="{FF2B5EF4-FFF2-40B4-BE49-F238E27FC236}">
                <a16:creationId xmlns:a16="http://schemas.microsoft.com/office/drawing/2014/main" id="{F5313423-1C2E-47E3-946C-1E8D00B0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8598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8" name="zero.estimate-Sample-4-4">
            <a:extLst xmlns:a="http://schemas.openxmlformats.org/drawingml/2006/main">
              <a:ext uri="{FF2B5EF4-FFF2-40B4-BE49-F238E27FC236}">
                <a16:creationId xmlns:a16="http://schemas.microsoft.com/office/drawing/2014/main" id="{C2630209-992D-4E5C-84DD-78C9A2E1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863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49" name="zero.estimate-Sample-2-2">
            <a:extLst xmlns:a="http://schemas.openxmlformats.org/drawingml/2006/main">
              <a:ext uri="{FF2B5EF4-FFF2-40B4-BE49-F238E27FC236}">
                <a16:creationId xmlns:a16="http://schemas.microsoft.com/office/drawing/2014/main" id="{3278CE62-1F01-47A1-8E9B-053E171D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793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0" name="zero.estimate-Sample-1-3">
            <a:extLst xmlns:a="http://schemas.openxmlformats.org/drawingml/2006/main">
              <a:ext uri="{FF2B5EF4-FFF2-40B4-BE49-F238E27FC236}">
                <a16:creationId xmlns:a16="http://schemas.microsoft.com/office/drawing/2014/main" id="{60336C45-BA5C-478A-BDE4-5BC84E86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895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1" name="zero.estimate-Sample-4-1">
            <a:extLst xmlns:a="http://schemas.openxmlformats.org/drawingml/2006/main">
              <a:ext uri="{FF2B5EF4-FFF2-40B4-BE49-F238E27FC236}">
                <a16:creationId xmlns:a16="http://schemas.microsoft.com/office/drawing/2014/main" id="{C8272991-451A-40AD-9A4B-1E872CC9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0346" y="1195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2" name="zero.estimate-Sample-1-4">
            <a:extLst xmlns:a="http://schemas.openxmlformats.org/drawingml/2006/main">
              <a:ext uri="{FF2B5EF4-FFF2-40B4-BE49-F238E27FC236}">
                <a16:creationId xmlns:a16="http://schemas.microsoft.com/office/drawing/2014/main" id="{147F7402-4B10-4CD0-84D3-87435E2F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7608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3" name="zero.estimate-Sample-2-3">
            <a:extLst xmlns:a="http://schemas.openxmlformats.org/drawingml/2006/main">
              <a:ext uri="{FF2B5EF4-FFF2-40B4-BE49-F238E27FC236}">
                <a16:creationId xmlns:a16="http://schemas.microsoft.com/office/drawing/2014/main" id="{3A0EAF94-FB1D-4F11-AA05-513F2F66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2314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4" name="zero.estimate-Sample-1-2">
            <a:extLst xmlns:a="http://schemas.openxmlformats.org/drawingml/2006/main">
              <a:ext uri="{FF2B5EF4-FFF2-40B4-BE49-F238E27FC236}">
                <a16:creationId xmlns:a16="http://schemas.microsoft.com/office/drawing/2014/main" id="{4CFBBF23-3BD4-401B-A669-6C591ABE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803" y="1195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5" name="zero.estimate-Sample-3-3">
            <a:extLst xmlns:a="http://schemas.openxmlformats.org/drawingml/2006/main">
              <a:ext uri="{FF2B5EF4-FFF2-40B4-BE49-F238E27FC236}">
                <a16:creationId xmlns:a16="http://schemas.microsoft.com/office/drawing/2014/main" id="{483C41AC-0794-4269-9AB2-4E1F00E9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3717" y="11825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6" name="zero.estimate-Sample-3-4">
            <a:extLst xmlns:a="http://schemas.openxmlformats.org/drawingml/2006/main">
              <a:ext uri="{FF2B5EF4-FFF2-40B4-BE49-F238E27FC236}">
                <a16:creationId xmlns:a16="http://schemas.microsoft.com/office/drawing/2014/main" id="{06A07303-98C8-435D-AB8F-C60CACE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050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7" name="zero.estimate-Sample-6-5">
            <a:extLst xmlns:a="http://schemas.openxmlformats.org/drawingml/2006/main">
              <a:ext uri="{FF2B5EF4-FFF2-40B4-BE49-F238E27FC236}">
                <a16:creationId xmlns:a16="http://schemas.microsoft.com/office/drawing/2014/main" id="{9A9401F5-FAF4-460F-B2C5-30E1C0C4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153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8" name="zero.estimate-Sample-1-5">
            <a:extLst xmlns:a="http://schemas.openxmlformats.org/drawingml/2006/main">
              <a:ext uri="{FF2B5EF4-FFF2-40B4-BE49-F238E27FC236}">
                <a16:creationId xmlns:a16="http://schemas.microsoft.com/office/drawing/2014/main" id="{E2E76C5B-B766-4EF7-A093-15DBCBD6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8622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59" name="zero.estimate-Sample-1-1">
            <a:extLst xmlns:a="http://schemas.openxmlformats.org/drawingml/2006/main">
              <a:ext uri="{FF2B5EF4-FFF2-40B4-BE49-F238E27FC236}">
                <a16:creationId xmlns:a16="http://schemas.microsoft.com/office/drawing/2014/main" id="{3403AEE4-6CF6-42E5-ADA3-7EB8AE9F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5728" y="1195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0" name="zero.estimate-Sample-6-1">
            <a:extLst xmlns:a="http://schemas.openxmlformats.org/drawingml/2006/main">
              <a:ext uri="{FF2B5EF4-FFF2-40B4-BE49-F238E27FC236}">
                <a16:creationId xmlns:a16="http://schemas.microsoft.com/office/drawing/2014/main" id="{3E1BF6C3-2824-4D1B-98AC-FE36A22D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3327" y="11825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1" name="zero.estimate-Sample-4-5">
            <a:extLst xmlns:a="http://schemas.openxmlformats.org/drawingml/2006/main">
              <a:ext uri="{FF2B5EF4-FFF2-40B4-BE49-F238E27FC236}">
                <a16:creationId xmlns:a16="http://schemas.microsoft.com/office/drawing/2014/main" id="{1037E30D-5179-460A-BCDE-8E7BBE9B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587" y="120253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2" name="zero.estimate-Sample-6-3">
            <a:extLst xmlns:a="http://schemas.openxmlformats.org/drawingml/2006/main">
              <a:ext uri="{FF2B5EF4-FFF2-40B4-BE49-F238E27FC236}">
                <a16:creationId xmlns:a16="http://schemas.microsoft.com/office/drawing/2014/main" id="{F510EA8F-8D4C-49D6-8527-6FC375A8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8840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3" name="zero.estimate-Sample-5-3">
            <a:extLst xmlns:a="http://schemas.openxmlformats.org/drawingml/2006/main">
              <a:ext uri="{FF2B5EF4-FFF2-40B4-BE49-F238E27FC236}">
                <a16:creationId xmlns:a16="http://schemas.microsoft.com/office/drawing/2014/main" id="{9A69C327-1A93-4086-88CF-80B73E5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128" y="118919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4" name="zero.estimate-Sample-2-5">
            <a:extLst xmlns:a="http://schemas.openxmlformats.org/drawingml/2006/main">
              <a:ext uri="{FF2B5EF4-FFF2-40B4-BE49-F238E27FC236}">
                <a16:creationId xmlns:a16="http://schemas.microsoft.com/office/drawing/2014/main" id="{6A64AE1B-0A1D-40EF-A7F2-8A366078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7010" y="119586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5" name="zero.estimate-Sample-6-2">
            <a:extLst xmlns:a="http://schemas.openxmlformats.org/drawingml/2006/main">
              <a:ext uri="{FF2B5EF4-FFF2-40B4-BE49-F238E27FC236}">
                <a16:creationId xmlns:a16="http://schemas.microsoft.com/office/drawing/2014/main" id="{8A53FC06-58E0-422E-BE98-5D58027F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68" y="1182528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82878C"/>
            </a:solidFill>
          </a:ln>
        </p:spPr>
      </p:sp>
      <p:sp>
        <p:nvSpPr>
          <p:cNvPr id="266" name="zero.strip-tick0">
            <a:extLst xmlns:a="http://schemas.openxmlformats.org/drawingml/2006/main">
              <a:ext uri="{FF2B5EF4-FFF2-40B4-BE49-F238E27FC236}">
                <a16:creationId xmlns:a16="http://schemas.microsoft.com/office/drawing/2014/main" id="{16C02AF1-1D81-4304-8512-0CFCD391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4241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67" name="zero.strip-label0">
            <a:extLst xmlns:a="http://schemas.openxmlformats.org/drawingml/2006/main">
              <a:ext uri="{FF2B5EF4-FFF2-40B4-BE49-F238E27FC236}">
                <a16:creationId xmlns:a16="http://schemas.microsoft.com/office/drawing/2014/main" id="{011EA59C-C871-44C4-BC96-AF566DD8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1816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68" name="zero.strip-tick500">
            <a:extLst xmlns:a="http://schemas.openxmlformats.org/drawingml/2006/main">
              <a:ext uri="{FF2B5EF4-FFF2-40B4-BE49-F238E27FC236}">
                <a16:creationId xmlns:a16="http://schemas.microsoft.com/office/drawing/2014/main" id="{1E4D58C7-B12A-4D1A-ABAB-95DB1517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1639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69" name="zero.strip-label500">
            <a:extLst xmlns:a="http://schemas.openxmlformats.org/drawingml/2006/main">
              <a:ext uri="{FF2B5EF4-FFF2-40B4-BE49-F238E27FC236}">
                <a16:creationId xmlns:a16="http://schemas.microsoft.com/office/drawing/2014/main" id="{DC1D5CB6-6666-4A3A-8B64-FF5EFBE1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9214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270" name="zero.strip-tick1000">
            <a:extLst xmlns:a="http://schemas.openxmlformats.org/drawingml/2006/main">
              <a:ext uri="{FF2B5EF4-FFF2-40B4-BE49-F238E27FC236}">
                <a16:creationId xmlns:a16="http://schemas.microsoft.com/office/drawing/2014/main" id="{895469C2-E4C4-4215-B776-41EFD79FB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038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71" name="zero.strip-label1000">
            <a:extLst xmlns:a="http://schemas.openxmlformats.org/drawingml/2006/main">
              <a:ext uri="{FF2B5EF4-FFF2-40B4-BE49-F238E27FC236}">
                <a16:creationId xmlns:a16="http://schemas.microsoft.com/office/drawing/2014/main" id="{7CFDBB48-6852-4712-AD82-C9825A717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6613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272" name="zero.strip-tick1500">
            <a:extLst xmlns:a="http://schemas.openxmlformats.org/drawingml/2006/main">
              <a:ext uri="{FF2B5EF4-FFF2-40B4-BE49-F238E27FC236}">
                <a16:creationId xmlns:a16="http://schemas.microsoft.com/office/drawing/2014/main" id="{C8EAFBEF-3066-4C70-9406-63564A89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436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73" name="zero.strip-label1500">
            <a:extLst xmlns:a="http://schemas.openxmlformats.org/drawingml/2006/main">
              <a:ext uri="{FF2B5EF4-FFF2-40B4-BE49-F238E27FC236}">
                <a16:creationId xmlns:a16="http://schemas.microsoft.com/office/drawing/2014/main" id="{59BCD790-E099-42A8-9C95-BE51735A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011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274" name="zero.strip-title">
            <a:extLst xmlns:a="http://schemas.openxmlformats.org/drawingml/2006/main">
              <a:ext uri="{FF2B5EF4-FFF2-40B4-BE49-F238E27FC236}">
                <a16:creationId xmlns:a16="http://schemas.microsoft.com/office/drawing/2014/main" id="{2E6099E5-440D-4DA6-A52B-093F5C40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2496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γ̂δ</a:t>
            </a:r>
          </a:p>
        </p:txBody>
      </p:sp>
      <p:sp>
        <p:nvSpPr>
          <p:cNvPr id="275" name="positive.title">
            <a:extLst xmlns:a="http://schemas.openxmlformats.org/drawingml/2006/main">
              <a:ext uri="{FF2B5EF4-FFF2-40B4-BE49-F238E27FC236}">
                <a16:creationId xmlns:a16="http://schemas.microsoft.com/office/drawing/2014/main" id="{9CEA36BA-C1D1-4DB2-B1AA-E7965E42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8220075"/>
            <a:ext cx="4714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d  正偏移判据 δ = 0.1</a:t>
            </a:r>
          </a:p>
        </p:txBody>
      </p:sp>
      <p:sp>
        <p:nvSpPr>
          <p:cNvPr id="276" name="positive.axisx">
            <a:extLst xmlns:a="http://schemas.openxmlformats.org/drawingml/2006/main">
              <a:ext uri="{FF2B5EF4-FFF2-40B4-BE49-F238E27FC236}">
                <a16:creationId xmlns:a16="http://schemas.microsoft.com/office/drawing/2014/main" id="{A296F290-16B1-4C72-B3C9-620D56A1A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1020425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277" name="positive.axisy">
            <a:extLst xmlns:a="http://schemas.openxmlformats.org/drawingml/2006/main">
              <a:ext uri="{FF2B5EF4-FFF2-40B4-BE49-F238E27FC236}">
                <a16:creationId xmlns:a16="http://schemas.microsoft.com/office/drawing/2014/main" id="{906A08A1-ED2F-4DC2-A28D-05E0667B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8829675"/>
            <a:ext cx="953" cy="2190750"/>
          </a:xfrm>
          <a:custGeom xmlns:a="http://schemas.openxmlformats.org/drawingml/2006/main">
            <a:pathLst>
              <a:path w="953" h="2190750">
                <a:moveTo>
                  <a:pt x="0" y="0"/>
                </a:moveTo>
                <a:lnTo>
                  <a:pt x="0" y="2190750"/>
                </a:lnTo>
              </a:path>
            </a:pathLst>
          </a:custGeom>
          <a:noFill xmlns:a="http://schemas.openxmlformats.org/drawingml/2006/main"/>
          <a:ln xmlns:a="http://schemas.openxmlformats.org/drawingml/2006/main" w="12383">
            <a:solidFill>
              <a:srgbClr val="263238"/>
            </a:solidFill>
            <a:prstDash val="solid"/>
          </a:ln>
        </p:spPr>
      </p:sp>
      <p:sp>
        <p:nvSpPr>
          <p:cNvPr id="278" name="positive.ytick0">
            <a:extLst xmlns:a="http://schemas.openxmlformats.org/drawingml/2006/main">
              <a:ext uri="{FF2B5EF4-FFF2-40B4-BE49-F238E27FC236}">
                <a16:creationId xmlns:a16="http://schemas.microsoft.com/office/drawing/2014/main" id="{E86D8A7C-C05E-4C74-8A54-F3187609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08159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79" name="positive.ytxt0">
            <a:extLst xmlns:a="http://schemas.openxmlformats.org/drawingml/2006/main">
              <a:ext uri="{FF2B5EF4-FFF2-40B4-BE49-F238E27FC236}">
                <a16:creationId xmlns:a16="http://schemas.microsoft.com/office/drawing/2014/main" id="{02AD16AE-C86A-4F40-9507-FB96D93F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06921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80" name="positive.ytick0.1">
            <a:extLst xmlns:a="http://schemas.openxmlformats.org/drawingml/2006/main">
              <a:ext uri="{FF2B5EF4-FFF2-40B4-BE49-F238E27FC236}">
                <a16:creationId xmlns:a16="http://schemas.microsoft.com/office/drawing/2014/main" id="{ED6900F1-059F-4BFD-9B87-94D70320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102317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81" name="positive.ytxt0.1">
            <a:extLst xmlns:a="http://schemas.openxmlformats.org/drawingml/2006/main">
              <a:ext uri="{FF2B5EF4-FFF2-40B4-BE49-F238E27FC236}">
                <a16:creationId xmlns:a16="http://schemas.microsoft.com/office/drawing/2014/main" id="{FB67D90A-E76E-4517-96B7-01D15CBA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101079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0.1</a:t>
            </a:r>
          </a:p>
        </p:txBody>
      </p:sp>
      <p:sp>
        <p:nvSpPr>
          <p:cNvPr id="282" name="positive.ytick0.2">
            <a:extLst xmlns:a="http://schemas.openxmlformats.org/drawingml/2006/main">
              <a:ext uri="{FF2B5EF4-FFF2-40B4-BE49-F238E27FC236}">
                <a16:creationId xmlns:a16="http://schemas.microsoft.com/office/drawing/2014/main" id="{CD56354C-FC3A-49EE-BF94-3C211713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96475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83" name="positive.ytxt0.2">
            <a:extLst xmlns:a="http://schemas.openxmlformats.org/drawingml/2006/main">
              <a:ext uri="{FF2B5EF4-FFF2-40B4-BE49-F238E27FC236}">
                <a16:creationId xmlns:a16="http://schemas.microsoft.com/office/drawing/2014/main" id="{90C628B2-F5DB-4D83-9874-E5214B1B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95237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0.2</a:t>
            </a:r>
          </a:p>
        </p:txBody>
      </p:sp>
      <p:sp>
        <p:nvSpPr>
          <p:cNvPr id="284" name="positive.ytick0.3">
            <a:extLst xmlns:a="http://schemas.openxmlformats.org/drawingml/2006/main">
              <a:ext uri="{FF2B5EF4-FFF2-40B4-BE49-F238E27FC236}">
                <a16:creationId xmlns:a16="http://schemas.microsoft.com/office/drawing/2014/main" id="{B9FA72D9-8153-449C-930C-D8BC1C3D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9063355"/>
            <a:ext cx="57150" cy="953"/>
          </a:xfrm>
          <a:custGeom xmlns:a="http://schemas.openxmlformats.org/drawingml/2006/main">
            <a:pathLst>
              <a:path w="57150" h="953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285" name="positive.ytxt0.3">
            <a:extLst xmlns:a="http://schemas.openxmlformats.org/drawingml/2006/main">
              <a:ext uri="{FF2B5EF4-FFF2-40B4-BE49-F238E27FC236}">
                <a16:creationId xmlns:a16="http://schemas.microsoft.com/office/drawing/2014/main" id="{553346F3-5E9E-4872-B238-DCF79B80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93953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0.3</a:t>
            </a:r>
          </a:p>
        </p:txBody>
      </p:sp>
      <p:sp>
        <p:nvSpPr>
          <p:cNvPr id="286" name="positive.ylabel">
            <a:extLst xmlns:a="http://schemas.openxmlformats.org/drawingml/2006/main">
              <a:ext uri="{FF2B5EF4-FFF2-40B4-BE49-F238E27FC236}">
                <a16:creationId xmlns:a16="http://schemas.microsoft.com/office/drawing/2014/main" id="{5AEA27BA-AB38-41DF-BEDB-F362ECEC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0506075" y="9753600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梯度 ∇(γⱼ)</a:t>
            </a:r>
          </a:p>
        </p:txBody>
      </p:sp>
      <p:sp>
        <p:nvSpPr>
          <p:cNvPr id="287" name="positive.Sample-1-1.segment0">
            <a:extLst xmlns:a="http://schemas.openxmlformats.org/drawingml/2006/main">
              <a:ext uri="{FF2B5EF4-FFF2-40B4-BE49-F238E27FC236}">
                <a16:creationId xmlns:a16="http://schemas.microsoft.com/office/drawing/2014/main" id="{922E4F1F-0354-42C9-A10D-D4DF0F71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86840"/>
            <a:ext cx="1686582" cy="133585"/>
          </a:xfrm>
          <a:custGeom xmlns:a="http://schemas.openxmlformats.org/drawingml/2006/main">
            <a:pathLst>
              <a:path w="1686582" h="133585">
                <a:moveTo>
                  <a:pt x="0" y="0"/>
                </a:moveTo>
                <a:lnTo>
                  <a:pt x="112788" y="4005"/>
                </a:lnTo>
                <a:lnTo>
                  <a:pt x="221741" y="8211"/>
                </a:lnTo>
                <a:lnTo>
                  <a:pt x="326989" y="12628"/>
                </a:lnTo>
                <a:lnTo>
                  <a:pt x="428658" y="17262"/>
                </a:lnTo>
                <a:lnTo>
                  <a:pt x="526870" y="22123"/>
                </a:lnTo>
                <a:lnTo>
                  <a:pt x="621742" y="27220"/>
                </a:lnTo>
                <a:lnTo>
                  <a:pt x="713388" y="32561"/>
                </a:lnTo>
                <a:lnTo>
                  <a:pt x="801918" y="38156"/>
                </a:lnTo>
                <a:lnTo>
                  <a:pt x="887437" y="44012"/>
                </a:lnTo>
                <a:lnTo>
                  <a:pt x="970048" y="50141"/>
                </a:lnTo>
                <a:lnTo>
                  <a:pt x="1049850" y="56551"/>
                </a:lnTo>
                <a:lnTo>
                  <a:pt x="1126938" y="63251"/>
                </a:lnTo>
                <a:lnTo>
                  <a:pt x="1201405" y="70250"/>
                </a:lnTo>
                <a:lnTo>
                  <a:pt x="1273340" y="77559"/>
                </a:lnTo>
                <a:lnTo>
                  <a:pt x="1342828" y="85185"/>
                </a:lnTo>
                <a:lnTo>
                  <a:pt x="1409954" y="93139"/>
                </a:lnTo>
                <a:lnTo>
                  <a:pt x="1474797" y="101428"/>
                </a:lnTo>
                <a:lnTo>
                  <a:pt x="1537435" y="110061"/>
                </a:lnTo>
                <a:lnTo>
                  <a:pt x="1597943" y="119047"/>
                </a:lnTo>
                <a:lnTo>
                  <a:pt x="1656393" y="128392"/>
                </a:lnTo>
                <a:lnTo>
                  <a:pt x="1686582" y="13358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88" name="positive.Sample-1-1.segment1">
            <a:extLst xmlns:a="http://schemas.openxmlformats.org/drawingml/2006/main">
              <a:ext uri="{FF2B5EF4-FFF2-40B4-BE49-F238E27FC236}">
                <a16:creationId xmlns:a16="http://schemas.microsoft.com/office/drawing/2014/main" id="{15A1E75B-9AFC-4244-AC9B-170132B0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01540" y="8829675"/>
            <a:ext cx="116277" cy="2190750"/>
          </a:xfrm>
          <a:custGeom xmlns:a="http://schemas.openxmlformats.org/drawingml/2006/main">
            <a:pathLst>
              <a:path w="116277" h="2190750">
                <a:moveTo>
                  <a:pt x="0" y="2190750"/>
                </a:moveTo>
                <a:lnTo>
                  <a:pt x="10185" y="2106722"/>
                </a:lnTo>
                <a:lnTo>
                  <a:pt x="20197" y="2011274"/>
                </a:lnTo>
                <a:lnTo>
                  <a:pt x="22601" y="1986280"/>
                </a:lnTo>
                <a:lnTo>
                  <a:pt x="29868" y="1905458"/>
                </a:lnTo>
                <a:lnTo>
                  <a:pt x="39210" y="1788888"/>
                </a:lnTo>
                <a:lnTo>
                  <a:pt x="48235" y="1661221"/>
                </a:lnTo>
                <a:lnTo>
                  <a:pt x="56953" y="1522166"/>
                </a:lnTo>
                <a:lnTo>
                  <a:pt x="63739" y="1402080"/>
                </a:lnTo>
                <a:lnTo>
                  <a:pt x="65374" y="1371481"/>
                </a:lnTo>
                <a:lnTo>
                  <a:pt x="73509" y="1208975"/>
                </a:lnTo>
                <a:lnTo>
                  <a:pt x="81368" y="1034504"/>
                </a:lnTo>
                <a:lnTo>
                  <a:pt x="88959" y="847967"/>
                </a:lnTo>
                <a:lnTo>
                  <a:pt x="96292" y="649302"/>
                </a:lnTo>
                <a:lnTo>
                  <a:pt x="103376" y="438480"/>
                </a:lnTo>
                <a:lnTo>
                  <a:pt x="110219" y="215499"/>
                </a:lnTo>
                <a:lnTo>
                  <a:pt x="1162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89" name="positive.Sample-1-2.segment0">
            <a:extLst xmlns:a="http://schemas.openxmlformats.org/drawingml/2006/main">
              <a:ext uri="{FF2B5EF4-FFF2-40B4-BE49-F238E27FC236}">
                <a16:creationId xmlns:a16="http://schemas.microsoft.com/office/drawing/2014/main" id="{06433951-03F1-4D1A-B426-77D14B347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84579"/>
            <a:ext cx="365252" cy="35846"/>
          </a:xfrm>
          <a:custGeom xmlns:a="http://schemas.openxmlformats.org/drawingml/2006/main">
            <a:pathLst>
              <a:path w="365252" h="35846">
                <a:moveTo>
                  <a:pt x="0" y="0"/>
                </a:moveTo>
                <a:lnTo>
                  <a:pt x="98829" y="8667"/>
                </a:lnTo>
                <a:lnTo>
                  <a:pt x="194297" y="17714"/>
                </a:lnTo>
                <a:lnTo>
                  <a:pt x="286519" y="27150"/>
                </a:lnTo>
                <a:lnTo>
                  <a:pt x="365252" y="3584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0" name="positive.Sample-1-2.segment1">
            <a:extLst xmlns:a="http://schemas.openxmlformats.org/drawingml/2006/main">
              <a:ext uri="{FF2B5EF4-FFF2-40B4-BE49-F238E27FC236}">
                <a16:creationId xmlns:a16="http://schemas.microsoft.com/office/drawing/2014/main" id="{46B1DF9E-3235-4DCF-9BD3-3823901D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2540" y="8829675"/>
            <a:ext cx="91165" cy="2190750"/>
          </a:xfrm>
          <a:custGeom xmlns:a="http://schemas.openxmlformats.org/drawingml/2006/main">
            <a:pathLst>
              <a:path w="91165" h="2190750">
                <a:moveTo>
                  <a:pt x="0" y="2190750"/>
                </a:moveTo>
                <a:lnTo>
                  <a:pt x="6897" y="2100565"/>
                </a:lnTo>
                <a:lnTo>
                  <a:pt x="14675" y="1986280"/>
                </a:lnTo>
                <a:lnTo>
                  <a:pt x="16629" y="1955717"/>
                </a:lnTo>
                <a:lnTo>
                  <a:pt x="26030" y="1797404"/>
                </a:lnTo>
                <a:lnTo>
                  <a:pt x="35111" y="1625325"/>
                </a:lnTo>
                <a:lnTo>
                  <a:pt x="43884" y="1439248"/>
                </a:lnTo>
                <a:lnTo>
                  <a:pt x="45526" y="1402080"/>
                </a:lnTo>
                <a:lnTo>
                  <a:pt x="52358" y="1239002"/>
                </a:lnTo>
                <a:lnTo>
                  <a:pt x="60544" y="1024481"/>
                </a:lnTo>
                <a:lnTo>
                  <a:pt x="68452" y="795640"/>
                </a:lnTo>
                <a:lnTo>
                  <a:pt x="76091" y="552487"/>
                </a:lnTo>
                <a:lnTo>
                  <a:pt x="83470" y="295077"/>
                </a:lnTo>
                <a:lnTo>
                  <a:pt x="90598" y="23510"/>
                </a:lnTo>
                <a:lnTo>
                  <a:pt x="91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1" name="positive.Sample-1-3.segment0">
            <a:extLst xmlns:a="http://schemas.openxmlformats.org/drawingml/2006/main">
              <a:ext uri="{FF2B5EF4-FFF2-40B4-BE49-F238E27FC236}">
                <a16:creationId xmlns:a16="http://schemas.microsoft.com/office/drawing/2014/main" id="{26935500-F368-4D23-89C5-43F341CB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919336" cy="2047733"/>
          </a:xfrm>
          <a:custGeom xmlns:a="http://schemas.openxmlformats.org/drawingml/2006/main">
            <a:pathLst>
              <a:path w="2919336" h="2047733">
                <a:moveTo>
                  <a:pt x="0" y="2019823"/>
                </a:moveTo>
                <a:lnTo>
                  <a:pt x="107164" y="2021289"/>
                </a:lnTo>
                <a:lnTo>
                  <a:pt x="210684" y="2022785"/>
                </a:lnTo>
                <a:lnTo>
                  <a:pt x="310683" y="2024306"/>
                </a:lnTo>
                <a:lnTo>
                  <a:pt x="407282" y="2025849"/>
                </a:lnTo>
                <a:lnTo>
                  <a:pt x="500597" y="2027410"/>
                </a:lnTo>
                <a:lnTo>
                  <a:pt x="590738" y="2028982"/>
                </a:lnTo>
                <a:lnTo>
                  <a:pt x="677814" y="2030560"/>
                </a:lnTo>
                <a:lnTo>
                  <a:pt x="761929" y="2032138"/>
                </a:lnTo>
                <a:lnTo>
                  <a:pt x="843183" y="2033706"/>
                </a:lnTo>
                <a:lnTo>
                  <a:pt x="921675" y="2035257"/>
                </a:lnTo>
                <a:lnTo>
                  <a:pt x="997497" y="2036782"/>
                </a:lnTo>
                <a:lnTo>
                  <a:pt x="1070741" y="2038268"/>
                </a:lnTo>
                <a:lnTo>
                  <a:pt x="1141495" y="2039705"/>
                </a:lnTo>
                <a:lnTo>
                  <a:pt x="1209842" y="2041079"/>
                </a:lnTo>
                <a:lnTo>
                  <a:pt x="1275866" y="2042375"/>
                </a:lnTo>
                <a:lnTo>
                  <a:pt x="1339644" y="2043578"/>
                </a:lnTo>
                <a:lnTo>
                  <a:pt x="1401254" y="2044671"/>
                </a:lnTo>
                <a:lnTo>
                  <a:pt x="1460768" y="2045633"/>
                </a:lnTo>
                <a:lnTo>
                  <a:pt x="1518259" y="2046443"/>
                </a:lnTo>
                <a:lnTo>
                  <a:pt x="1573794" y="2047081"/>
                </a:lnTo>
                <a:lnTo>
                  <a:pt x="1627442" y="2047519"/>
                </a:lnTo>
                <a:lnTo>
                  <a:pt x="1679265" y="2047733"/>
                </a:lnTo>
                <a:lnTo>
                  <a:pt x="1729325" y="2047693"/>
                </a:lnTo>
                <a:lnTo>
                  <a:pt x="1777684" y="2047367"/>
                </a:lnTo>
                <a:lnTo>
                  <a:pt x="1824398" y="2046723"/>
                </a:lnTo>
                <a:lnTo>
                  <a:pt x="1869524" y="2045724"/>
                </a:lnTo>
                <a:lnTo>
                  <a:pt x="1913115" y="2044333"/>
                </a:lnTo>
                <a:lnTo>
                  <a:pt x="1955223" y="2042507"/>
                </a:lnTo>
                <a:lnTo>
                  <a:pt x="1995900" y="2040204"/>
                </a:lnTo>
                <a:lnTo>
                  <a:pt x="2035194" y="2037376"/>
                </a:lnTo>
                <a:lnTo>
                  <a:pt x="2073151" y="2033973"/>
                </a:lnTo>
                <a:lnTo>
                  <a:pt x="2109818" y="2029944"/>
                </a:lnTo>
                <a:lnTo>
                  <a:pt x="2145238" y="2025232"/>
                </a:lnTo>
                <a:lnTo>
                  <a:pt x="2179453" y="2019779"/>
                </a:lnTo>
                <a:lnTo>
                  <a:pt x="2212505" y="2013523"/>
                </a:lnTo>
                <a:lnTo>
                  <a:pt x="2244433" y="2006400"/>
                </a:lnTo>
                <a:lnTo>
                  <a:pt x="2275275" y="1998339"/>
                </a:lnTo>
                <a:lnTo>
                  <a:pt x="2305069" y="1989271"/>
                </a:lnTo>
                <a:lnTo>
                  <a:pt x="2313992" y="1986280"/>
                </a:lnTo>
                <a:lnTo>
                  <a:pt x="2333849" y="1979121"/>
                </a:lnTo>
                <a:lnTo>
                  <a:pt x="2361651" y="1967810"/>
                </a:lnTo>
                <a:lnTo>
                  <a:pt x="2388507" y="1955258"/>
                </a:lnTo>
                <a:lnTo>
                  <a:pt x="2414451" y="1941381"/>
                </a:lnTo>
                <a:lnTo>
                  <a:pt x="2439511" y="1926091"/>
                </a:lnTo>
                <a:lnTo>
                  <a:pt x="2463720" y="1909298"/>
                </a:lnTo>
                <a:lnTo>
                  <a:pt x="2487106" y="1890911"/>
                </a:lnTo>
                <a:lnTo>
                  <a:pt x="2509696" y="1870831"/>
                </a:lnTo>
                <a:lnTo>
                  <a:pt x="2531518" y="1848962"/>
                </a:lnTo>
                <a:lnTo>
                  <a:pt x="2552598" y="1825202"/>
                </a:lnTo>
                <a:lnTo>
                  <a:pt x="2572961" y="1799447"/>
                </a:lnTo>
                <a:lnTo>
                  <a:pt x="2592632" y="1771592"/>
                </a:lnTo>
                <a:lnTo>
                  <a:pt x="2611634" y="1741528"/>
                </a:lnTo>
                <a:lnTo>
                  <a:pt x="2629990" y="1709145"/>
                </a:lnTo>
                <a:lnTo>
                  <a:pt x="2647721" y="1674331"/>
                </a:lnTo>
                <a:lnTo>
                  <a:pt x="2664850" y="1636972"/>
                </a:lnTo>
                <a:lnTo>
                  <a:pt x="2681396" y="1596953"/>
                </a:lnTo>
                <a:lnTo>
                  <a:pt x="2697379" y="1554155"/>
                </a:lnTo>
                <a:lnTo>
                  <a:pt x="2712819" y="1508462"/>
                </a:lnTo>
                <a:lnTo>
                  <a:pt x="2727734" y="1459751"/>
                </a:lnTo>
                <a:lnTo>
                  <a:pt x="2742142" y="1407903"/>
                </a:lnTo>
                <a:lnTo>
                  <a:pt x="2743676" y="1402080"/>
                </a:lnTo>
                <a:lnTo>
                  <a:pt x="2756060" y="1352795"/>
                </a:lnTo>
                <a:lnTo>
                  <a:pt x="2769504" y="1294304"/>
                </a:lnTo>
                <a:lnTo>
                  <a:pt x="2782492" y="1232305"/>
                </a:lnTo>
                <a:lnTo>
                  <a:pt x="2795037" y="1166673"/>
                </a:lnTo>
                <a:lnTo>
                  <a:pt x="2807156" y="1097284"/>
                </a:lnTo>
                <a:lnTo>
                  <a:pt x="2818863" y="1024010"/>
                </a:lnTo>
                <a:lnTo>
                  <a:pt x="2830172" y="946726"/>
                </a:lnTo>
                <a:lnTo>
                  <a:pt x="2841097" y="865304"/>
                </a:lnTo>
                <a:lnTo>
                  <a:pt x="2851650" y="779618"/>
                </a:lnTo>
                <a:lnTo>
                  <a:pt x="2861844" y="689541"/>
                </a:lnTo>
                <a:lnTo>
                  <a:pt x="2871691" y="594946"/>
                </a:lnTo>
                <a:lnTo>
                  <a:pt x="2881203" y="495707"/>
                </a:lnTo>
                <a:lnTo>
                  <a:pt x="2890392" y="391701"/>
                </a:lnTo>
                <a:lnTo>
                  <a:pt x="2899269" y="282802"/>
                </a:lnTo>
                <a:lnTo>
                  <a:pt x="2907844" y="168890"/>
                </a:lnTo>
                <a:lnTo>
                  <a:pt x="2916127" y="49845"/>
                </a:lnTo>
                <a:lnTo>
                  <a:pt x="291933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2" name="positive.Sample-1-4.segment0">
            <a:extLst xmlns:a="http://schemas.openxmlformats.org/drawingml/2006/main">
              <a:ext uri="{FF2B5EF4-FFF2-40B4-BE49-F238E27FC236}">
                <a16:creationId xmlns:a16="http://schemas.microsoft.com/office/drawing/2014/main" id="{70652D80-4DDB-49F8-97A2-69B88BA9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87710"/>
            <a:ext cx="1856809" cy="132715"/>
          </a:xfrm>
          <a:custGeom xmlns:a="http://schemas.openxmlformats.org/drawingml/2006/main">
            <a:pathLst>
              <a:path w="1856809" h="132715">
                <a:moveTo>
                  <a:pt x="0" y="0"/>
                </a:moveTo>
                <a:lnTo>
                  <a:pt x="107342" y="3890"/>
                </a:lnTo>
                <a:lnTo>
                  <a:pt x="211034" y="7946"/>
                </a:lnTo>
                <a:lnTo>
                  <a:pt x="311201" y="12168"/>
                </a:lnTo>
                <a:lnTo>
                  <a:pt x="407961" y="16559"/>
                </a:lnTo>
                <a:lnTo>
                  <a:pt x="501430" y="21117"/>
                </a:lnTo>
                <a:lnTo>
                  <a:pt x="591722" y="25842"/>
                </a:lnTo>
                <a:lnTo>
                  <a:pt x="678943" y="30733"/>
                </a:lnTo>
                <a:lnTo>
                  <a:pt x="763198" y="35785"/>
                </a:lnTo>
                <a:lnTo>
                  <a:pt x="844587" y="40993"/>
                </a:lnTo>
                <a:lnTo>
                  <a:pt x="923210" y="46350"/>
                </a:lnTo>
                <a:lnTo>
                  <a:pt x="999158" y="51847"/>
                </a:lnTo>
                <a:lnTo>
                  <a:pt x="1072525" y="57473"/>
                </a:lnTo>
                <a:lnTo>
                  <a:pt x="1143396" y="63213"/>
                </a:lnTo>
                <a:lnTo>
                  <a:pt x="1211857" y="69050"/>
                </a:lnTo>
                <a:lnTo>
                  <a:pt x="1277991" y="74963"/>
                </a:lnTo>
                <a:lnTo>
                  <a:pt x="1341875" y="80928"/>
                </a:lnTo>
                <a:lnTo>
                  <a:pt x="1403587" y="86914"/>
                </a:lnTo>
                <a:lnTo>
                  <a:pt x="1463201" y="92889"/>
                </a:lnTo>
                <a:lnTo>
                  <a:pt x="1520787" y="98813"/>
                </a:lnTo>
                <a:lnTo>
                  <a:pt x="1576415" y="104639"/>
                </a:lnTo>
                <a:lnTo>
                  <a:pt x="1630152" y="110316"/>
                </a:lnTo>
                <a:lnTo>
                  <a:pt x="1682061" y="115784"/>
                </a:lnTo>
                <a:lnTo>
                  <a:pt x="1732205" y="120974"/>
                </a:lnTo>
                <a:lnTo>
                  <a:pt x="1780644" y="125811"/>
                </a:lnTo>
                <a:lnTo>
                  <a:pt x="1827436" y="130207"/>
                </a:lnTo>
                <a:lnTo>
                  <a:pt x="1856809" y="13271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3" name="positive.Sample-1-4.segment1">
            <a:extLst xmlns:a="http://schemas.openxmlformats.org/drawingml/2006/main">
              <a:ext uri="{FF2B5EF4-FFF2-40B4-BE49-F238E27FC236}">
                <a16:creationId xmlns:a16="http://schemas.microsoft.com/office/drawing/2014/main" id="{A53E969A-1E2D-4A45-834B-A0C878825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768" y="8829675"/>
            <a:ext cx="660347" cy="2190750"/>
          </a:xfrm>
          <a:custGeom xmlns:a="http://schemas.openxmlformats.org/drawingml/2006/main">
            <a:pathLst>
              <a:path w="660347" h="2190750">
                <a:moveTo>
                  <a:pt x="0" y="2190750"/>
                </a:moveTo>
                <a:lnTo>
                  <a:pt x="17631" y="2187964"/>
                </a:lnTo>
                <a:lnTo>
                  <a:pt x="50738" y="2180564"/>
                </a:lnTo>
                <a:lnTo>
                  <a:pt x="82719" y="2170953"/>
                </a:lnTo>
                <a:lnTo>
                  <a:pt x="113612" y="2158892"/>
                </a:lnTo>
                <a:lnTo>
                  <a:pt x="143456" y="2144134"/>
                </a:lnTo>
                <a:lnTo>
                  <a:pt x="172284" y="2126421"/>
                </a:lnTo>
                <a:lnTo>
                  <a:pt x="200132" y="2105495"/>
                </a:lnTo>
                <a:lnTo>
                  <a:pt x="227033" y="2081094"/>
                </a:lnTo>
                <a:lnTo>
                  <a:pt x="253019" y="2052958"/>
                </a:lnTo>
                <a:lnTo>
                  <a:pt x="278122" y="2020834"/>
                </a:lnTo>
                <a:lnTo>
                  <a:pt x="301252" y="1986280"/>
                </a:lnTo>
                <a:lnTo>
                  <a:pt x="302371" y="1984477"/>
                </a:lnTo>
                <a:lnTo>
                  <a:pt x="325795" y="1943657"/>
                </a:lnTo>
                <a:lnTo>
                  <a:pt x="348423" y="1898159"/>
                </a:lnTo>
                <a:lnTo>
                  <a:pt x="370282" y="1847790"/>
                </a:lnTo>
                <a:lnTo>
                  <a:pt x="391397" y="1792380"/>
                </a:lnTo>
                <a:lnTo>
                  <a:pt x="411794" y="1731784"/>
                </a:lnTo>
                <a:lnTo>
                  <a:pt x="431497" y="1665884"/>
                </a:lnTo>
                <a:lnTo>
                  <a:pt x="450531" y="1594588"/>
                </a:lnTo>
                <a:lnTo>
                  <a:pt x="468917" y="1517833"/>
                </a:lnTo>
                <a:lnTo>
                  <a:pt x="486678" y="1435580"/>
                </a:lnTo>
                <a:lnTo>
                  <a:pt x="493426" y="1402080"/>
                </a:lnTo>
                <a:lnTo>
                  <a:pt x="503835" y="1347813"/>
                </a:lnTo>
                <a:lnTo>
                  <a:pt x="520409" y="1254539"/>
                </a:lnTo>
                <a:lnTo>
                  <a:pt x="536419" y="1155781"/>
                </a:lnTo>
                <a:lnTo>
                  <a:pt x="551885" y="1051580"/>
                </a:lnTo>
                <a:lnTo>
                  <a:pt x="566825" y="941988"/>
                </a:lnTo>
                <a:lnTo>
                  <a:pt x="581256" y="827065"/>
                </a:lnTo>
                <a:lnTo>
                  <a:pt x="595197" y="706880"/>
                </a:lnTo>
                <a:lnTo>
                  <a:pt x="608664" y="581506"/>
                </a:lnTo>
                <a:lnTo>
                  <a:pt x="621673" y="451021"/>
                </a:lnTo>
                <a:lnTo>
                  <a:pt x="634240" y="315503"/>
                </a:lnTo>
                <a:lnTo>
                  <a:pt x="646379" y="175034"/>
                </a:lnTo>
                <a:lnTo>
                  <a:pt x="658106" y="29699"/>
                </a:lnTo>
                <a:lnTo>
                  <a:pt x="6603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4" name="positive.Sample-1-5.segment0">
            <a:extLst xmlns:a="http://schemas.openxmlformats.org/drawingml/2006/main">
              <a:ext uri="{FF2B5EF4-FFF2-40B4-BE49-F238E27FC236}">
                <a16:creationId xmlns:a16="http://schemas.microsoft.com/office/drawing/2014/main" id="{28702EBD-15AD-4703-A34C-46F717FE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72042"/>
            <a:ext cx="1938948" cy="148383"/>
          </a:xfrm>
          <a:custGeom xmlns:a="http://schemas.openxmlformats.org/drawingml/2006/main">
            <a:pathLst>
              <a:path w="1938948" h="148383">
                <a:moveTo>
                  <a:pt x="0" y="0"/>
                </a:moveTo>
                <a:lnTo>
                  <a:pt x="114892" y="3310"/>
                </a:lnTo>
                <a:lnTo>
                  <a:pt x="225877" y="6795"/>
                </a:lnTo>
                <a:lnTo>
                  <a:pt x="333088" y="10463"/>
                </a:lnTo>
                <a:lnTo>
                  <a:pt x="436653" y="14320"/>
                </a:lnTo>
                <a:lnTo>
                  <a:pt x="536696" y="18374"/>
                </a:lnTo>
                <a:lnTo>
                  <a:pt x="633338" y="22632"/>
                </a:lnTo>
                <a:lnTo>
                  <a:pt x="726693" y="27103"/>
                </a:lnTo>
                <a:lnTo>
                  <a:pt x="816874" y="31794"/>
                </a:lnTo>
                <a:lnTo>
                  <a:pt x="903988" y="36713"/>
                </a:lnTo>
                <a:lnTo>
                  <a:pt x="988140" y="41867"/>
                </a:lnTo>
                <a:lnTo>
                  <a:pt x="1069430" y="47263"/>
                </a:lnTo>
                <a:lnTo>
                  <a:pt x="1147956" y="52910"/>
                </a:lnTo>
                <a:lnTo>
                  <a:pt x="1223812" y="58813"/>
                </a:lnTo>
                <a:lnTo>
                  <a:pt x="1297088" y="64981"/>
                </a:lnTo>
                <a:lnTo>
                  <a:pt x="1367872" y="71418"/>
                </a:lnTo>
                <a:lnTo>
                  <a:pt x="1436250" y="78132"/>
                </a:lnTo>
                <a:lnTo>
                  <a:pt x="1502302" y="85126"/>
                </a:lnTo>
                <a:lnTo>
                  <a:pt x="1566108" y="92407"/>
                </a:lnTo>
                <a:lnTo>
                  <a:pt x="1627745" y="99977"/>
                </a:lnTo>
                <a:lnTo>
                  <a:pt x="1687286" y="107840"/>
                </a:lnTo>
                <a:lnTo>
                  <a:pt x="1744802" y="115996"/>
                </a:lnTo>
                <a:lnTo>
                  <a:pt x="1800362" y="124448"/>
                </a:lnTo>
                <a:lnTo>
                  <a:pt x="1854032" y="133193"/>
                </a:lnTo>
                <a:lnTo>
                  <a:pt x="1905878" y="142228"/>
                </a:lnTo>
                <a:lnTo>
                  <a:pt x="1938948" y="14838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5" name="positive.Sample-1-5.segment1">
            <a:extLst xmlns:a="http://schemas.openxmlformats.org/drawingml/2006/main">
              <a:ext uri="{FF2B5EF4-FFF2-40B4-BE49-F238E27FC236}">
                <a16:creationId xmlns:a16="http://schemas.microsoft.com/office/drawing/2014/main" id="{EAF23F7A-68A6-41A2-9927-842675056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0864" y="8829675"/>
            <a:ext cx="190107" cy="2190750"/>
          </a:xfrm>
          <a:custGeom xmlns:a="http://schemas.openxmlformats.org/drawingml/2006/main">
            <a:pathLst>
              <a:path w="190107" h="2190750">
                <a:moveTo>
                  <a:pt x="0" y="2190750"/>
                </a:moveTo>
                <a:lnTo>
                  <a:pt x="1597" y="2185723"/>
                </a:lnTo>
                <a:lnTo>
                  <a:pt x="15048" y="2135947"/>
                </a:lnTo>
                <a:lnTo>
                  <a:pt x="28041" y="2079870"/>
                </a:lnTo>
                <a:lnTo>
                  <a:pt x="40592" y="2017155"/>
                </a:lnTo>
                <a:lnTo>
                  <a:pt x="46170" y="1986280"/>
                </a:lnTo>
                <a:lnTo>
                  <a:pt x="52716" y="1947481"/>
                </a:lnTo>
                <a:lnTo>
                  <a:pt x="64428" y="1870552"/>
                </a:lnTo>
                <a:lnTo>
                  <a:pt x="75742" y="1786094"/>
                </a:lnTo>
                <a:lnTo>
                  <a:pt x="86671" y="1693864"/>
                </a:lnTo>
                <a:lnTo>
                  <a:pt x="97229" y="1593655"/>
                </a:lnTo>
                <a:lnTo>
                  <a:pt x="107427" y="1485294"/>
                </a:lnTo>
                <a:lnTo>
                  <a:pt x="114561" y="1402080"/>
                </a:lnTo>
                <a:lnTo>
                  <a:pt x="117279" y="1368651"/>
                </a:lnTo>
                <a:lnTo>
                  <a:pt x="126796" y="1243635"/>
                </a:lnTo>
                <a:lnTo>
                  <a:pt x="135989" y="1110202"/>
                </a:lnTo>
                <a:lnTo>
                  <a:pt x="144869" y="968349"/>
                </a:lnTo>
                <a:lnTo>
                  <a:pt x="153448" y="818121"/>
                </a:lnTo>
                <a:lnTo>
                  <a:pt x="161735" y="659607"/>
                </a:lnTo>
                <a:lnTo>
                  <a:pt x="169740" y="492941"/>
                </a:lnTo>
                <a:lnTo>
                  <a:pt x="177472" y="318300"/>
                </a:lnTo>
                <a:lnTo>
                  <a:pt x="184942" y="135904"/>
                </a:lnTo>
                <a:lnTo>
                  <a:pt x="1901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6" name="positive.Sample-2-1.segment0">
            <a:extLst xmlns:a="http://schemas.openxmlformats.org/drawingml/2006/main">
              <a:ext uri="{FF2B5EF4-FFF2-40B4-BE49-F238E27FC236}">
                <a16:creationId xmlns:a16="http://schemas.microsoft.com/office/drawing/2014/main" id="{BF0D55D5-891D-4B28-8920-8C97F7D3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3975462" cy="1984811"/>
          </a:xfrm>
          <a:custGeom xmlns:a="http://schemas.openxmlformats.org/drawingml/2006/main">
            <a:pathLst>
              <a:path w="3975462" h="1984811">
                <a:moveTo>
                  <a:pt x="0" y="1984811"/>
                </a:moveTo>
                <a:lnTo>
                  <a:pt x="145208" y="1984573"/>
                </a:lnTo>
                <a:lnTo>
                  <a:pt x="285479" y="1984304"/>
                </a:lnTo>
                <a:lnTo>
                  <a:pt x="420980" y="1984002"/>
                </a:lnTo>
                <a:lnTo>
                  <a:pt x="551873" y="1983663"/>
                </a:lnTo>
                <a:lnTo>
                  <a:pt x="678315" y="1983282"/>
                </a:lnTo>
                <a:lnTo>
                  <a:pt x="800457" y="1982855"/>
                </a:lnTo>
                <a:lnTo>
                  <a:pt x="918446" y="1982377"/>
                </a:lnTo>
                <a:lnTo>
                  <a:pt x="1032423" y="1981843"/>
                </a:lnTo>
                <a:lnTo>
                  <a:pt x="1142524" y="1981246"/>
                </a:lnTo>
                <a:lnTo>
                  <a:pt x="1248881" y="1980581"/>
                </a:lnTo>
                <a:lnTo>
                  <a:pt x="1351622" y="1979839"/>
                </a:lnTo>
                <a:lnTo>
                  <a:pt x="1450868" y="1979014"/>
                </a:lnTo>
                <a:lnTo>
                  <a:pt x="1546740" y="1978096"/>
                </a:lnTo>
                <a:lnTo>
                  <a:pt x="1639352" y="1977076"/>
                </a:lnTo>
                <a:lnTo>
                  <a:pt x="1728814" y="1975943"/>
                </a:lnTo>
                <a:lnTo>
                  <a:pt x="1815235" y="1974688"/>
                </a:lnTo>
                <a:lnTo>
                  <a:pt x="1898717" y="1973297"/>
                </a:lnTo>
                <a:lnTo>
                  <a:pt x="1979359" y="1971757"/>
                </a:lnTo>
                <a:lnTo>
                  <a:pt x="2057260" y="1970054"/>
                </a:lnTo>
                <a:lnTo>
                  <a:pt x="2132512" y="1968172"/>
                </a:lnTo>
                <a:lnTo>
                  <a:pt x="2205204" y="1966095"/>
                </a:lnTo>
                <a:lnTo>
                  <a:pt x="2275425" y="1963804"/>
                </a:lnTo>
                <a:lnTo>
                  <a:pt x="2343258" y="1961280"/>
                </a:lnTo>
                <a:lnTo>
                  <a:pt x="2408784" y="1958500"/>
                </a:lnTo>
                <a:lnTo>
                  <a:pt x="2472083" y="1955443"/>
                </a:lnTo>
                <a:lnTo>
                  <a:pt x="2533228" y="1952083"/>
                </a:lnTo>
                <a:lnTo>
                  <a:pt x="2592295" y="1948393"/>
                </a:lnTo>
                <a:lnTo>
                  <a:pt x="2649353" y="1944346"/>
                </a:lnTo>
                <a:lnTo>
                  <a:pt x="2704470" y="1939909"/>
                </a:lnTo>
                <a:lnTo>
                  <a:pt x="2757714" y="1935051"/>
                </a:lnTo>
                <a:lnTo>
                  <a:pt x="2809146" y="1929736"/>
                </a:lnTo>
                <a:lnTo>
                  <a:pt x="2858830" y="1923927"/>
                </a:lnTo>
                <a:lnTo>
                  <a:pt x="2906825" y="1917583"/>
                </a:lnTo>
                <a:lnTo>
                  <a:pt x="2953187" y="1910662"/>
                </a:lnTo>
                <a:lnTo>
                  <a:pt x="2997973" y="1903118"/>
                </a:lnTo>
                <a:lnTo>
                  <a:pt x="3041236" y="1894904"/>
                </a:lnTo>
                <a:lnTo>
                  <a:pt x="3083027" y="1885968"/>
                </a:lnTo>
                <a:lnTo>
                  <a:pt x="3123398" y="1876257"/>
                </a:lnTo>
                <a:lnTo>
                  <a:pt x="3162396" y="1865714"/>
                </a:lnTo>
                <a:lnTo>
                  <a:pt x="3200067" y="1854278"/>
                </a:lnTo>
                <a:lnTo>
                  <a:pt x="3236458" y="1841888"/>
                </a:lnTo>
                <a:lnTo>
                  <a:pt x="3271611" y="1828476"/>
                </a:lnTo>
                <a:lnTo>
                  <a:pt x="3305569" y="1813975"/>
                </a:lnTo>
                <a:lnTo>
                  <a:pt x="3338372" y="1798310"/>
                </a:lnTo>
                <a:lnTo>
                  <a:pt x="3370060" y="1781408"/>
                </a:lnTo>
                <a:lnTo>
                  <a:pt x="3400670" y="1763189"/>
                </a:lnTo>
                <a:lnTo>
                  <a:pt x="3430239" y="1743572"/>
                </a:lnTo>
                <a:lnTo>
                  <a:pt x="3458803" y="1722472"/>
                </a:lnTo>
                <a:lnTo>
                  <a:pt x="3486395" y="1699802"/>
                </a:lnTo>
                <a:lnTo>
                  <a:pt x="3513050" y="1675471"/>
                </a:lnTo>
                <a:lnTo>
                  <a:pt x="3538797" y="1649387"/>
                </a:lnTo>
                <a:lnTo>
                  <a:pt x="3563670" y="1621454"/>
                </a:lnTo>
                <a:lnTo>
                  <a:pt x="3587696" y="1591574"/>
                </a:lnTo>
                <a:lnTo>
                  <a:pt x="3610905" y="1559648"/>
                </a:lnTo>
                <a:lnTo>
                  <a:pt x="3633326" y="1525573"/>
                </a:lnTo>
                <a:lnTo>
                  <a:pt x="3654983" y="1489247"/>
                </a:lnTo>
                <a:lnTo>
                  <a:pt x="3675905" y="1450564"/>
                </a:lnTo>
                <a:lnTo>
                  <a:pt x="3696115" y="1409419"/>
                </a:lnTo>
                <a:lnTo>
                  <a:pt x="3699523" y="1402080"/>
                </a:lnTo>
                <a:lnTo>
                  <a:pt x="3715637" y="1365705"/>
                </a:lnTo>
                <a:lnTo>
                  <a:pt x="3734496" y="1319316"/>
                </a:lnTo>
                <a:lnTo>
                  <a:pt x="3752714" y="1270146"/>
                </a:lnTo>
                <a:lnTo>
                  <a:pt x="3770312" y="1218089"/>
                </a:lnTo>
                <a:lnTo>
                  <a:pt x="3787311" y="1163042"/>
                </a:lnTo>
                <a:lnTo>
                  <a:pt x="3803733" y="1104901"/>
                </a:lnTo>
                <a:lnTo>
                  <a:pt x="3819596" y="1043568"/>
                </a:lnTo>
                <a:lnTo>
                  <a:pt x="3834920" y="978946"/>
                </a:lnTo>
                <a:lnTo>
                  <a:pt x="3849722" y="910943"/>
                </a:lnTo>
                <a:lnTo>
                  <a:pt x="3864022" y="839473"/>
                </a:lnTo>
                <a:lnTo>
                  <a:pt x="3877835" y="764454"/>
                </a:lnTo>
                <a:lnTo>
                  <a:pt x="3891178" y="685813"/>
                </a:lnTo>
                <a:lnTo>
                  <a:pt x="3904068" y="603483"/>
                </a:lnTo>
                <a:lnTo>
                  <a:pt x="3916519" y="517409"/>
                </a:lnTo>
                <a:lnTo>
                  <a:pt x="3928547" y="427544"/>
                </a:lnTo>
                <a:lnTo>
                  <a:pt x="3940166" y="333856"/>
                </a:lnTo>
                <a:lnTo>
                  <a:pt x="3951389" y="236322"/>
                </a:lnTo>
                <a:lnTo>
                  <a:pt x="3962231" y="134939"/>
                </a:lnTo>
                <a:lnTo>
                  <a:pt x="3972705" y="29716"/>
                </a:lnTo>
                <a:lnTo>
                  <a:pt x="39754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7" name="positive.Sample-2-2.segment0">
            <a:extLst xmlns:a="http://schemas.openxmlformats.org/drawingml/2006/main">
              <a:ext uri="{FF2B5EF4-FFF2-40B4-BE49-F238E27FC236}">
                <a16:creationId xmlns:a16="http://schemas.microsoft.com/office/drawing/2014/main" id="{6EC88766-CDEB-41B0-AA43-87688FB7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85361"/>
            <a:ext cx="355003" cy="35064"/>
          </a:xfrm>
          <a:custGeom xmlns:a="http://schemas.openxmlformats.org/drawingml/2006/main">
            <a:pathLst>
              <a:path w="355003" h="35064">
                <a:moveTo>
                  <a:pt x="0" y="0"/>
                </a:moveTo>
                <a:lnTo>
                  <a:pt x="89353" y="8013"/>
                </a:lnTo>
                <a:lnTo>
                  <a:pt x="175667" y="16248"/>
                </a:lnTo>
                <a:lnTo>
                  <a:pt x="259046" y="24690"/>
                </a:lnTo>
                <a:lnTo>
                  <a:pt x="339590" y="33321"/>
                </a:lnTo>
                <a:lnTo>
                  <a:pt x="355003" y="35064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8" name="positive.Sample-2-2.segment1">
            <a:extLst xmlns:a="http://schemas.openxmlformats.org/drawingml/2006/main">
              <a:ext uri="{FF2B5EF4-FFF2-40B4-BE49-F238E27FC236}">
                <a16:creationId xmlns:a16="http://schemas.microsoft.com/office/drawing/2014/main" id="{8902A1CE-4753-4CA4-92F5-DB347F0E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868" y="8829675"/>
            <a:ext cx="445077" cy="2190750"/>
          </a:xfrm>
          <a:custGeom xmlns:a="http://schemas.openxmlformats.org/drawingml/2006/main">
            <a:pathLst>
              <a:path w="445077" h="2190750">
                <a:moveTo>
                  <a:pt x="0" y="2190750"/>
                </a:moveTo>
                <a:lnTo>
                  <a:pt x="21137" y="2167331"/>
                </a:lnTo>
                <a:lnTo>
                  <a:pt x="49666" y="2129443"/>
                </a:lnTo>
                <a:lnTo>
                  <a:pt x="77224" y="2086021"/>
                </a:lnTo>
                <a:lnTo>
                  <a:pt x="103846" y="2036702"/>
                </a:lnTo>
                <a:lnTo>
                  <a:pt x="127337" y="1986280"/>
                </a:lnTo>
                <a:lnTo>
                  <a:pt x="129562" y="1981137"/>
                </a:lnTo>
                <a:lnTo>
                  <a:pt x="154404" y="1918994"/>
                </a:lnTo>
                <a:lnTo>
                  <a:pt x="178401" y="1849964"/>
                </a:lnTo>
                <a:lnTo>
                  <a:pt x="201582" y="1773763"/>
                </a:lnTo>
                <a:lnTo>
                  <a:pt x="223974" y="1690138"/>
                </a:lnTo>
                <a:lnTo>
                  <a:pt x="245606" y="1598871"/>
                </a:lnTo>
                <a:lnTo>
                  <a:pt x="266501" y="1499779"/>
                </a:lnTo>
                <a:lnTo>
                  <a:pt x="285007" y="1402080"/>
                </a:lnTo>
                <a:lnTo>
                  <a:pt x="286686" y="1392719"/>
                </a:lnTo>
                <a:lnTo>
                  <a:pt x="306185" y="1277584"/>
                </a:lnTo>
                <a:lnTo>
                  <a:pt x="325021" y="1154308"/>
                </a:lnTo>
                <a:lnTo>
                  <a:pt x="343216" y="1022860"/>
                </a:lnTo>
                <a:lnTo>
                  <a:pt x="360792" y="883246"/>
                </a:lnTo>
                <a:lnTo>
                  <a:pt x="377771" y="735505"/>
                </a:lnTo>
                <a:lnTo>
                  <a:pt x="394172" y="579704"/>
                </a:lnTo>
                <a:lnTo>
                  <a:pt x="410016" y="415942"/>
                </a:lnTo>
                <a:lnTo>
                  <a:pt x="425321" y="244339"/>
                </a:lnTo>
                <a:lnTo>
                  <a:pt x="440106" y="65039"/>
                </a:lnTo>
                <a:lnTo>
                  <a:pt x="445077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299" name="positive.Sample-2-3.segment0">
            <a:extLst xmlns:a="http://schemas.openxmlformats.org/drawingml/2006/main">
              <a:ext uri="{FF2B5EF4-FFF2-40B4-BE49-F238E27FC236}">
                <a16:creationId xmlns:a16="http://schemas.microsoft.com/office/drawing/2014/main" id="{DD9A6DCF-5BF2-4C07-9E2F-79162531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41466"/>
            <a:ext cx="1051869" cy="78959"/>
          </a:xfrm>
          <a:custGeom xmlns:a="http://schemas.openxmlformats.org/drawingml/2006/main">
            <a:pathLst>
              <a:path w="1051869" h="78959">
                <a:moveTo>
                  <a:pt x="0" y="0"/>
                </a:moveTo>
                <a:lnTo>
                  <a:pt x="105851" y="5731"/>
                </a:lnTo>
                <a:lnTo>
                  <a:pt x="208102" y="11640"/>
                </a:lnTo>
                <a:lnTo>
                  <a:pt x="306877" y="17725"/>
                </a:lnTo>
                <a:lnTo>
                  <a:pt x="402292" y="23982"/>
                </a:lnTo>
                <a:lnTo>
                  <a:pt x="494463" y="30408"/>
                </a:lnTo>
                <a:lnTo>
                  <a:pt x="583500" y="36998"/>
                </a:lnTo>
                <a:lnTo>
                  <a:pt x="669509" y="43745"/>
                </a:lnTo>
                <a:lnTo>
                  <a:pt x="752593" y="50644"/>
                </a:lnTo>
                <a:lnTo>
                  <a:pt x="832852" y="57684"/>
                </a:lnTo>
                <a:lnTo>
                  <a:pt x="910382" y="64857"/>
                </a:lnTo>
                <a:lnTo>
                  <a:pt x="985276" y="72149"/>
                </a:lnTo>
                <a:lnTo>
                  <a:pt x="1051869" y="7895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0" name="positive.Sample-2-3.segment1">
            <a:extLst xmlns:a="http://schemas.openxmlformats.org/drawingml/2006/main">
              <a:ext uri="{FF2B5EF4-FFF2-40B4-BE49-F238E27FC236}">
                <a16:creationId xmlns:a16="http://schemas.microsoft.com/office/drawing/2014/main" id="{B6B42D09-4D11-4395-BB4A-5EB55462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4185" y="8829675"/>
            <a:ext cx="369691" cy="2190750"/>
          </a:xfrm>
          <a:custGeom xmlns:a="http://schemas.openxmlformats.org/drawingml/2006/main">
            <a:pathLst>
              <a:path w="369691" h="2190750">
                <a:moveTo>
                  <a:pt x="0" y="2190750"/>
                </a:moveTo>
                <a:lnTo>
                  <a:pt x="15632" y="2172478"/>
                </a:lnTo>
                <a:lnTo>
                  <a:pt x="36453" y="2144150"/>
                </a:lnTo>
                <a:lnTo>
                  <a:pt x="56567" y="2112496"/>
                </a:lnTo>
                <a:lnTo>
                  <a:pt x="75997" y="2077318"/>
                </a:lnTo>
                <a:lnTo>
                  <a:pt x="94766" y="2038414"/>
                </a:lnTo>
                <a:lnTo>
                  <a:pt x="112897" y="1995578"/>
                </a:lnTo>
                <a:lnTo>
                  <a:pt x="116541" y="1986280"/>
                </a:lnTo>
                <a:lnTo>
                  <a:pt x="130411" y="1948603"/>
                </a:lnTo>
                <a:lnTo>
                  <a:pt x="147330" y="1897279"/>
                </a:lnTo>
                <a:lnTo>
                  <a:pt x="163673" y="1841394"/>
                </a:lnTo>
                <a:lnTo>
                  <a:pt x="179461" y="1780735"/>
                </a:lnTo>
                <a:lnTo>
                  <a:pt x="194711" y="1715091"/>
                </a:lnTo>
                <a:lnTo>
                  <a:pt x="209444" y="1644247"/>
                </a:lnTo>
                <a:lnTo>
                  <a:pt x="223675" y="1567993"/>
                </a:lnTo>
                <a:lnTo>
                  <a:pt x="237422" y="1486118"/>
                </a:lnTo>
                <a:lnTo>
                  <a:pt x="250173" y="1402080"/>
                </a:lnTo>
                <a:lnTo>
                  <a:pt x="250702" y="1398412"/>
                </a:lnTo>
                <a:lnTo>
                  <a:pt x="263530" y="1304670"/>
                </a:lnTo>
                <a:lnTo>
                  <a:pt x="275922" y="1204687"/>
                </a:lnTo>
                <a:lnTo>
                  <a:pt x="287893" y="1098264"/>
                </a:lnTo>
                <a:lnTo>
                  <a:pt x="299456" y="985204"/>
                </a:lnTo>
                <a:lnTo>
                  <a:pt x="310627" y="865313"/>
                </a:lnTo>
                <a:lnTo>
                  <a:pt x="321417" y="738405"/>
                </a:lnTo>
                <a:lnTo>
                  <a:pt x="331841" y="604296"/>
                </a:lnTo>
                <a:lnTo>
                  <a:pt x="341910" y="462810"/>
                </a:lnTo>
                <a:lnTo>
                  <a:pt x="351637" y="313775"/>
                </a:lnTo>
                <a:lnTo>
                  <a:pt x="361033" y="157027"/>
                </a:lnTo>
                <a:lnTo>
                  <a:pt x="369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1" name="positive.Sample-2-4.segment0">
            <a:extLst xmlns:a="http://schemas.openxmlformats.org/drawingml/2006/main">
              <a:ext uri="{FF2B5EF4-FFF2-40B4-BE49-F238E27FC236}">
                <a16:creationId xmlns:a16="http://schemas.microsoft.com/office/drawing/2014/main" id="{B0000F7A-C47D-4C53-8859-79D1F5F3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156021" cy="1789756"/>
          </a:xfrm>
          <a:custGeom xmlns:a="http://schemas.openxmlformats.org/drawingml/2006/main">
            <a:pathLst>
              <a:path w="2156021" h="1789756">
                <a:moveTo>
                  <a:pt x="0" y="1789756"/>
                </a:moveTo>
                <a:lnTo>
                  <a:pt x="92588" y="1778286"/>
                </a:lnTo>
                <a:lnTo>
                  <a:pt x="182028" y="1766198"/>
                </a:lnTo>
                <a:lnTo>
                  <a:pt x="268426" y="1753463"/>
                </a:lnTo>
                <a:lnTo>
                  <a:pt x="351887" y="1740051"/>
                </a:lnTo>
                <a:lnTo>
                  <a:pt x="432509" y="1725929"/>
                </a:lnTo>
                <a:lnTo>
                  <a:pt x="510390" y="1711066"/>
                </a:lnTo>
                <a:lnTo>
                  <a:pt x="585622" y="1695425"/>
                </a:lnTo>
                <a:lnTo>
                  <a:pt x="658297" y="1678970"/>
                </a:lnTo>
                <a:lnTo>
                  <a:pt x="728499" y="1661666"/>
                </a:lnTo>
                <a:lnTo>
                  <a:pt x="796315" y="1643472"/>
                </a:lnTo>
                <a:lnTo>
                  <a:pt x="861825" y="1624349"/>
                </a:lnTo>
                <a:lnTo>
                  <a:pt x="925107" y="1604255"/>
                </a:lnTo>
                <a:lnTo>
                  <a:pt x="986237" y="1583147"/>
                </a:lnTo>
                <a:lnTo>
                  <a:pt x="1045288" y="1560980"/>
                </a:lnTo>
                <a:lnTo>
                  <a:pt x="1102332" y="1537708"/>
                </a:lnTo>
                <a:lnTo>
                  <a:pt x="1157435" y="1513283"/>
                </a:lnTo>
                <a:lnTo>
                  <a:pt x="1210665" y="1487655"/>
                </a:lnTo>
                <a:lnTo>
                  <a:pt x="1262085" y="1460773"/>
                </a:lnTo>
                <a:lnTo>
                  <a:pt x="1311756" y="1432585"/>
                </a:lnTo>
                <a:lnTo>
                  <a:pt x="1359738" y="1403036"/>
                </a:lnTo>
                <a:lnTo>
                  <a:pt x="1361226" y="1402080"/>
                </a:lnTo>
                <a:lnTo>
                  <a:pt x="1406089" y="1372069"/>
                </a:lnTo>
                <a:lnTo>
                  <a:pt x="1450863" y="1339627"/>
                </a:lnTo>
                <a:lnTo>
                  <a:pt x="1494115" y="1305650"/>
                </a:lnTo>
                <a:lnTo>
                  <a:pt x="1535896" y="1270077"/>
                </a:lnTo>
                <a:lnTo>
                  <a:pt x="1576256" y="1232845"/>
                </a:lnTo>
                <a:lnTo>
                  <a:pt x="1615244" y="1193889"/>
                </a:lnTo>
                <a:lnTo>
                  <a:pt x="1652906" y="1153144"/>
                </a:lnTo>
                <a:lnTo>
                  <a:pt x="1689288" y="1110542"/>
                </a:lnTo>
                <a:lnTo>
                  <a:pt x="1724432" y="1066013"/>
                </a:lnTo>
                <a:lnTo>
                  <a:pt x="1758381" y="1019488"/>
                </a:lnTo>
                <a:lnTo>
                  <a:pt x="1791176" y="970895"/>
                </a:lnTo>
                <a:lnTo>
                  <a:pt x="1822855" y="920161"/>
                </a:lnTo>
                <a:lnTo>
                  <a:pt x="1853458" y="867214"/>
                </a:lnTo>
                <a:lnTo>
                  <a:pt x="1883019" y="811979"/>
                </a:lnTo>
                <a:lnTo>
                  <a:pt x="1911576" y="754381"/>
                </a:lnTo>
                <a:lnTo>
                  <a:pt x="1939161" y="694346"/>
                </a:lnTo>
                <a:lnTo>
                  <a:pt x="1965809" y="631800"/>
                </a:lnTo>
                <a:lnTo>
                  <a:pt x="1991550" y="566669"/>
                </a:lnTo>
                <a:lnTo>
                  <a:pt x="2016416" y="498879"/>
                </a:lnTo>
                <a:lnTo>
                  <a:pt x="2040436" y="428359"/>
                </a:lnTo>
                <a:lnTo>
                  <a:pt x="2063640" y="355042"/>
                </a:lnTo>
                <a:lnTo>
                  <a:pt x="2086054" y="278859"/>
                </a:lnTo>
                <a:lnTo>
                  <a:pt x="2107706" y="199748"/>
                </a:lnTo>
                <a:lnTo>
                  <a:pt x="2128622" y="117651"/>
                </a:lnTo>
                <a:lnTo>
                  <a:pt x="2148827" y="32516"/>
                </a:lnTo>
                <a:lnTo>
                  <a:pt x="215602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2" name="positive.Sample-2-5.segment0">
            <a:extLst xmlns:a="http://schemas.openxmlformats.org/drawingml/2006/main">
              <a:ext uri="{FF2B5EF4-FFF2-40B4-BE49-F238E27FC236}">
                <a16:creationId xmlns:a16="http://schemas.microsoft.com/office/drawing/2014/main" id="{7263B9AC-3A12-4534-9D01-80639083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36242"/>
            <a:ext cx="2994022" cy="184183"/>
          </a:xfrm>
          <a:custGeom xmlns:a="http://schemas.openxmlformats.org/drawingml/2006/main">
            <a:pathLst>
              <a:path w="2994022" h="184183">
                <a:moveTo>
                  <a:pt x="0" y="0"/>
                </a:moveTo>
                <a:lnTo>
                  <a:pt x="132701" y="1282"/>
                </a:lnTo>
                <a:lnTo>
                  <a:pt x="260890" y="2640"/>
                </a:lnTo>
                <a:lnTo>
                  <a:pt x="384720" y="4077"/>
                </a:lnTo>
                <a:lnTo>
                  <a:pt x="504339" y="5599"/>
                </a:lnTo>
                <a:lnTo>
                  <a:pt x="619891" y="7210"/>
                </a:lnTo>
                <a:lnTo>
                  <a:pt x="731513" y="8913"/>
                </a:lnTo>
                <a:lnTo>
                  <a:pt x="839340" y="10714"/>
                </a:lnTo>
                <a:lnTo>
                  <a:pt x="943499" y="12617"/>
                </a:lnTo>
                <a:lnTo>
                  <a:pt x="1044117" y="14629"/>
                </a:lnTo>
                <a:lnTo>
                  <a:pt x="1141314" y="16753"/>
                </a:lnTo>
                <a:lnTo>
                  <a:pt x="1235205" y="18996"/>
                </a:lnTo>
                <a:lnTo>
                  <a:pt x="1325904" y="21363"/>
                </a:lnTo>
                <a:lnTo>
                  <a:pt x="1413518" y="23860"/>
                </a:lnTo>
                <a:lnTo>
                  <a:pt x="1498153" y="26492"/>
                </a:lnTo>
                <a:lnTo>
                  <a:pt x="1579910" y="29267"/>
                </a:lnTo>
                <a:lnTo>
                  <a:pt x="1658887" y="32191"/>
                </a:lnTo>
                <a:lnTo>
                  <a:pt x="1735178" y="35269"/>
                </a:lnTo>
                <a:lnTo>
                  <a:pt x="1808875" y="38509"/>
                </a:lnTo>
                <a:lnTo>
                  <a:pt x="1880066" y="41918"/>
                </a:lnTo>
                <a:lnTo>
                  <a:pt x="1948836" y="45502"/>
                </a:lnTo>
                <a:lnTo>
                  <a:pt x="2015268" y="49268"/>
                </a:lnTo>
                <a:lnTo>
                  <a:pt x="2079441" y="53225"/>
                </a:lnTo>
                <a:lnTo>
                  <a:pt x="2141431" y="57378"/>
                </a:lnTo>
                <a:lnTo>
                  <a:pt x="2201313" y="61736"/>
                </a:lnTo>
                <a:lnTo>
                  <a:pt x="2259160" y="66306"/>
                </a:lnTo>
                <a:lnTo>
                  <a:pt x="2315039" y="71094"/>
                </a:lnTo>
                <a:lnTo>
                  <a:pt x="2369018" y="76110"/>
                </a:lnTo>
                <a:lnTo>
                  <a:pt x="2421161" y="81359"/>
                </a:lnTo>
                <a:lnTo>
                  <a:pt x="2471531" y="86850"/>
                </a:lnTo>
                <a:lnTo>
                  <a:pt x="2520189" y="92589"/>
                </a:lnTo>
                <a:lnTo>
                  <a:pt x="2567192" y="98582"/>
                </a:lnTo>
                <a:lnTo>
                  <a:pt x="2612596" y="104838"/>
                </a:lnTo>
                <a:lnTo>
                  <a:pt x="2656457" y="111362"/>
                </a:lnTo>
                <a:lnTo>
                  <a:pt x="2698826" y="118160"/>
                </a:lnTo>
                <a:lnTo>
                  <a:pt x="2739754" y="125237"/>
                </a:lnTo>
                <a:lnTo>
                  <a:pt x="2779291" y="132598"/>
                </a:lnTo>
                <a:lnTo>
                  <a:pt x="2817483" y="140248"/>
                </a:lnTo>
                <a:lnTo>
                  <a:pt x="2854377" y="148190"/>
                </a:lnTo>
                <a:lnTo>
                  <a:pt x="2890015" y="156426"/>
                </a:lnTo>
                <a:lnTo>
                  <a:pt x="2924442" y="164958"/>
                </a:lnTo>
                <a:lnTo>
                  <a:pt x="2957699" y="173786"/>
                </a:lnTo>
                <a:lnTo>
                  <a:pt x="2989824" y="182909"/>
                </a:lnTo>
                <a:lnTo>
                  <a:pt x="2994022" y="184183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3" name="positive.Sample-2-5.segment1">
            <a:extLst xmlns:a="http://schemas.openxmlformats.org/drawingml/2006/main">
              <a:ext uri="{FF2B5EF4-FFF2-40B4-BE49-F238E27FC236}">
                <a16:creationId xmlns:a16="http://schemas.microsoft.com/office/drawing/2014/main" id="{98D7BB26-E27F-4E26-A537-71225FC4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72445" y="8829675"/>
            <a:ext cx="95554" cy="2190750"/>
          </a:xfrm>
          <a:custGeom xmlns:a="http://schemas.openxmlformats.org/drawingml/2006/main">
            <a:pathLst>
              <a:path w="95554" h="2190750">
                <a:moveTo>
                  <a:pt x="0" y="2190750"/>
                </a:moveTo>
                <a:lnTo>
                  <a:pt x="5883" y="2148134"/>
                </a:lnTo>
                <a:lnTo>
                  <a:pt x="13140" y="2086547"/>
                </a:lnTo>
                <a:lnTo>
                  <a:pt x="20151" y="2017273"/>
                </a:lnTo>
                <a:lnTo>
                  <a:pt x="22978" y="1986280"/>
                </a:lnTo>
                <a:lnTo>
                  <a:pt x="26923" y="1939785"/>
                </a:lnTo>
                <a:lnTo>
                  <a:pt x="33465" y="1853542"/>
                </a:lnTo>
                <a:lnTo>
                  <a:pt x="39784" y="1757999"/>
                </a:lnTo>
                <a:lnTo>
                  <a:pt x="45889" y="1652608"/>
                </a:lnTo>
                <a:lnTo>
                  <a:pt x="51785" y="1536825"/>
                </a:lnTo>
                <a:lnTo>
                  <a:pt x="57482" y="1410106"/>
                </a:lnTo>
                <a:lnTo>
                  <a:pt x="57820" y="1402080"/>
                </a:lnTo>
                <a:lnTo>
                  <a:pt x="62984" y="1271924"/>
                </a:lnTo>
                <a:lnTo>
                  <a:pt x="68300" y="1121762"/>
                </a:lnTo>
                <a:lnTo>
                  <a:pt x="73435" y="959126"/>
                </a:lnTo>
                <a:lnTo>
                  <a:pt x="78395" y="783549"/>
                </a:lnTo>
                <a:lnTo>
                  <a:pt x="83186" y="594593"/>
                </a:lnTo>
                <a:lnTo>
                  <a:pt x="87815" y="391859"/>
                </a:lnTo>
                <a:lnTo>
                  <a:pt x="92286" y="174994"/>
                </a:lnTo>
                <a:lnTo>
                  <a:pt x="955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4" name="positive.Sample-3-1.segment0">
            <a:extLst xmlns:a="http://schemas.openxmlformats.org/drawingml/2006/main">
              <a:ext uri="{FF2B5EF4-FFF2-40B4-BE49-F238E27FC236}">
                <a16:creationId xmlns:a16="http://schemas.microsoft.com/office/drawing/2014/main" id="{836E89D6-24F4-452D-A800-937C355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346004" cy="2063172"/>
          </a:xfrm>
          <a:custGeom xmlns:a="http://schemas.openxmlformats.org/drawingml/2006/main">
            <a:pathLst>
              <a:path w="2346004" h="2063172">
                <a:moveTo>
                  <a:pt x="0" y="2063172"/>
                </a:moveTo>
                <a:lnTo>
                  <a:pt x="101875" y="2061051"/>
                </a:lnTo>
                <a:lnTo>
                  <a:pt x="200286" y="2058151"/>
                </a:lnTo>
                <a:lnTo>
                  <a:pt x="295351" y="2054382"/>
                </a:lnTo>
                <a:lnTo>
                  <a:pt x="387183" y="2049644"/>
                </a:lnTo>
                <a:lnTo>
                  <a:pt x="475892" y="2043833"/>
                </a:lnTo>
                <a:lnTo>
                  <a:pt x="561584" y="2036840"/>
                </a:lnTo>
                <a:lnTo>
                  <a:pt x="644363" y="2028552"/>
                </a:lnTo>
                <a:lnTo>
                  <a:pt x="724327" y="2018852"/>
                </a:lnTo>
                <a:lnTo>
                  <a:pt x="801572" y="2007620"/>
                </a:lnTo>
                <a:lnTo>
                  <a:pt x="876189" y="1994735"/>
                </a:lnTo>
                <a:lnTo>
                  <a:pt x="919155" y="1986280"/>
                </a:lnTo>
                <a:lnTo>
                  <a:pt x="948270" y="1980075"/>
                </a:lnTo>
                <a:lnTo>
                  <a:pt x="1017900" y="1963520"/>
                </a:lnTo>
                <a:lnTo>
                  <a:pt x="1085161" y="1944950"/>
                </a:lnTo>
                <a:lnTo>
                  <a:pt x="1150136" y="1924251"/>
                </a:lnTo>
                <a:lnTo>
                  <a:pt x="1212901" y="1901311"/>
                </a:lnTo>
                <a:lnTo>
                  <a:pt x="1273532" y="1876026"/>
                </a:lnTo>
                <a:lnTo>
                  <a:pt x="1332101" y="1848298"/>
                </a:lnTo>
                <a:lnTo>
                  <a:pt x="1388678" y="1818037"/>
                </a:lnTo>
                <a:lnTo>
                  <a:pt x="1443332" y="1785161"/>
                </a:lnTo>
                <a:lnTo>
                  <a:pt x="1496127" y="1749598"/>
                </a:lnTo>
                <a:lnTo>
                  <a:pt x="1547126" y="1711283"/>
                </a:lnTo>
                <a:lnTo>
                  <a:pt x="1596392" y="1670162"/>
                </a:lnTo>
                <a:lnTo>
                  <a:pt x="1643982" y="1626188"/>
                </a:lnTo>
                <a:lnTo>
                  <a:pt x="1689954" y="1579323"/>
                </a:lnTo>
                <a:lnTo>
                  <a:pt x="1734363" y="1529534"/>
                </a:lnTo>
                <a:lnTo>
                  <a:pt x="1777261" y="1476798"/>
                </a:lnTo>
                <a:lnTo>
                  <a:pt x="1818701" y="1421094"/>
                </a:lnTo>
                <a:lnTo>
                  <a:pt x="1832049" y="1402080"/>
                </a:lnTo>
                <a:lnTo>
                  <a:pt x="1858732" y="1362409"/>
                </a:lnTo>
                <a:lnTo>
                  <a:pt x="1897401" y="1300732"/>
                </a:lnTo>
                <a:lnTo>
                  <a:pt x="1934755" y="1236057"/>
                </a:lnTo>
                <a:lnTo>
                  <a:pt x="1970840" y="1168379"/>
                </a:lnTo>
                <a:lnTo>
                  <a:pt x="2005697" y="1097697"/>
                </a:lnTo>
                <a:lnTo>
                  <a:pt x="2039369" y="1024012"/>
                </a:lnTo>
                <a:lnTo>
                  <a:pt x="2071896" y="947327"/>
                </a:lnTo>
                <a:lnTo>
                  <a:pt x="2103316" y="867648"/>
                </a:lnTo>
                <a:lnTo>
                  <a:pt x="2133669" y="784984"/>
                </a:lnTo>
                <a:lnTo>
                  <a:pt x="2162989" y="699347"/>
                </a:lnTo>
                <a:lnTo>
                  <a:pt x="2191312" y="610754"/>
                </a:lnTo>
                <a:lnTo>
                  <a:pt x="2218672" y="519227"/>
                </a:lnTo>
                <a:lnTo>
                  <a:pt x="2245102" y="424794"/>
                </a:lnTo>
                <a:lnTo>
                  <a:pt x="2270633" y="327490"/>
                </a:lnTo>
                <a:lnTo>
                  <a:pt x="2295296" y="227360"/>
                </a:lnTo>
                <a:lnTo>
                  <a:pt x="2319120" y="124457"/>
                </a:lnTo>
                <a:lnTo>
                  <a:pt x="2342134" y="18846"/>
                </a:lnTo>
                <a:lnTo>
                  <a:pt x="23460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5" name="positive.Sample-3-2.segment0">
            <a:extLst xmlns:a="http://schemas.openxmlformats.org/drawingml/2006/main">
              <a:ext uri="{FF2B5EF4-FFF2-40B4-BE49-F238E27FC236}">
                <a16:creationId xmlns:a16="http://schemas.microsoft.com/office/drawing/2014/main" id="{6E5718F6-9E08-4AFB-8138-E830B888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3959895" cy="1966840"/>
          </a:xfrm>
          <a:custGeom xmlns:a="http://schemas.openxmlformats.org/drawingml/2006/main">
            <a:pathLst>
              <a:path w="3959895" h="1966840">
                <a:moveTo>
                  <a:pt x="0" y="1966840"/>
                </a:moveTo>
                <a:lnTo>
                  <a:pt x="136580" y="1965836"/>
                </a:lnTo>
                <a:lnTo>
                  <a:pt x="268516" y="1964790"/>
                </a:lnTo>
                <a:lnTo>
                  <a:pt x="395965" y="1963700"/>
                </a:lnTo>
                <a:lnTo>
                  <a:pt x="519080" y="1962564"/>
                </a:lnTo>
                <a:lnTo>
                  <a:pt x="638009" y="1961382"/>
                </a:lnTo>
                <a:lnTo>
                  <a:pt x="752893" y="1960152"/>
                </a:lnTo>
                <a:lnTo>
                  <a:pt x="863871" y="1958874"/>
                </a:lnTo>
                <a:lnTo>
                  <a:pt x="971075" y="1957545"/>
                </a:lnTo>
                <a:lnTo>
                  <a:pt x="1074634" y="1956164"/>
                </a:lnTo>
                <a:lnTo>
                  <a:pt x="1174671" y="1954731"/>
                </a:lnTo>
                <a:lnTo>
                  <a:pt x="1271307" y="1953245"/>
                </a:lnTo>
                <a:lnTo>
                  <a:pt x="1364656" y="1951703"/>
                </a:lnTo>
                <a:lnTo>
                  <a:pt x="1454831" y="1950106"/>
                </a:lnTo>
                <a:lnTo>
                  <a:pt x="1541940" y="1948451"/>
                </a:lnTo>
                <a:lnTo>
                  <a:pt x="1626086" y="1946738"/>
                </a:lnTo>
                <a:lnTo>
                  <a:pt x="1707372" y="1944966"/>
                </a:lnTo>
                <a:lnTo>
                  <a:pt x="1785893" y="1943133"/>
                </a:lnTo>
                <a:lnTo>
                  <a:pt x="1861744" y="1941239"/>
                </a:lnTo>
                <a:lnTo>
                  <a:pt x="1935015" y="1939282"/>
                </a:lnTo>
                <a:lnTo>
                  <a:pt x="2005796" y="1937261"/>
                </a:lnTo>
                <a:lnTo>
                  <a:pt x="2074169" y="1935176"/>
                </a:lnTo>
                <a:lnTo>
                  <a:pt x="2140217" y="1933026"/>
                </a:lnTo>
                <a:lnTo>
                  <a:pt x="2204019" y="1930808"/>
                </a:lnTo>
                <a:lnTo>
                  <a:pt x="2265652" y="1928524"/>
                </a:lnTo>
                <a:lnTo>
                  <a:pt x="2325189" y="1926170"/>
                </a:lnTo>
                <a:lnTo>
                  <a:pt x="2382701" y="1923747"/>
                </a:lnTo>
                <a:lnTo>
                  <a:pt x="2438258" y="1921254"/>
                </a:lnTo>
                <a:lnTo>
                  <a:pt x="2491925" y="1918689"/>
                </a:lnTo>
                <a:lnTo>
                  <a:pt x="2543768" y="1916051"/>
                </a:lnTo>
                <a:lnTo>
                  <a:pt x="2593847" y="1913341"/>
                </a:lnTo>
                <a:lnTo>
                  <a:pt x="2642224" y="1910556"/>
                </a:lnTo>
                <a:lnTo>
                  <a:pt x="2688955" y="1907695"/>
                </a:lnTo>
                <a:lnTo>
                  <a:pt x="2734098" y="1904758"/>
                </a:lnTo>
                <a:lnTo>
                  <a:pt x="2777705" y="1901744"/>
                </a:lnTo>
                <a:lnTo>
                  <a:pt x="2819830" y="1898651"/>
                </a:lnTo>
                <a:lnTo>
                  <a:pt x="2860522" y="1895479"/>
                </a:lnTo>
                <a:lnTo>
                  <a:pt x="2899831" y="1892226"/>
                </a:lnTo>
                <a:lnTo>
                  <a:pt x="2937802" y="1888891"/>
                </a:lnTo>
                <a:lnTo>
                  <a:pt x="2974483" y="1885472"/>
                </a:lnTo>
                <a:lnTo>
                  <a:pt x="3009916" y="1881969"/>
                </a:lnTo>
                <a:lnTo>
                  <a:pt x="3044144" y="1878379"/>
                </a:lnTo>
                <a:lnTo>
                  <a:pt x="3077209" y="1874703"/>
                </a:lnTo>
                <a:lnTo>
                  <a:pt x="3109149" y="1870936"/>
                </a:lnTo>
                <a:lnTo>
                  <a:pt x="3140003" y="1867079"/>
                </a:lnTo>
                <a:lnTo>
                  <a:pt x="3169807" y="1863129"/>
                </a:lnTo>
                <a:lnTo>
                  <a:pt x="3198599" y="1859084"/>
                </a:lnTo>
                <a:lnTo>
                  <a:pt x="3226411" y="1854943"/>
                </a:lnTo>
                <a:lnTo>
                  <a:pt x="3253277" y="1850702"/>
                </a:lnTo>
                <a:lnTo>
                  <a:pt x="3279230" y="1846359"/>
                </a:lnTo>
                <a:lnTo>
                  <a:pt x="3304300" y="1841912"/>
                </a:lnTo>
                <a:lnTo>
                  <a:pt x="3328518" y="1837358"/>
                </a:lnTo>
                <a:lnTo>
                  <a:pt x="3351912" y="1832694"/>
                </a:lnTo>
                <a:lnTo>
                  <a:pt x="3374511" y="1827917"/>
                </a:lnTo>
                <a:lnTo>
                  <a:pt x="3396341" y="1823022"/>
                </a:lnTo>
                <a:lnTo>
                  <a:pt x="3417429" y="1818007"/>
                </a:lnTo>
                <a:lnTo>
                  <a:pt x="3437800" y="1812867"/>
                </a:lnTo>
                <a:lnTo>
                  <a:pt x="3457478" y="1807598"/>
                </a:lnTo>
                <a:lnTo>
                  <a:pt x="3476488" y="1802195"/>
                </a:lnTo>
                <a:lnTo>
                  <a:pt x="3494850" y="1796653"/>
                </a:lnTo>
                <a:lnTo>
                  <a:pt x="3512588" y="1790968"/>
                </a:lnTo>
                <a:lnTo>
                  <a:pt x="3529723" y="1785132"/>
                </a:lnTo>
                <a:lnTo>
                  <a:pt x="3546276" y="1779140"/>
                </a:lnTo>
                <a:lnTo>
                  <a:pt x="3562265" y="1772985"/>
                </a:lnTo>
                <a:lnTo>
                  <a:pt x="3577711" y="1766661"/>
                </a:lnTo>
                <a:lnTo>
                  <a:pt x="3592631" y="1760158"/>
                </a:lnTo>
                <a:lnTo>
                  <a:pt x="3607045" y="1753471"/>
                </a:lnTo>
                <a:lnTo>
                  <a:pt x="3620968" y="1746588"/>
                </a:lnTo>
                <a:lnTo>
                  <a:pt x="3634417" y="1739502"/>
                </a:lnTo>
                <a:lnTo>
                  <a:pt x="3647409" y="1732203"/>
                </a:lnTo>
                <a:lnTo>
                  <a:pt x="3659960" y="1724679"/>
                </a:lnTo>
                <a:lnTo>
                  <a:pt x="3672084" y="1716919"/>
                </a:lnTo>
                <a:lnTo>
                  <a:pt x="3683795" y="1708912"/>
                </a:lnTo>
                <a:lnTo>
                  <a:pt x="3695108" y="1700643"/>
                </a:lnTo>
                <a:lnTo>
                  <a:pt x="3706037" y="1692099"/>
                </a:lnTo>
                <a:lnTo>
                  <a:pt x="3716593" y="1683266"/>
                </a:lnTo>
                <a:lnTo>
                  <a:pt x="3726791" y="1674127"/>
                </a:lnTo>
                <a:lnTo>
                  <a:pt x="3736642" y="1664665"/>
                </a:lnTo>
                <a:lnTo>
                  <a:pt x="3746159" y="1654863"/>
                </a:lnTo>
                <a:lnTo>
                  <a:pt x="3755351" y="1644700"/>
                </a:lnTo>
                <a:lnTo>
                  <a:pt x="3764231" y="1634156"/>
                </a:lnTo>
                <a:lnTo>
                  <a:pt x="3772809" y="1623210"/>
                </a:lnTo>
                <a:lnTo>
                  <a:pt x="3781095" y="1611836"/>
                </a:lnTo>
                <a:lnTo>
                  <a:pt x="3789100" y="1600010"/>
                </a:lnTo>
                <a:lnTo>
                  <a:pt x="3796832" y="1587705"/>
                </a:lnTo>
                <a:lnTo>
                  <a:pt x="3804301" y="1574892"/>
                </a:lnTo>
                <a:lnTo>
                  <a:pt x="3811517" y="1561540"/>
                </a:lnTo>
                <a:lnTo>
                  <a:pt x="3818487" y="1547615"/>
                </a:lnTo>
                <a:lnTo>
                  <a:pt x="3825220" y="1533083"/>
                </a:lnTo>
                <a:lnTo>
                  <a:pt x="3831724" y="1517904"/>
                </a:lnTo>
                <a:lnTo>
                  <a:pt x="3838007" y="1502040"/>
                </a:lnTo>
                <a:lnTo>
                  <a:pt x="3844076" y="1485445"/>
                </a:lnTo>
                <a:lnTo>
                  <a:pt x="3849939" y="1468073"/>
                </a:lnTo>
                <a:lnTo>
                  <a:pt x="3855602" y="1449874"/>
                </a:lnTo>
                <a:lnTo>
                  <a:pt x="3861073" y="1430795"/>
                </a:lnTo>
                <a:lnTo>
                  <a:pt x="3866358" y="1410778"/>
                </a:lnTo>
                <a:lnTo>
                  <a:pt x="3868523" y="1402080"/>
                </a:lnTo>
                <a:lnTo>
                  <a:pt x="3871463" y="1389761"/>
                </a:lnTo>
                <a:lnTo>
                  <a:pt x="3876395" y="1367678"/>
                </a:lnTo>
                <a:lnTo>
                  <a:pt x="3881158" y="1344458"/>
                </a:lnTo>
                <a:lnTo>
                  <a:pt x="3885760" y="1320024"/>
                </a:lnTo>
                <a:lnTo>
                  <a:pt x="3890206" y="1294294"/>
                </a:lnTo>
                <a:lnTo>
                  <a:pt x="3894500" y="1267180"/>
                </a:lnTo>
                <a:lnTo>
                  <a:pt x="3898648" y="1238588"/>
                </a:lnTo>
                <a:lnTo>
                  <a:pt x="3902655" y="1208415"/>
                </a:lnTo>
                <a:lnTo>
                  <a:pt x="3906526" y="1176553"/>
                </a:lnTo>
                <a:lnTo>
                  <a:pt x="3910265" y="1142882"/>
                </a:lnTo>
                <a:lnTo>
                  <a:pt x="3913877" y="1107276"/>
                </a:lnTo>
                <a:lnTo>
                  <a:pt x="3917367" y="1069600"/>
                </a:lnTo>
                <a:lnTo>
                  <a:pt x="3920737" y="1029705"/>
                </a:lnTo>
                <a:lnTo>
                  <a:pt x="3923993" y="987435"/>
                </a:lnTo>
                <a:lnTo>
                  <a:pt x="3927138" y="942618"/>
                </a:lnTo>
                <a:lnTo>
                  <a:pt x="3930177" y="895072"/>
                </a:lnTo>
                <a:lnTo>
                  <a:pt x="3933112" y="844599"/>
                </a:lnTo>
                <a:lnTo>
                  <a:pt x="3935947" y="790987"/>
                </a:lnTo>
                <a:lnTo>
                  <a:pt x="3938686" y="734006"/>
                </a:lnTo>
                <a:lnTo>
                  <a:pt x="3941331" y="673410"/>
                </a:lnTo>
                <a:lnTo>
                  <a:pt x="3943887" y="608934"/>
                </a:lnTo>
                <a:lnTo>
                  <a:pt x="3946356" y="540291"/>
                </a:lnTo>
                <a:lnTo>
                  <a:pt x="3948741" y="467172"/>
                </a:lnTo>
                <a:lnTo>
                  <a:pt x="3951044" y="389247"/>
                </a:lnTo>
                <a:lnTo>
                  <a:pt x="3953270" y="306156"/>
                </a:lnTo>
                <a:lnTo>
                  <a:pt x="3955419" y="217515"/>
                </a:lnTo>
                <a:lnTo>
                  <a:pt x="3957496" y="122908"/>
                </a:lnTo>
                <a:lnTo>
                  <a:pt x="3959502" y="21891"/>
                </a:lnTo>
                <a:lnTo>
                  <a:pt x="395989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6" name="positive.Sample-3-3.segment0">
            <a:extLst xmlns:a="http://schemas.openxmlformats.org/drawingml/2006/main">
              <a:ext uri="{FF2B5EF4-FFF2-40B4-BE49-F238E27FC236}">
                <a16:creationId xmlns:a16="http://schemas.microsoft.com/office/drawing/2014/main" id="{38F14786-6192-439A-A41F-447C076D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61566"/>
            <a:ext cx="670050" cy="58859"/>
          </a:xfrm>
          <a:custGeom xmlns:a="http://schemas.openxmlformats.org/drawingml/2006/main">
            <a:pathLst>
              <a:path w="670050" h="58859">
                <a:moveTo>
                  <a:pt x="0" y="0"/>
                </a:moveTo>
                <a:lnTo>
                  <a:pt x="106476" y="7511"/>
                </a:lnTo>
                <a:lnTo>
                  <a:pt x="209332" y="15332"/>
                </a:lnTo>
                <a:lnTo>
                  <a:pt x="308690" y="23466"/>
                </a:lnTo>
                <a:lnTo>
                  <a:pt x="404669" y="31920"/>
                </a:lnTo>
                <a:lnTo>
                  <a:pt x="497385" y="40697"/>
                </a:lnTo>
                <a:lnTo>
                  <a:pt x="586948" y="49800"/>
                </a:lnTo>
                <a:lnTo>
                  <a:pt x="670050" y="5885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7" name="positive.Sample-3-3.segment1">
            <a:extLst xmlns:a="http://schemas.openxmlformats.org/drawingml/2006/main">
              <a:ext uri="{FF2B5EF4-FFF2-40B4-BE49-F238E27FC236}">
                <a16:creationId xmlns:a16="http://schemas.microsoft.com/office/drawing/2014/main" id="{AB2067E3-AB1D-46FE-8EDD-15D134F5F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34217" y="8829675"/>
            <a:ext cx="221860" cy="2190750"/>
          </a:xfrm>
          <a:custGeom xmlns:a="http://schemas.openxmlformats.org/drawingml/2006/main">
            <a:pathLst>
              <a:path w="221860" h="2190750">
                <a:moveTo>
                  <a:pt x="0" y="2190750"/>
                </a:moveTo>
                <a:lnTo>
                  <a:pt x="2852" y="2181278"/>
                </a:lnTo>
                <a:lnTo>
                  <a:pt x="19292" y="2118445"/>
                </a:lnTo>
                <a:lnTo>
                  <a:pt x="35173" y="2048995"/>
                </a:lnTo>
                <a:lnTo>
                  <a:pt x="47913" y="1986280"/>
                </a:lnTo>
                <a:lnTo>
                  <a:pt x="50514" y="1972644"/>
                </a:lnTo>
                <a:lnTo>
                  <a:pt x="65333" y="1889129"/>
                </a:lnTo>
                <a:lnTo>
                  <a:pt x="79649" y="1798205"/>
                </a:lnTo>
                <a:lnTo>
                  <a:pt x="93477" y="1699654"/>
                </a:lnTo>
                <a:lnTo>
                  <a:pt x="106836" y="1593286"/>
                </a:lnTo>
                <a:lnTo>
                  <a:pt x="119740" y="1478942"/>
                </a:lnTo>
                <a:lnTo>
                  <a:pt x="127711" y="1402080"/>
                </a:lnTo>
                <a:lnTo>
                  <a:pt x="132205" y="1356503"/>
                </a:lnTo>
                <a:lnTo>
                  <a:pt x="144246" y="1225887"/>
                </a:lnTo>
                <a:lnTo>
                  <a:pt x="155878" y="1087055"/>
                </a:lnTo>
                <a:lnTo>
                  <a:pt x="167114" y="940017"/>
                </a:lnTo>
                <a:lnTo>
                  <a:pt x="177969" y="784828"/>
                </a:lnTo>
                <a:lnTo>
                  <a:pt x="188454" y="621598"/>
                </a:lnTo>
                <a:lnTo>
                  <a:pt x="198583" y="450488"/>
                </a:lnTo>
                <a:lnTo>
                  <a:pt x="208367" y="271714"/>
                </a:lnTo>
                <a:lnTo>
                  <a:pt x="217818" y="85547"/>
                </a:lnTo>
                <a:lnTo>
                  <a:pt x="22186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8" name="positive.Sample-3-4.segment0">
            <a:extLst xmlns:a="http://schemas.openxmlformats.org/drawingml/2006/main">
              <a:ext uri="{FF2B5EF4-FFF2-40B4-BE49-F238E27FC236}">
                <a16:creationId xmlns:a16="http://schemas.microsoft.com/office/drawing/2014/main" id="{94CF4BB9-3715-4480-945D-31E65103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45390"/>
            <a:ext cx="1996435" cy="175035"/>
          </a:xfrm>
          <a:custGeom xmlns:a="http://schemas.openxmlformats.org/drawingml/2006/main">
            <a:pathLst>
              <a:path w="1996435" h="175035">
                <a:moveTo>
                  <a:pt x="0" y="0"/>
                </a:moveTo>
                <a:lnTo>
                  <a:pt x="93881" y="1741"/>
                </a:lnTo>
                <a:lnTo>
                  <a:pt x="184570" y="3577"/>
                </a:lnTo>
                <a:lnTo>
                  <a:pt x="272175" y="5512"/>
                </a:lnTo>
                <a:lnTo>
                  <a:pt x="356801" y="7550"/>
                </a:lnTo>
                <a:lnTo>
                  <a:pt x="438549" y="9696"/>
                </a:lnTo>
                <a:lnTo>
                  <a:pt x="517518" y="11955"/>
                </a:lnTo>
                <a:lnTo>
                  <a:pt x="593801" y="14332"/>
                </a:lnTo>
                <a:lnTo>
                  <a:pt x="667490" y="16833"/>
                </a:lnTo>
                <a:lnTo>
                  <a:pt x="738673" y="19463"/>
                </a:lnTo>
                <a:lnTo>
                  <a:pt x="807436" y="22228"/>
                </a:lnTo>
                <a:lnTo>
                  <a:pt x="873861" y="25133"/>
                </a:lnTo>
                <a:lnTo>
                  <a:pt x="938026" y="28185"/>
                </a:lnTo>
                <a:lnTo>
                  <a:pt x="1000010" y="31390"/>
                </a:lnTo>
                <a:lnTo>
                  <a:pt x="1059886" y="34754"/>
                </a:lnTo>
                <a:lnTo>
                  <a:pt x="1117726" y="38284"/>
                </a:lnTo>
                <a:lnTo>
                  <a:pt x="1173599" y="41987"/>
                </a:lnTo>
                <a:lnTo>
                  <a:pt x="1227573" y="45870"/>
                </a:lnTo>
                <a:lnTo>
                  <a:pt x="1279710" y="49940"/>
                </a:lnTo>
                <a:lnTo>
                  <a:pt x="1330075" y="54204"/>
                </a:lnTo>
                <a:lnTo>
                  <a:pt x="1378728" y="58670"/>
                </a:lnTo>
                <a:lnTo>
                  <a:pt x="1425725" y="63347"/>
                </a:lnTo>
                <a:lnTo>
                  <a:pt x="1471125" y="68241"/>
                </a:lnTo>
                <a:lnTo>
                  <a:pt x="1514981" y="73362"/>
                </a:lnTo>
                <a:lnTo>
                  <a:pt x="1557346" y="78717"/>
                </a:lnTo>
                <a:lnTo>
                  <a:pt x="1598270" y="84316"/>
                </a:lnTo>
                <a:lnTo>
                  <a:pt x="1637802" y="90166"/>
                </a:lnTo>
                <a:lnTo>
                  <a:pt x="1675990" y="96278"/>
                </a:lnTo>
                <a:lnTo>
                  <a:pt x="1712880" y="102661"/>
                </a:lnTo>
                <a:lnTo>
                  <a:pt x="1748515" y="109323"/>
                </a:lnTo>
                <a:lnTo>
                  <a:pt x="1782938" y="116274"/>
                </a:lnTo>
                <a:lnTo>
                  <a:pt x="1816191" y="123524"/>
                </a:lnTo>
                <a:lnTo>
                  <a:pt x="1848313" y="131083"/>
                </a:lnTo>
                <a:lnTo>
                  <a:pt x="1879342" y="138961"/>
                </a:lnTo>
                <a:lnTo>
                  <a:pt x="1909317" y="147168"/>
                </a:lnTo>
                <a:lnTo>
                  <a:pt x="1938272" y="155714"/>
                </a:lnTo>
                <a:lnTo>
                  <a:pt x="1966243" y="164610"/>
                </a:lnTo>
                <a:lnTo>
                  <a:pt x="1993262" y="173865"/>
                </a:lnTo>
                <a:lnTo>
                  <a:pt x="1996435" y="17503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09" name="positive.Sample-3-4.segment1">
            <a:extLst xmlns:a="http://schemas.openxmlformats.org/drawingml/2006/main">
              <a:ext uri="{FF2B5EF4-FFF2-40B4-BE49-F238E27FC236}">
                <a16:creationId xmlns:a16="http://schemas.microsoft.com/office/drawing/2014/main" id="{76BFDC04-C9D2-486D-BCEA-0106570F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707" y="8829675"/>
            <a:ext cx="17414" cy="2190750"/>
          </a:xfrm>
          <a:custGeom xmlns:a="http://schemas.openxmlformats.org/drawingml/2006/main">
            <a:pathLst>
              <a:path w="17414" h="2190750">
                <a:moveTo>
                  <a:pt x="0" y="2190750"/>
                </a:moveTo>
                <a:lnTo>
                  <a:pt x="2013" y="2045074"/>
                </a:lnTo>
                <a:lnTo>
                  <a:pt x="2755" y="1986280"/>
                </a:lnTo>
                <a:lnTo>
                  <a:pt x="4102" y="1872252"/>
                </a:lnTo>
                <a:lnTo>
                  <a:pt x="6119" y="1682052"/>
                </a:lnTo>
                <a:lnTo>
                  <a:pt x="8068" y="1473467"/>
                </a:lnTo>
                <a:lnTo>
                  <a:pt x="8683" y="1402080"/>
                </a:lnTo>
                <a:lnTo>
                  <a:pt x="9951" y="1245476"/>
                </a:lnTo>
                <a:lnTo>
                  <a:pt x="11769" y="997047"/>
                </a:lnTo>
                <a:lnTo>
                  <a:pt x="13526" y="727142"/>
                </a:lnTo>
                <a:lnTo>
                  <a:pt x="15223" y="434718"/>
                </a:lnTo>
                <a:lnTo>
                  <a:pt x="16862" y="118738"/>
                </a:lnTo>
                <a:lnTo>
                  <a:pt x="174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0" name="positive.Sample-3-5.segment0">
            <a:extLst xmlns:a="http://schemas.openxmlformats.org/drawingml/2006/main">
              <a:ext uri="{FF2B5EF4-FFF2-40B4-BE49-F238E27FC236}">
                <a16:creationId xmlns:a16="http://schemas.microsoft.com/office/drawing/2014/main" id="{E074CDA3-FC60-4DAE-A9D7-F5F048AB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177101" cy="1763333"/>
          </a:xfrm>
          <a:custGeom xmlns:a="http://schemas.openxmlformats.org/drawingml/2006/main">
            <a:pathLst>
              <a:path w="2177101" h="1763333">
                <a:moveTo>
                  <a:pt x="0" y="1763333"/>
                </a:moveTo>
                <a:lnTo>
                  <a:pt x="93392" y="1749715"/>
                </a:lnTo>
                <a:lnTo>
                  <a:pt x="183608" y="1735350"/>
                </a:lnTo>
                <a:lnTo>
                  <a:pt x="270756" y="1720207"/>
                </a:lnTo>
                <a:lnTo>
                  <a:pt x="354941" y="1704254"/>
                </a:lnTo>
                <a:lnTo>
                  <a:pt x="436263" y="1687454"/>
                </a:lnTo>
                <a:lnTo>
                  <a:pt x="514820" y="1669774"/>
                </a:lnTo>
                <a:lnTo>
                  <a:pt x="590705" y="1651176"/>
                </a:lnTo>
                <a:lnTo>
                  <a:pt x="664010" y="1631626"/>
                </a:lnTo>
                <a:lnTo>
                  <a:pt x="734822" y="1611084"/>
                </a:lnTo>
                <a:lnTo>
                  <a:pt x="803227" y="1589516"/>
                </a:lnTo>
                <a:lnTo>
                  <a:pt x="869305" y="1566883"/>
                </a:lnTo>
                <a:lnTo>
                  <a:pt x="933136" y="1543148"/>
                </a:lnTo>
                <a:lnTo>
                  <a:pt x="994797" y="1518273"/>
                </a:lnTo>
                <a:lnTo>
                  <a:pt x="1054361" y="1492223"/>
                </a:lnTo>
                <a:lnTo>
                  <a:pt x="1111899" y="1464960"/>
                </a:lnTo>
                <a:lnTo>
                  <a:pt x="1167481" y="1436450"/>
                </a:lnTo>
                <a:lnTo>
                  <a:pt x="1221173" y="1406657"/>
                </a:lnTo>
                <a:lnTo>
                  <a:pt x="1229061" y="1402080"/>
                </a:lnTo>
                <a:lnTo>
                  <a:pt x="1273039" y="1375550"/>
                </a:lnTo>
                <a:lnTo>
                  <a:pt x="1323141" y="1343095"/>
                </a:lnTo>
                <a:lnTo>
                  <a:pt x="1371540" y="1309265"/>
                </a:lnTo>
                <a:lnTo>
                  <a:pt x="1418293" y="1274032"/>
                </a:lnTo>
                <a:lnTo>
                  <a:pt x="1463456" y="1237372"/>
                </a:lnTo>
                <a:lnTo>
                  <a:pt x="1507083" y="1199264"/>
                </a:lnTo>
                <a:lnTo>
                  <a:pt x="1549227" y="1159691"/>
                </a:lnTo>
                <a:lnTo>
                  <a:pt x="1589937" y="1118641"/>
                </a:lnTo>
                <a:lnTo>
                  <a:pt x="1629264" y="1076105"/>
                </a:lnTo>
                <a:lnTo>
                  <a:pt x="1667253" y="1032082"/>
                </a:lnTo>
                <a:lnTo>
                  <a:pt x="1703950" y="986574"/>
                </a:lnTo>
                <a:lnTo>
                  <a:pt x="1739399" y="939591"/>
                </a:lnTo>
                <a:lnTo>
                  <a:pt x="1773643" y="891151"/>
                </a:lnTo>
                <a:lnTo>
                  <a:pt x="1806722" y="841279"/>
                </a:lnTo>
                <a:lnTo>
                  <a:pt x="1838677" y="790008"/>
                </a:lnTo>
                <a:lnTo>
                  <a:pt x="1869545" y="737381"/>
                </a:lnTo>
                <a:lnTo>
                  <a:pt x="1899363" y="683451"/>
                </a:lnTo>
                <a:lnTo>
                  <a:pt x="1928167" y="628279"/>
                </a:lnTo>
                <a:lnTo>
                  <a:pt x="1955992" y="571940"/>
                </a:lnTo>
                <a:lnTo>
                  <a:pt x="1982871" y="514517"/>
                </a:lnTo>
                <a:lnTo>
                  <a:pt x="2008835" y="456107"/>
                </a:lnTo>
                <a:lnTo>
                  <a:pt x="2033917" y="396816"/>
                </a:lnTo>
                <a:lnTo>
                  <a:pt x="2058146" y="336765"/>
                </a:lnTo>
                <a:lnTo>
                  <a:pt x="2081551" y="276083"/>
                </a:lnTo>
                <a:lnTo>
                  <a:pt x="2104160" y="214914"/>
                </a:lnTo>
                <a:lnTo>
                  <a:pt x="2126000" y="153410"/>
                </a:lnTo>
                <a:lnTo>
                  <a:pt x="2147098" y="91734"/>
                </a:lnTo>
                <a:lnTo>
                  <a:pt x="2167478" y="30058"/>
                </a:lnTo>
                <a:lnTo>
                  <a:pt x="21771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1" name="positive.Sample-4-1.segment0">
            <a:extLst xmlns:a="http://schemas.openxmlformats.org/drawingml/2006/main">
              <a:ext uri="{FF2B5EF4-FFF2-40B4-BE49-F238E27FC236}">
                <a16:creationId xmlns:a16="http://schemas.microsoft.com/office/drawing/2014/main" id="{76639E4B-ABB2-43FD-9D1B-35C6231C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873275" cy="2049466"/>
          </a:xfrm>
          <a:custGeom xmlns:a="http://schemas.openxmlformats.org/drawingml/2006/main">
            <a:pathLst>
              <a:path w="2873275" h="2049466">
                <a:moveTo>
                  <a:pt x="0" y="2009839"/>
                </a:moveTo>
                <a:lnTo>
                  <a:pt x="106033" y="2011126"/>
                </a:lnTo>
                <a:lnTo>
                  <a:pt x="208461" y="2012466"/>
                </a:lnTo>
                <a:lnTo>
                  <a:pt x="307406" y="2013859"/>
                </a:lnTo>
                <a:lnTo>
                  <a:pt x="402986" y="2015303"/>
                </a:lnTo>
                <a:lnTo>
                  <a:pt x="495316" y="2016799"/>
                </a:lnTo>
                <a:lnTo>
                  <a:pt x="584506" y="2018345"/>
                </a:lnTo>
                <a:lnTo>
                  <a:pt x="670663" y="2019939"/>
                </a:lnTo>
                <a:lnTo>
                  <a:pt x="753891" y="2021578"/>
                </a:lnTo>
                <a:lnTo>
                  <a:pt x="834288" y="2023260"/>
                </a:lnTo>
                <a:lnTo>
                  <a:pt x="911952" y="2024980"/>
                </a:lnTo>
                <a:lnTo>
                  <a:pt x="986974" y="2026733"/>
                </a:lnTo>
                <a:lnTo>
                  <a:pt x="1059446" y="2028514"/>
                </a:lnTo>
                <a:lnTo>
                  <a:pt x="1129453" y="2030315"/>
                </a:lnTo>
                <a:lnTo>
                  <a:pt x="1197079" y="2032128"/>
                </a:lnTo>
                <a:lnTo>
                  <a:pt x="1262406" y="2033942"/>
                </a:lnTo>
                <a:lnTo>
                  <a:pt x="1325512" y="2035747"/>
                </a:lnTo>
                <a:lnTo>
                  <a:pt x="1386471" y="2037530"/>
                </a:lnTo>
                <a:lnTo>
                  <a:pt x="1445358" y="2039274"/>
                </a:lnTo>
                <a:lnTo>
                  <a:pt x="1502242" y="2040962"/>
                </a:lnTo>
                <a:lnTo>
                  <a:pt x="1557192" y="2042575"/>
                </a:lnTo>
                <a:lnTo>
                  <a:pt x="1610273" y="2044090"/>
                </a:lnTo>
                <a:lnTo>
                  <a:pt x="1661549" y="2045482"/>
                </a:lnTo>
                <a:lnTo>
                  <a:pt x="1711082" y="2046722"/>
                </a:lnTo>
                <a:lnTo>
                  <a:pt x="1758930" y="2047778"/>
                </a:lnTo>
                <a:lnTo>
                  <a:pt x="1805152" y="2048615"/>
                </a:lnTo>
                <a:lnTo>
                  <a:pt x="1849801" y="2049192"/>
                </a:lnTo>
                <a:lnTo>
                  <a:pt x="1892932" y="2049466"/>
                </a:lnTo>
                <a:lnTo>
                  <a:pt x="1934597" y="2049389"/>
                </a:lnTo>
                <a:lnTo>
                  <a:pt x="1974845" y="2048907"/>
                </a:lnTo>
                <a:lnTo>
                  <a:pt x="2013724" y="2047962"/>
                </a:lnTo>
                <a:lnTo>
                  <a:pt x="2051281" y="2046489"/>
                </a:lnTo>
                <a:lnTo>
                  <a:pt x="2087561" y="2044420"/>
                </a:lnTo>
                <a:lnTo>
                  <a:pt x="2122607" y="2041678"/>
                </a:lnTo>
                <a:lnTo>
                  <a:pt x="2156461" y="2038182"/>
                </a:lnTo>
                <a:lnTo>
                  <a:pt x="2189165" y="2033846"/>
                </a:lnTo>
                <a:lnTo>
                  <a:pt x="2220756" y="2028574"/>
                </a:lnTo>
                <a:lnTo>
                  <a:pt x="2251273" y="2022266"/>
                </a:lnTo>
                <a:lnTo>
                  <a:pt x="2280752" y="2014818"/>
                </a:lnTo>
                <a:lnTo>
                  <a:pt x="2309229" y="2006115"/>
                </a:lnTo>
                <a:lnTo>
                  <a:pt x="2336737" y="1996041"/>
                </a:lnTo>
                <a:lnTo>
                  <a:pt x="2359443" y="1986280"/>
                </a:lnTo>
                <a:lnTo>
                  <a:pt x="2363310" y="1984472"/>
                </a:lnTo>
                <a:lnTo>
                  <a:pt x="2388979" y="1971280"/>
                </a:lnTo>
                <a:lnTo>
                  <a:pt x="2413776" y="1956332"/>
                </a:lnTo>
                <a:lnTo>
                  <a:pt x="2437729" y="1939492"/>
                </a:lnTo>
                <a:lnTo>
                  <a:pt x="2460868" y="1920620"/>
                </a:lnTo>
                <a:lnTo>
                  <a:pt x="2483220" y="1899575"/>
                </a:lnTo>
                <a:lnTo>
                  <a:pt x="2504812" y="1876214"/>
                </a:lnTo>
                <a:lnTo>
                  <a:pt x="2525670" y="1850393"/>
                </a:lnTo>
                <a:lnTo>
                  <a:pt x="2545818" y="1821970"/>
                </a:lnTo>
                <a:lnTo>
                  <a:pt x="2565281" y="1790804"/>
                </a:lnTo>
                <a:lnTo>
                  <a:pt x="2584083" y="1756755"/>
                </a:lnTo>
                <a:lnTo>
                  <a:pt x="2602245" y="1719688"/>
                </a:lnTo>
                <a:lnTo>
                  <a:pt x="2619789" y="1679472"/>
                </a:lnTo>
                <a:lnTo>
                  <a:pt x="2636737" y="1635981"/>
                </a:lnTo>
                <a:lnTo>
                  <a:pt x="2653109" y="1589092"/>
                </a:lnTo>
                <a:lnTo>
                  <a:pt x="2668923" y="1538692"/>
                </a:lnTo>
                <a:lnTo>
                  <a:pt x="2684201" y="1484672"/>
                </a:lnTo>
                <a:lnTo>
                  <a:pt x="2698958" y="1426930"/>
                </a:lnTo>
                <a:lnTo>
                  <a:pt x="2704881" y="1402080"/>
                </a:lnTo>
                <a:lnTo>
                  <a:pt x="2713214" y="1365372"/>
                </a:lnTo>
                <a:lnTo>
                  <a:pt x="2726985" y="1299910"/>
                </a:lnTo>
                <a:lnTo>
                  <a:pt x="2740288" y="1230464"/>
                </a:lnTo>
                <a:lnTo>
                  <a:pt x="2753138" y="1156960"/>
                </a:lnTo>
                <a:lnTo>
                  <a:pt x="2765551" y="1079335"/>
                </a:lnTo>
                <a:lnTo>
                  <a:pt x="2777543" y="997529"/>
                </a:lnTo>
                <a:lnTo>
                  <a:pt x="2789126" y="911492"/>
                </a:lnTo>
                <a:lnTo>
                  <a:pt x="2800316" y="821183"/>
                </a:lnTo>
                <a:lnTo>
                  <a:pt x="2811125" y="726565"/>
                </a:lnTo>
                <a:lnTo>
                  <a:pt x="2821566" y="627613"/>
                </a:lnTo>
                <a:lnTo>
                  <a:pt x="2831653" y="524311"/>
                </a:lnTo>
                <a:lnTo>
                  <a:pt x="2841396" y="416651"/>
                </a:lnTo>
                <a:lnTo>
                  <a:pt x="2850808" y="304636"/>
                </a:lnTo>
                <a:lnTo>
                  <a:pt x="2859901" y="188280"/>
                </a:lnTo>
                <a:lnTo>
                  <a:pt x="2868683" y="67611"/>
                </a:lnTo>
                <a:lnTo>
                  <a:pt x="2873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2" name="positive.Sample-4-2.segment0">
            <a:extLst xmlns:a="http://schemas.openxmlformats.org/drawingml/2006/main">
              <a:ext uri="{FF2B5EF4-FFF2-40B4-BE49-F238E27FC236}">
                <a16:creationId xmlns:a16="http://schemas.microsoft.com/office/drawing/2014/main" id="{4A1C0B6D-1AEF-409C-80E6-974CA7F5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319769" cy="1951224"/>
          </a:xfrm>
          <a:custGeom xmlns:a="http://schemas.openxmlformats.org/drawingml/2006/main">
            <a:pathLst>
              <a:path w="2319769" h="1951224">
                <a:moveTo>
                  <a:pt x="0" y="1951224"/>
                </a:moveTo>
                <a:lnTo>
                  <a:pt x="93353" y="1945211"/>
                </a:lnTo>
                <a:lnTo>
                  <a:pt x="183531" y="1938591"/>
                </a:lnTo>
                <a:lnTo>
                  <a:pt x="270643" y="1931320"/>
                </a:lnTo>
                <a:lnTo>
                  <a:pt x="354793" y="1923355"/>
                </a:lnTo>
                <a:lnTo>
                  <a:pt x="436081" y="1914649"/>
                </a:lnTo>
                <a:lnTo>
                  <a:pt x="514605" y="1905154"/>
                </a:lnTo>
                <a:lnTo>
                  <a:pt x="590458" y="1894823"/>
                </a:lnTo>
                <a:lnTo>
                  <a:pt x="663733" y="1883604"/>
                </a:lnTo>
                <a:lnTo>
                  <a:pt x="734515" y="1871448"/>
                </a:lnTo>
                <a:lnTo>
                  <a:pt x="802891" y="1858303"/>
                </a:lnTo>
                <a:lnTo>
                  <a:pt x="868942" y="1844118"/>
                </a:lnTo>
                <a:lnTo>
                  <a:pt x="932746" y="1828839"/>
                </a:lnTo>
                <a:lnTo>
                  <a:pt x="994381" y="1812416"/>
                </a:lnTo>
                <a:lnTo>
                  <a:pt x="1053920" y="1794797"/>
                </a:lnTo>
                <a:lnTo>
                  <a:pt x="1111435" y="1775931"/>
                </a:lnTo>
                <a:lnTo>
                  <a:pt x="1166993" y="1755769"/>
                </a:lnTo>
                <a:lnTo>
                  <a:pt x="1220663" y="1734261"/>
                </a:lnTo>
                <a:lnTo>
                  <a:pt x="1272507" y="1711362"/>
                </a:lnTo>
                <a:lnTo>
                  <a:pt x="1322588" y="1687028"/>
                </a:lnTo>
                <a:lnTo>
                  <a:pt x="1370967" y="1661216"/>
                </a:lnTo>
                <a:lnTo>
                  <a:pt x="1417700" y="1633888"/>
                </a:lnTo>
                <a:lnTo>
                  <a:pt x="1462844" y="1605009"/>
                </a:lnTo>
                <a:lnTo>
                  <a:pt x="1506453" y="1574549"/>
                </a:lnTo>
                <a:lnTo>
                  <a:pt x="1548579" y="1542480"/>
                </a:lnTo>
                <a:lnTo>
                  <a:pt x="1589273" y="1508781"/>
                </a:lnTo>
                <a:lnTo>
                  <a:pt x="1628583" y="1473437"/>
                </a:lnTo>
                <a:lnTo>
                  <a:pt x="1666556" y="1436436"/>
                </a:lnTo>
                <a:lnTo>
                  <a:pt x="1699291" y="1402080"/>
                </a:lnTo>
                <a:lnTo>
                  <a:pt x="1703238" y="1397775"/>
                </a:lnTo>
                <a:lnTo>
                  <a:pt x="1738672" y="1357457"/>
                </a:lnTo>
                <a:lnTo>
                  <a:pt x="1772902" y="1315494"/>
                </a:lnTo>
                <a:lnTo>
                  <a:pt x="1805967" y="1271902"/>
                </a:lnTo>
                <a:lnTo>
                  <a:pt x="1837908" y="1226710"/>
                </a:lnTo>
                <a:lnTo>
                  <a:pt x="1868763" y="1179951"/>
                </a:lnTo>
                <a:lnTo>
                  <a:pt x="1898569" y="1131671"/>
                </a:lnTo>
                <a:lnTo>
                  <a:pt x="1927361" y="1081922"/>
                </a:lnTo>
                <a:lnTo>
                  <a:pt x="1955175" y="1030768"/>
                </a:lnTo>
                <a:lnTo>
                  <a:pt x="1982042" y="978281"/>
                </a:lnTo>
                <a:lnTo>
                  <a:pt x="2007996" y="924543"/>
                </a:lnTo>
                <a:lnTo>
                  <a:pt x="2033067" y="869646"/>
                </a:lnTo>
                <a:lnTo>
                  <a:pt x="2057286" y="813691"/>
                </a:lnTo>
                <a:lnTo>
                  <a:pt x="2080681" y="756790"/>
                </a:lnTo>
                <a:lnTo>
                  <a:pt x="2103281" y="699060"/>
                </a:lnTo>
                <a:lnTo>
                  <a:pt x="2125112" y="640631"/>
                </a:lnTo>
                <a:lnTo>
                  <a:pt x="2146200" y="581637"/>
                </a:lnTo>
                <a:lnTo>
                  <a:pt x="2166572" y="522220"/>
                </a:lnTo>
                <a:lnTo>
                  <a:pt x="2186251" y="462528"/>
                </a:lnTo>
                <a:lnTo>
                  <a:pt x="2205261" y="402715"/>
                </a:lnTo>
                <a:lnTo>
                  <a:pt x="2223624" y="342936"/>
                </a:lnTo>
                <a:lnTo>
                  <a:pt x="2241363" y="283349"/>
                </a:lnTo>
                <a:lnTo>
                  <a:pt x="2258498" y="224115"/>
                </a:lnTo>
                <a:lnTo>
                  <a:pt x="2275051" y="165390"/>
                </a:lnTo>
                <a:lnTo>
                  <a:pt x="2291041" y="107332"/>
                </a:lnTo>
                <a:lnTo>
                  <a:pt x="2306488" y="50092"/>
                </a:lnTo>
                <a:lnTo>
                  <a:pt x="231976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3" name="positive.Sample-4-3.segment0">
            <a:extLst xmlns:a="http://schemas.openxmlformats.org/drawingml/2006/main">
              <a:ext uri="{FF2B5EF4-FFF2-40B4-BE49-F238E27FC236}">
                <a16:creationId xmlns:a16="http://schemas.microsoft.com/office/drawing/2014/main" id="{F07E6DED-2D0C-4D80-B6DE-1F8DDAD0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9270936"/>
            <a:ext cx="3268504" cy="1487065"/>
          </a:xfrm>
          <a:custGeom xmlns:a="http://schemas.openxmlformats.org/drawingml/2006/main">
            <a:pathLst>
              <a:path w="3268504" h="1487065">
                <a:moveTo>
                  <a:pt x="0" y="1487065"/>
                </a:moveTo>
                <a:lnTo>
                  <a:pt x="111145" y="1482833"/>
                </a:lnTo>
                <a:lnTo>
                  <a:pt x="218510" y="1478313"/>
                </a:lnTo>
                <a:lnTo>
                  <a:pt x="322225" y="1473489"/>
                </a:lnTo>
                <a:lnTo>
                  <a:pt x="422412" y="1468343"/>
                </a:lnTo>
                <a:lnTo>
                  <a:pt x="519193" y="1462858"/>
                </a:lnTo>
                <a:lnTo>
                  <a:pt x="612683" y="1457015"/>
                </a:lnTo>
                <a:lnTo>
                  <a:pt x="702994" y="1450795"/>
                </a:lnTo>
                <a:lnTo>
                  <a:pt x="790234" y="1444177"/>
                </a:lnTo>
                <a:lnTo>
                  <a:pt x="874507" y="1437143"/>
                </a:lnTo>
                <a:lnTo>
                  <a:pt x="955914" y="1429671"/>
                </a:lnTo>
                <a:lnTo>
                  <a:pt x="1034553" y="1421741"/>
                </a:lnTo>
                <a:lnTo>
                  <a:pt x="1110518" y="1413330"/>
                </a:lnTo>
                <a:lnTo>
                  <a:pt x="1183900" y="1404417"/>
                </a:lnTo>
                <a:lnTo>
                  <a:pt x="1254787" y="1394982"/>
                </a:lnTo>
                <a:lnTo>
                  <a:pt x="1323263" y="1385000"/>
                </a:lnTo>
                <a:lnTo>
                  <a:pt x="1389411" y="1374452"/>
                </a:lnTo>
                <a:lnTo>
                  <a:pt x="1453309" y="1363315"/>
                </a:lnTo>
                <a:lnTo>
                  <a:pt x="1515034" y="1351568"/>
                </a:lnTo>
                <a:lnTo>
                  <a:pt x="1574661" y="1339189"/>
                </a:lnTo>
                <a:lnTo>
                  <a:pt x="1632259" y="1326160"/>
                </a:lnTo>
                <a:lnTo>
                  <a:pt x="1687900" y="1312460"/>
                </a:lnTo>
                <a:lnTo>
                  <a:pt x="1741648" y="1298070"/>
                </a:lnTo>
                <a:lnTo>
                  <a:pt x="1793568" y="1282974"/>
                </a:lnTo>
                <a:lnTo>
                  <a:pt x="1843723" y="1267155"/>
                </a:lnTo>
                <a:lnTo>
                  <a:pt x="1892173" y="1250599"/>
                </a:lnTo>
                <a:lnTo>
                  <a:pt x="1938974" y="1233294"/>
                </a:lnTo>
                <a:lnTo>
                  <a:pt x="1984185" y="1215229"/>
                </a:lnTo>
                <a:lnTo>
                  <a:pt x="2027858" y="1196396"/>
                </a:lnTo>
                <a:lnTo>
                  <a:pt x="2070046" y="1176790"/>
                </a:lnTo>
                <a:lnTo>
                  <a:pt x="2110799" y="1156408"/>
                </a:lnTo>
                <a:lnTo>
                  <a:pt x="2150167" y="1135251"/>
                </a:lnTo>
                <a:lnTo>
                  <a:pt x="2188196" y="1113322"/>
                </a:lnTo>
                <a:lnTo>
                  <a:pt x="2224931" y="1090630"/>
                </a:lnTo>
                <a:lnTo>
                  <a:pt x="2260418" y="1067187"/>
                </a:lnTo>
                <a:lnTo>
                  <a:pt x="2294698" y="1043007"/>
                </a:lnTo>
                <a:lnTo>
                  <a:pt x="2327812" y="1018111"/>
                </a:lnTo>
                <a:lnTo>
                  <a:pt x="2359800" y="992525"/>
                </a:lnTo>
                <a:lnTo>
                  <a:pt x="2390700" y="966277"/>
                </a:lnTo>
                <a:lnTo>
                  <a:pt x="2396902" y="960819"/>
                </a:lnTo>
                <a:lnTo>
                  <a:pt x="2420550" y="939402"/>
                </a:lnTo>
                <a:lnTo>
                  <a:pt x="2449384" y="911939"/>
                </a:lnTo>
                <a:lnTo>
                  <a:pt x="2477238" y="883934"/>
                </a:lnTo>
                <a:lnTo>
                  <a:pt x="2504145" y="855434"/>
                </a:lnTo>
                <a:lnTo>
                  <a:pt x="2530137" y="826495"/>
                </a:lnTo>
                <a:lnTo>
                  <a:pt x="2555245" y="797175"/>
                </a:lnTo>
                <a:lnTo>
                  <a:pt x="2579499" y="767538"/>
                </a:lnTo>
                <a:lnTo>
                  <a:pt x="2602929" y="737651"/>
                </a:lnTo>
                <a:lnTo>
                  <a:pt x="2625561" y="707586"/>
                </a:lnTo>
                <a:lnTo>
                  <a:pt x="2647424" y="677417"/>
                </a:lnTo>
                <a:lnTo>
                  <a:pt x="2668544" y="647221"/>
                </a:lnTo>
                <a:lnTo>
                  <a:pt x="2688946" y="617078"/>
                </a:lnTo>
                <a:lnTo>
                  <a:pt x="2708653" y="587068"/>
                </a:lnTo>
                <a:lnTo>
                  <a:pt x="2727691" y="557275"/>
                </a:lnTo>
                <a:lnTo>
                  <a:pt x="2746081" y="527778"/>
                </a:lnTo>
                <a:lnTo>
                  <a:pt x="2763846" y="498660"/>
                </a:lnTo>
                <a:lnTo>
                  <a:pt x="2781007" y="469999"/>
                </a:lnTo>
                <a:lnTo>
                  <a:pt x="2797584" y="441872"/>
                </a:lnTo>
                <a:lnTo>
                  <a:pt x="2813598" y="414352"/>
                </a:lnTo>
                <a:lnTo>
                  <a:pt x="2829067" y="387510"/>
                </a:lnTo>
                <a:lnTo>
                  <a:pt x="2844010" y="361408"/>
                </a:lnTo>
                <a:lnTo>
                  <a:pt x="2858445" y="336108"/>
                </a:lnTo>
                <a:lnTo>
                  <a:pt x="2872389" y="311662"/>
                </a:lnTo>
                <a:lnTo>
                  <a:pt x="2885858" y="288118"/>
                </a:lnTo>
                <a:lnTo>
                  <a:pt x="2898870" y="265515"/>
                </a:lnTo>
                <a:lnTo>
                  <a:pt x="2911439" y="243888"/>
                </a:lnTo>
                <a:lnTo>
                  <a:pt x="2923581" y="223263"/>
                </a:lnTo>
                <a:lnTo>
                  <a:pt x="2935310" y="203660"/>
                </a:lnTo>
                <a:lnTo>
                  <a:pt x="2946641" y="185092"/>
                </a:lnTo>
                <a:lnTo>
                  <a:pt x="2957585" y="167563"/>
                </a:lnTo>
                <a:lnTo>
                  <a:pt x="2968158" y="151075"/>
                </a:lnTo>
                <a:lnTo>
                  <a:pt x="2978371" y="135620"/>
                </a:lnTo>
                <a:lnTo>
                  <a:pt x="2988237" y="121186"/>
                </a:lnTo>
                <a:lnTo>
                  <a:pt x="2997768" y="107756"/>
                </a:lnTo>
                <a:lnTo>
                  <a:pt x="3006974" y="95309"/>
                </a:lnTo>
                <a:lnTo>
                  <a:pt x="3015867" y="83819"/>
                </a:lnTo>
                <a:lnTo>
                  <a:pt x="3024458" y="73256"/>
                </a:lnTo>
                <a:lnTo>
                  <a:pt x="3032757" y="63588"/>
                </a:lnTo>
                <a:lnTo>
                  <a:pt x="3040773" y="54780"/>
                </a:lnTo>
                <a:lnTo>
                  <a:pt x="3048517" y="46797"/>
                </a:lnTo>
                <a:lnTo>
                  <a:pt x="3055998" y="39600"/>
                </a:lnTo>
                <a:lnTo>
                  <a:pt x="3063224" y="33151"/>
                </a:lnTo>
                <a:lnTo>
                  <a:pt x="3070205" y="27409"/>
                </a:lnTo>
                <a:lnTo>
                  <a:pt x="3076948" y="22337"/>
                </a:lnTo>
                <a:lnTo>
                  <a:pt x="3083462" y="17893"/>
                </a:lnTo>
                <a:lnTo>
                  <a:pt x="3089754" y="14039"/>
                </a:lnTo>
                <a:lnTo>
                  <a:pt x="3095832" y="10738"/>
                </a:lnTo>
                <a:lnTo>
                  <a:pt x="3101704" y="7952"/>
                </a:lnTo>
                <a:lnTo>
                  <a:pt x="3107376" y="5645"/>
                </a:lnTo>
                <a:lnTo>
                  <a:pt x="3112855" y="3781"/>
                </a:lnTo>
                <a:lnTo>
                  <a:pt x="3118148" y="2328"/>
                </a:lnTo>
                <a:lnTo>
                  <a:pt x="3123261" y="1253"/>
                </a:lnTo>
                <a:lnTo>
                  <a:pt x="3128200" y="526"/>
                </a:lnTo>
                <a:lnTo>
                  <a:pt x="3132971" y="118"/>
                </a:lnTo>
                <a:lnTo>
                  <a:pt x="3137579" y="0"/>
                </a:lnTo>
                <a:lnTo>
                  <a:pt x="3142031" y="147"/>
                </a:lnTo>
                <a:lnTo>
                  <a:pt x="3146332" y="535"/>
                </a:lnTo>
                <a:lnTo>
                  <a:pt x="3150487" y="1140"/>
                </a:lnTo>
                <a:lnTo>
                  <a:pt x="3154500" y="1941"/>
                </a:lnTo>
                <a:lnTo>
                  <a:pt x="3158376" y="2918"/>
                </a:lnTo>
                <a:lnTo>
                  <a:pt x="3162121" y="4052"/>
                </a:lnTo>
                <a:lnTo>
                  <a:pt x="3165739" y="5325"/>
                </a:lnTo>
                <a:lnTo>
                  <a:pt x="3169233" y="6721"/>
                </a:lnTo>
                <a:lnTo>
                  <a:pt x="3172609" y="8225"/>
                </a:lnTo>
                <a:lnTo>
                  <a:pt x="3175870" y="9824"/>
                </a:lnTo>
                <a:lnTo>
                  <a:pt x="3179020" y="11504"/>
                </a:lnTo>
                <a:lnTo>
                  <a:pt x="3182063" y="13253"/>
                </a:lnTo>
                <a:lnTo>
                  <a:pt x="3185002" y="15061"/>
                </a:lnTo>
                <a:lnTo>
                  <a:pt x="3187842" y="16918"/>
                </a:lnTo>
                <a:lnTo>
                  <a:pt x="3190584" y="18815"/>
                </a:lnTo>
                <a:lnTo>
                  <a:pt x="3193234" y="20743"/>
                </a:lnTo>
                <a:lnTo>
                  <a:pt x="3195794" y="22694"/>
                </a:lnTo>
                <a:lnTo>
                  <a:pt x="3198266" y="24663"/>
                </a:lnTo>
                <a:lnTo>
                  <a:pt x="3200655" y="26642"/>
                </a:lnTo>
                <a:lnTo>
                  <a:pt x="3202962" y="28625"/>
                </a:lnTo>
                <a:lnTo>
                  <a:pt x="3205190" y="30609"/>
                </a:lnTo>
                <a:lnTo>
                  <a:pt x="3207343" y="32587"/>
                </a:lnTo>
                <a:lnTo>
                  <a:pt x="3209423" y="34556"/>
                </a:lnTo>
                <a:lnTo>
                  <a:pt x="3211432" y="36512"/>
                </a:lnTo>
                <a:lnTo>
                  <a:pt x="3213373" y="38453"/>
                </a:lnTo>
                <a:lnTo>
                  <a:pt x="3215248" y="40374"/>
                </a:lnTo>
                <a:lnTo>
                  <a:pt x="3217059" y="42273"/>
                </a:lnTo>
                <a:lnTo>
                  <a:pt x="3218808" y="44148"/>
                </a:lnTo>
                <a:lnTo>
                  <a:pt x="3220498" y="45997"/>
                </a:lnTo>
                <a:lnTo>
                  <a:pt x="3222130" y="47819"/>
                </a:lnTo>
                <a:lnTo>
                  <a:pt x="3223707" y="49611"/>
                </a:lnTo>
                <a:lnTo>
                  <a:pt x="3225230" y="51372"/>
                </a:lnTo>
                <a:lnTo>
                  <a:pt x="3226702" y="53102"/>
                </a:lnTo>
                <a:lnTo>
                  <a:pt x="3228123" y="54800"/>
                </a:lnTo>
                <a:lnTo>
                  <a:pt x="3229497" y="56464"/>
                </a:lnTo>
                <a:lnTo>
                  <a:pt x="3230823" y="58094"/>
                </a:lnTo>
                <a:lnTo>
                  <a:pt x="3232104" y="59690"/>
                </a:lnTo>
                <a:lnTo>
                  <a:pt x="3233342" y="61252"/>
                </a:lnTo>
                <a:lnTo>
                  <a:pt x="3234538" y="62779"/>
                </a:lnTo>
                <a:lnTo>
                  <a:pt x="3235693" y="64270"/>
                </a:lnTo>
                <a:lnTo>
                  <a:pt x="3236808" y="65727"/>
                </a:lnTo>
                <a:lnTo>
                  <a:pt x="3237886" y="67150"/>
                </a:lnTo>
                <a:lnTo>
                  <a:pt x="3238927" y="68537"/>
                </a:lnTo>
                <a:lnTo>
                  <a:pt x="3239933" y="69890"/>
                </a:lnTo>
                <a:lnTo>
                  <a:pt x="3240905" y="71210"/>
                </a:lnTo>
                <a:lnTo>
                  <a:pt x="3241843" y="72495"/>
                </a:lnTo>
                <a:lnTo>
                  <a:pt x="3242750" y="73747"/>
                </a:lnTo>
                <a:lnTo>
                  <a:pt x="3243626" y="74966"/>
                </a:lnTo>
                <a:lnTo>
                  <a:pt x="3244471" y="76152"/>
                </a:lnTo>
                <a:lnTo>
                  <a:pt x="3245289" y="77306"/>
                </a:lnTo>
                <a:lnTo>
                  <a:pt x="3246078" y="78429"/>
                </a:lnTo>
                <a:lnTo>
                  <a:pt x="3246841" y="79521"/>
                </a:lnTo>
                <a:lnTo>
                  <a:pt x="3247577" y="80583"/>
                </a:lnTo>
                <a:lnTo>
                  <a:pt x="3248289" y="81614"/>
                </a:lnTo>
                <a:lnTo>
                  <a:pt x="3248976" y="82617"/>
                </a:lnTo>
                <a:lnTo>
                  <a:pt x="3249640" y="83591"/>
                </a:lnTo>
                <a:lnTo>
                  <a:pt x="3250282" y="84536"/>
                </a:lnTo>
                <a:lnTo>
                  <a:pt x="3250901" y="85454"/>
                </a:lnTo>
                <a:lnTo>
                  <a:pt x="3251500" y="86346"/>
                </a:lnTo>
                <a:lnTo>
                  <a:pt x="3252078" y="87211"/>
                </a:lnTo>
                <a:lnTo>
                  <a:pt x="3252637" y="88050"/>
                </a:lnTo>
                <a:lnTo>
                  <a:pt x="3253176" y="88865"/>
                </a:lnTo>
                <a:lnTo>
                  <a:pt x="3253697" y="89655"/>
                </a:lnTo>
                <a:lnTo>
                  <a:pt x="3254201" y="90421"/>
                </a:lnTo>
                <a:lnTo>
                  <a:pt x="3254687" y="91164"/>
                </a:lnTo>
                <a:lnTo>
                  <a:pt x="3255157" y="91885"/>
                </a:lnTo>
                <a:lnTo>
                  <a:pt x="3255611" y="92583"/>
                </a:lnTo>
                <a:lnTo>
                  <a:pt x="3256049" y="93260"/>
                </a:lnTo>
                <a:lnTo>
                  <a:pt x="3256473" y="93916"/>
                </a:lnTo>
                <a:lnTo>
                  <a:pt x="3256882" y="94552"/>
                </a:lnTo>
                <a:lnTo>
                  <a:pt x="3257277" y="95168"/>
                </a:lnTo>
                <a:lnTo>
                  <a:pt x="3257659" y="95765"/>
                </a:lnTo>
                <a:lnTo>
                  <a:pt x="3258028" y="96343"/>
                </a:lnTo>
                <a:lnTo>
                  <a:pt x="3258384" y="96904"/>
                </a:lnTo>
                <a:lnTo>
                  <a:pt x="3258728" y="97446"/>
                </a:lnTo>
                <a:lnTo>
                  <a:pt x="3259061" y="97971"/>
                </a:lnTo>
                <a:lnTo>
                  <a:pt x="3259382" y="98480"/>
                </a:lnTo>
                <a:lnTo>
                  <a:pt x="3259692" y="98973"/>
                </a:lnTo>
                <a:lnTo>
                  <a:pt x="3259991" y="99449"/>
                </a:lnTo>
                <a:lnTo>
                  <a:pt x="3260281" y="99911"/>
                </a:lnTo>
                <a:lnTo>
                  <a:pt x="3260561" y="100358"/>
                </a:lnTo>
                <a:lnTo>
                  <a:pt x="3260831" y="100790"/>
                </a:lnTo>
                <a:lnTo>
                  <a:pt x="3261092" y="101209"/>
                </a:lnTo>
                <a:lnTo>
                  <a:pt x="3261344" y="101614"/>
                </a:lnTo>
                <a:lnTo>
                  <a:pt x="3261587" y="102006"/>
                </a:lnTo>
                <a:lnTo>
                  <a:pt x="3261822" y="102386"/>
                </a:lnTo>
                <a:lnTo>
                  <a:pt x="3262049" y="102753"/>
                </a:lnTo>
                <a:lnTo>
                  <a:pt x="3262269" y="103108"/>
                </a:lnTo>
                <a:lnTo>
                  <a:pt x="3262481" y="103451"/>
                </a:lnTo>
                <a:lnTo>
                  <a:pt x="3262686" y="103784"/>
                </a:lnTo>
                <a:lnTo>
                  <a:pt x="3262884" y="104105"/>
                </a:lnTo>
                <a:lnTo>
                  <a:pt x="3263075" y="104416"/>
                </a:lnTo>
                <a:lnTo>
                  <a:pt x="3263259" y="104717"/>
                </a:lnTo>
                <a:lnTo>
                  <a:pt x="3263438" y="105008"/>
                </a:lnTo>
                <a:lnTo>
                  <a:pt x="3263610" y="105290"/>
                </a:lnTo>
                <a:lnTo>
                  <a:pt x="3263776" y="105562"/>
                </a:lnTo>
                <a:lnTo>
                  <a:pt x="3263937" y="105825"/>
                </a:lnTo>
                <a:lnTo>
                  <a:pt x="3264092" y="106080"/>
                </a:lnTo>
                <a:lnTo>
                  <a:pt x="3264242" y="106326"/>
                </a:lnTo>
                <a:lnTo>
                  <a:pt x="3264387" y="106564"/>
                </a:lnTo>
                <a:lnTo>
                  <a:pt x="3264527" y="106795"/>
                </a:lnTo>
                <a:lnTo>
                  <a:pt x="3264662" y="107017"/>
                </a:lnTo>
                <a:lnTo>
                  <a:pt x="3264793" y="107232"/>
                </a:lnTo>
                <a:lnTo>
                  <a:pt x="3264919" y="107440"/>
                </a:lnTo>
                <a:lnTo>
                  <a:pt x="3265041" y="107642"/>
                </a:lnTo>
                <a:lnTo>
                  <a:pt x="3265159" y="107836"/>
                </a:lnTo>
                <a:lnTo>
                  <a:pt x="3265273" y="108024"/>
                </a:lnTo>
                <a:lnTo>
                  <a:pt x="3265382" y="108206"/>
                </a:lnTo>
                <a:lnTo>
                  <a:pt x="3265489" y="108382"/>
                </a:lnTo>
                <a:lnTo>
                  <a:pt x="3265591" y="108552"/>
                </a:lnTo>
                <a:lnTo>
                  <a:pt x="3265690" y="108716"/>
                </a:lnTo>
                <a:lnTo>
                  <a:pt x="3265786" y="108875"/>
                </a:lnTo>
                <a:lnTo>
                  <a:pt x="3265878" y="109028"/>
                </a:lnTo>
                <a:lnTo>
                  <a:pt x="3265968" y="109176"/>
                </a:lnTo>
                <a:lnTo>
                  <a:pt x="3266054" y="109320"/>
                </a:lnTo>
                <a:lnTo>
                  <a:pt x="3266137" y="109458"/>
                </a:lnTo>
                <a:lnTo>
                  <a:pt x="3266218" y="109592"/>
                </a:lnTo>
                <a:lnTo>
                  <a:pt x="3266295" y="109722"/>
                </a:lnTo>
                <a:lnTo>
                  <a:pt x="3266370" y="109847"/>
                </a:lnTo>
                <a:lnTo>
                  <a:pt x="3266443" y="109968"/>
                </a:lnTo>
                <a:lnTo>
                  <a:pt x="3266513" y="110085"/>
                </a:lnTo>
                <a:lnTo>
                  <a:pt x="3266581" y="110198"/>
                </a:lnTo>
                <a:lnTo>
                  <a:pt x="3266646" y="110307"/>
                </a:lnTo>
                <a:lnTo>
                  <a:pt x="3266709" y="110412"/>
                </a:lnTo>
                <a:lnTo>
                  <a:pt x="3266770" y="110514"/>
                </a:lnTo>
                <a:lnTo>
                  <a:pt x="3266829" y="110613"/>
                </a:lnTo>
                <a:lnTo>
                  <a:pt x="3266886" y="110708"/>
                </a:lnTo>
                <a:lnTo>
                  <a:pt x="3266941" y="110800"/>
                </a:lnTo>
                <a:lnTo>
                  <a:pt x="3266994" y="110889"/>
                </a:lnTo>
                <a:lnTo>
                  <a:pt x="3267046" y="110975"/>
                </a:lnTo>
                <a:lnTo>
                  <a:pt x="3267095" y="111058"/>
                </a:lnTo>
                <a:lnTo>
                  <a:pt x="3267143" y="111138"/>
                </a:lnTo>
                <a:lnTo>
                  <a:pt x="3267189" y="111216"/>
                </a:lnTo>
                <a:lnTo>
                  <a:pt x="3267234" y="111290"/>
                </a:lnTo>
                <a:lnTo>
                  <a:pt x="3267277" y="111363"/>
                </a:lnTo>
                <a:lnTo>
                  <a:pt x="3267319" y="111433"/>
                </a:lnTo>
                <a:lnTo>
                  <a:pt x="3267359" y="111500"/>
                </a:lnTo>
                <a:lnTo>
                  <a:pt x="3267398" y="111566"/>
                </a:lnTo>
                <a:lnTo>
                  <a:pt x="3267436" y="111629"/>
                </a:lnTo>
                <a:lnTo>
                  <a:pt x="3267472" y="111690"/>
                </a:lnTo>
                <a:lnTo>
                  <a:pt x="3267507" y="111749"/>
                </a:lnTo>
                <a:lnTo>
                  <a:pt x="3267541" y="111806"/>
                </a:lnTo>
                <a:lnTo>
                  <a:pt x="3267574" y="111861"/>
                </a:lnTo>
                <a:lnTo>
                  <a:pt x="3267605" y="111914"/>
                </a:lnTo>
                <a:lnTo>
                  <a:pt x="3267636" y="111965"/>
                </a:lnTo>
                <a:lnTo>
                  <a:pt x="3267665" y="112015"/>
                </a:lnTo>
                <a:lnTo>
                  <a:pt x="3267694" y="112063"/>
                </a:lnTo>
                <a:lnTo>
                  <a:pt x="3267721" y="112109"/>
                </a:lnTo>
                <a:lnTo>
                  <a:pt x="3267748" y="112154"/>
                </a:lnTo>
                <a:lnTo>
                  <a:pt x="3267774" y="112197"/>
                </a:lnTo>
                <a:lnTo>
                  <a:pt x="3267799" y="112239"/>
                </a:lnTo>
                <a:lnTo>
                  <a:pt x="3267823" y="112279"/>
                </a:lnTo>
                <a:lnTo>
                  <a:pt x="3267846" y="112318"/>
                </a:lnTo>
                <a:lnTo>
                  <a:pt x="3267868" y="112356"/>
                </a:lnTo>
                <a:lnTo>
                  <a:pt x="3267890" y="112392"/>
                </a:lnTo>
                <a:lnTo>
                  <a:pt x="3267911" y="112427"/>
                </a:lnTo>
                <a:lnTo>
                  <a:pt x="3267931" y="112461"/>
                </a:lnTo>
                <a:lnTo>
                  <a:pt x="3267950" y="112494"/>
                </a:lnTo>
                <a:lnTo>
                  <a:pt x="3267969" y="112526"/>
                </a:lnTo>
                <a:lnTo>
                  <a:pt x="3267987" y="112556"/>
                </a:lnTo>
                <a:lnTo>
                  <a:pt x="3268005" y="112586"/>
                </a:lnTo>
                <a:lnTo>
                  <a:pt x="3268022" y="112614"/>
                </a:lnTo>
                <a:lnTo>
                  <a:pt x="3268038" y="112642"/>
                </a:lnTo>
                <a:lnTo>
                  <a:pt x="3268054" y="112669"/>
                </a:lnTo>
                <a:lnTo>
                  <a:pt x="3268069" y="112695"/>
                </a:lnTo>
                <a:lnTo>
                  <a:pt x="3268084" y="112719"/>
                </a:lnTo>
                <a:lnTo>
                  <a:pt x="3268098" y="112744"/>
                </a:lnTo>
                <a:lnTo>
                  <a:pt x="3268112" y="112767"/>
                </a:lnTo>
                <a:lnTo>
                  <a:pt x="3268125" y="112789"/>
                </a:lnTo>
                <a:lnTo>
                  <a:pt x="3268138" y="112811"/>
                </a:lnTo>
                <a:lnTo>
                  <a:pt x="3268151" y="112832"/>
                </a:lnTo>
                <a:lnTo>
                  <a:pt x="3268163" y="112852"/>
                </a:lnTo>
                <a:lnTo>
                  <a:pt x="3268174" y="112872"/>
                </a:lnTo>
                <a:lnTo>
                  <a:pt x="3268185" y="112891"/>
                </a:lnTo>
                <a:lnTo>
                  <a:pt x="3268196" y="112909"/>
                </a:lnTo>
                <a:lnTo>
                  <a:pt x="3268207" y="112926"/>
                </a:lnTo>
                <a:lnTo>
                  <a:pt x="3268217" y="112944"/>
                </a:lnTo>
                <a:lnTo>
                  <a:pt x="3268227" y="112960"/>
                </a:lnTo>
                <a:lnTo>
                  <a:pt x="3268236" y="112976"/>
                </a:lnTo>
                <a:lnTo>
                  <a:pt x="3268245" y="112991"/>
                </a:lnTo>
                <a:lnTo>
                  <a:pt x="3268254" y="113006"/>
                </a:lnTo>
                <a:lnTo>
                  <a:pt x="3268262" y="113020"/>
                </a:lnTo>
                <a:lnTo>
                  <a:pt x="3268271" y="113034"/>
                </a:lnTo>
                <a:lnTo>
                  <a:pt x="3268279" y="113048"/>
                </a:lnTo>
                <a:lnTo>
                  <a:pt x="3268286" y="113061"/>
                </a:lnTo>
                <a:lnTo>
                  <a:pt x="3268294" y="113073"/>
                </a:lnTo>
                <a:lnTo>
                  <a:pt x="3268301" y="113085"/>
                </a:lnTo>
                <a:lnTo>
                  <a:pt x="3268308" y="113097"/>
                </a:lnTo>
                <a:lnTo>
                  <a:pt x="3268314" y="113108"/>
                </a:lnTo>
                <a:lnTo>
                  <a:pt x="3268321" y="113119"/>
                </a:lnTo>
                <a:lnTo>
                  <a:pt x="3268327" y="113129"/>
                </a:lnTo>
                <a:lnTo>
                  <a:pt x="3268333" y="113140"/>
                </a:lnTo>
                <a:lnTo>
                  <a:pt x="3268339" y="113149"/>
                </a:lnTo>
                <a:lnTo>
                  <a:pt x="3268344" y="113159"/>
                </a:lnTo>
                <a:lnTo>
                  <a:pt x="3268350" y="113168"/>
                </a:lnTo>
                <a:lnTo>
                  <a:pt x="3268355" y="113177"/>
                </a:lnTo>
                <a:lnTo>
                  <a:pt x="3268360" y="113185"/>
                </a:lnTo>
                <a:lnTo>
                  <a:pt x="3268365" y="113194"/>
                </a:lnTo>
                <a:lnTo>
                  <a:pt x="3268370" y="113202"/>
                </a:lnTo>
                <a:lnTo>
                  <a:pt x="3268374" y="113209"/>
                </a:lnTo>
                <a:lnTo>
                  <a:pt x="3268379" y="113217"/>
                </a:lnTo>
                <a:lnTo>
                  <a:pt x="3268383" y="113224"/>
                </a:lnTo>
                <a:lnTo>
                  <a:pt x="3268387" y="113231"/>
                </a:lnTo>
                <a:lnTo>
                  <a:pt x="3268391" y="113237"/>
                </a:lnTo>
                <a:lnTo>
                  <a:pt x="3268395" y="113244"/>
                </a:lnTo>
                <a:lnTo>
                  <a:pt x="3268398" y="113250"/>
                </a:lnTo>
                <a:lnTo>
                  <a:pt x="3268402" y="113256"/>
                </a:lnTo>
                <a:lnTo>
                  <a:pt x="3268406" y="113262"/>
                </a:lnTo>
                <a:lnTo>
                  <a:pt x="3268409" y="113268"/>
                </a:lnTo>
                <a:lnTo>
                  <a:pt x="3268412" y="113273"/>
                </a:lnTo>
                <a:lnTo>
                  <a:pt x="3268415" y="113278"/>
                </a:lnTo>
                <a:lnTo>
                  <a:pt x="3268418" y="113284"/>
                </a:lnTo>
                <a:lnTo>
                  <a:pt x="3268421" y="113288"/>
                </a:lnTo>
                <a:lnTo>
                  <a:pt x="3268424" y="113293"/>
                </a:lnTo>
                <a:lnTo>
                  <a:pt x="3268427" y="113298"/>
                </a:lnTo>
                <a:lnTo>
                  <a:pt x="3268429" y="113302"/>
                </a:lnTo>
                <a:lnTo>
                  <a:pt x="3268432" y="113306"/>
                </a:lnTo>
                <a:lnTo>
                  <a:pt x="3268434" y="113311"/>
                </a:lnTo>
                <a:lnTo>
                  <a:pt x="3268437" y="113315"/>
                </a:lnTo>
                <a:lnTo>
                  <a:pt x="3268439" y="113318"/>
                </a:lnTo>
                <a:lnTo>
                  <a:pt x="3268441" y="113322"/>
                </a:lnTo>
                <a:lnTo>
                  <a:pt x="3268443" y="113326"/>
                </a:lnTo>
                <a:lnTo>
                  <a:pt x="3268445" y="113329"/>
                </a:lnTo>
                <a:lnTo>
                  <a:pt x="3268447" y="113333"/>
                </a:lnTo>
                <a:lnTo>
                  <a:pt x="3268449" y="113336"/>
                </a:lnTo>
                <a:lnTo>
                  <a:pt x="3268451" y="113339"/>
                </a:lnTo>
                <a:lnTo>
                  <a:pt x="3268453" y="113342"/>
                </a:lnTo>
                <a:lnTo>
                  <a:pt x="3268455" y="113345"/>
                </a:lnTo>
                <a:lnTo>
                  <a:pt x="3268456" y="113348"/>
                </a:lnTo>
                <a:lnTo>
                  <a:pt x="3268458" y="113350"/>
                </a:lnTo>
                <a:lnTo>
                  <a:pt x="3268459" y="113353"/>
                </a:lnTo>
                <a:lnTo>
                  <a:pt x="3268461" y="113356"/>
                </a:lnTo>
                <a:lnTo>
                  <a:pt x="3268462" y="113358"/>
                </a:lnTo>
                <a:lnTo>
                  <a:pt x="3268464" y="113360"/>
                </a:lnTo>
                <a:lnTo>
                  <a:pt x="3268465" y="113363"/>
                </a:lnTo>
                <a:lnTo>
                  <a:pt x="3268466" y="113365"/>
                </a:lnTo>
                <a:lnTo>
                  <a:pt x="3268468" y="113367"/>
                </a:lnTo>
                <a:lnTo>
                  <a:pt x="3268469" y="113369"/>
                </a:lnTo>
                <a:lnTo>
                  <a:pt x="3268470" y="113371"/>
                </a:lnTo>
                <a:lnTo>
                  <a:pt x="3268471" y="113359"/>
                </a:lnTo>
                <a:lnTo>
                  <a:pt x="3268472" y="113362"/>
                </a:lnTo>
                <a:lnTo>
                  <a:pt x="3268473" y="113364"/>
                </a:lnTo>
                <a:lnTo>
                  <a:pt x="3268474" y="113366"/>
                </a:lnTo>
                <a:lnTo>
                  <a:pt x="3268475" y="113368"/>
                </a:lnTo>
                <a:lnTo>
                  <a:pt x="3268476" y="113370"/>
                </a:lnTo>
                <a:lnTo>
                  <a:pt x="3268477" y="113372"/>
                </a:lnTo>
                <a:lnTo>
                  <a:pt x="3268478" y="113374"/>
                </a:lnTo>
                <a:lnTo>
                  <a:pt x="3268479" y="113376"/>
                </a:lnTo>
                <a:lnTo>
                  <a:pt x="3268480" y="113378"/>
                </a:lnTo>
                <a:lnTo>
                  <a:pt x="3268481" y="113379"/>
                </a:lnTo>
                <a:lnTo>
                  <a:pt x="3268481" y="113381"/>
                </a:lnTo>
                <a:lnTo>
                  <a:pt x="3268482" y="113383"/>
                </a:lnTo>
                <a:lnTo>
                  <a:pt x="3268483" y="113384"/>
                </a:lnTo>
                <a:lnTo>
                  <a:pt x="3268484" y="113386"/>
                </a:lnTo>
                <a:lnTo>
                  <a:pt x="3268484" y="113387"/>
                </a:lnTo>
                <a:lnTo>
                  <a:pt x="3268485" y="113389"/>
                </a:lnTo>
                <a:lnTo>
                  <a:pt x="3268486" y="113390"/>
                </a:lnTo>
                <a:lnTo>
                  <a:pt x="3268486" y="113391"/>
                </a:lnTo>
                <a:lnTo>
                  <a:pt x="3268487" y="113392"/>
                </a:lnTo>
                <a:lnTo>
                  <a:pt x="3268487" y="113394"/>
                </a:lnTo>
                <a:lnTo>
                  <a:pt x="3268488" y="113395"/>
                </a:lnTo>
                <a:lnTo>
                  <a:pt x="3268489" y="113396"/>
                </a:lnTo>
                <a:lnTo>
                  <a:pt x="3268489" y="113397"/>
                </a:lnTo>
                <a:lnTo>
                  <a:pt x="3268490" y="113398"/>
                </a:lnTo>
                <a:lnTo>
                  <a:pt x="3268490" y="113399"/>
                </a:lnTo>
                <a:lnTo>
                  <a:pt x="3268490" y="113400"/>
                </a:lnTo>
                <a:lnTo>
                  <a:pt x="3268491" y="113401"/>
                </a:lnTo>
                <a:lnTo>
                  <a:pt x="3268491" y="113402"/>
                </a:lnTo>
                <a:lnTo>
                  <a:pt x="3268492" y="113403"/>
                </a:lnTo>
                <a:lnTo>
                  <a:pt x="3268492" y="113404"/>
                </a:lnTo>
                <a:lnTo>
                  <a:pt x="3268493" y="113404"/>
                </a:lnTo>
                <a:lnTo>
                  <a:pt x="3268493" y="113405"/>
                </a:lnTo>
                <a:lnTo>
                  <a:pt x="3268493" y="113406"/>
                </a:lnTo>
                <a:lnTo>
                  <a:pt x="3268494" y="113407"/>
                </a:lnTo>
                <a:lnTo>
                  <a:pt x="3268494" y="113408"/>
                </a:lnTo>
                <a:lnTo>
                  <a:pt x="3268494" y="113408"/>
                </a:lnTo>
                <a:lnTo>
                  <a:pt x="3268495" y="113409"/>
                </a:lnTo>
                <a:lnTo>
                  <a:pt x="3268495" y="113410"/>
                </a:lnTo>
                <a:lnTo>
                  <a:pt x="3268495" y="113410"/>
                </a:lnTo>
                <a:lnTo>
                  <a:pt x="3268496" y="113411"/>
                </a:lnTo>
                <a:lnTo>
                  <a:pt x="3268496" y="113411"/>
                </a:lnTo>
                <a:lnTo>
                  <a:pt x="3268496" y="113412"/>
                </a:lnTo>
                <a:lnTo>
                  <a:pt x="3268496" y="113412"/>
                </a:lnTo>
                <a:lnTo>
                  <a:pt x="3268497" y="113413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4"/>
                </a:lnTo>
                <a:lnTo>
                  <a:pt x="3268497" y="113415"/>
                </a:lnTo>
                <a:lnTo>
                  <a:pt x="3268498" y="113415"/>
                </a:lnTo>
                <a:lnTo>
                  <a:pt x="3268498" y="113416"/>
                </a:lnTo>
                <a:lnTo>
                  <a:pt x="3268498" y="113416"/>
                </a:lnTo>
                <a:lnTo>
                  <a:pt x="3268498" y="113417"/>
                </a:lnTo>
                <a:lnTo>
                  <a:pt x="3268498" y="113417"/>
                </a:lnTo>
                <a:lnTo>
                  <a:pt x="3268499" y="113417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8"/>
                </a:lnTo>
                <a:lnTo>
                  <a:pt x="3268499" y="113419"/>
                </a:lnTo>
                <a:lnTo>
                  <a:pt x="3268499" y="113419"/>
                </a:lnTo>
                <a:lnTo>
                  <a:pt x="3268500" y="113419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0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0" y="113421"/>
                </a:lnTo>
                <a:lnTo>
                  <a:pt x="3268501" y="113421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2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1" y="113423"/>
                </a:lnTo>
                <a:lnTo>
                  <a:pt x="3268502" y="113423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4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2" y="113425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6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7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3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  <a:lnTo>
                  <a:pt x="3268504" y="11342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4" name="positive.Sample-4-4.segment0">
            <a:extLst xmlns:a="http://schemas.openxmlformats.org/drawingml/2006/main">
              <a:ext uri="{FF2B5EF4-FFF2-40B4-BE49-F238E27FC236}">
                <a16:creationId xmlns:a16="http://schemas.microsoft.com/office/drawing/2014/main" id="{B4FF5F60-8663-487A-8C7E-356B0013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439078" cy="2023141"/>
          </a:xfrm>
          <a:custGeom xmlns:a="http://schemas.openxmlformats.org/drawingml/2006/main">
            <a:pathLst>
              <a:path w="2439078" h="2023141">
                <a:moveTo>
                  <a:pt x="0" y="2013728"/>
                </a:moveTo>
                <a:lnTo>
                  <a:pt x="93262" y="2014734"/>
                </a:lnTo>
                <a:lnTo>
                  <a:pt x="183353" y="2015730"/>
                </a:lnTo>
                <a:lnTo>
                  <a:pt x="270381" y="2016708"/>
                </a:lnTo>
                <a:lnTo>
                  <a:pt x="354449" y="2017661"/>
                </a:lnTo>
                <a:lnTo>
                  <a:pt x="435658" y="2018579"/>
                </a:lnTo>
                <a:lnTo>
                  <a:pt x="514106" y="2019452"/>
                </a:lnTo>
                <a:lnTo>
                  <a:pt x="589886" y="2020269"/>
                </a:lnTo>
                <a:lnTo>
                  <a:pt x="663090" y="2021016"/>
                </a:lnTo>
                <a:lnTo>
                  <a:pt x="733804" y="2021679"/>
                </a:lnTo>
                <a:lnTo>
                  <a:pt x="802113" y="2022242"/>
                </a:lnTo>
                <a:lnTo>
                  <a:pt x="868100" y="2022686"/>
                </a:lnTo>
                <a:lnTo>
                  <a:pt x="931843" y="2022993"/>
                </a:lnTo>
                <a:lnTo>
                  <a:pt x="993418" y="2023141"/>
                </a:lnTo>
                <a:lnTo>
                  <a:pt x="1052899" y="2023104"/>
                </a:lnTo>
                <a:lnTo>
                  <a:pt x="1110358" y="2022857"/>
                </a:lnTo>
                <a:lnTo>
                  <a:pt x="1165863" y="2022371"/>
                </a:lnTo>
                <a:lnTo>
                  <a:pt x="1219480" y="2021614"/>
                </a:lnTo>
                <a:lnTo>
                  <a:pt x="1271274" y="2020551"/>
                </a:lnTo>
                <a:lnTo>
                  <a:pt x="1321307" y="2019144"/>
                </a:lnTo>
                <a:lnTo>
                  <a:pt x="1369639" y="2017351"/>
                </a:lnTo>
                <a:lnTo>
                  <a:pt x="1416327" y="2015127"/>
                </a:lnTo>
                <a:lnTo>
                  <a:pt x="1461427" y="2012424"/>
                </a:lnTo>
                <a:lnTo>
                  <a:pt x="1504994" y="2009188"/>
                </a:lnTo>
                <a:lnTo>
                  <a:pt x="1547079" y="2005362"/>
                </a:lnTo>
                <a:lnTo>
                  <a:pt x="1587733" y="2000883"/>
                </a:lnTo>
                <a:lnTo>
                  <a:pt x="1627005" y="1995685"/>
                </a:lnTo>
                <a:lnTo>
                  <a:pt x="1664942" y="1989696"/>
                </a:lnTo>
                <a:lnTo>
                  <a:pt x="1683960" y="1986280"/>
                </a:lnTo>
                <a:lnTo>
                  <a:pt x="1701588" y="1982838"/>
                </a:lnTo>
                <a:lnTo>
                  <a:pt x="1736988" y="1975027"/>
                </a:lnTo>
                <a:lnTo>
                  <a:pt x="1771184" y="1966176"/>
                </a:lnTo>
                <a:lnTo>
                  <a:pt x="1804218" y="1956188"/>
                </a:lnTo>
                <a:lnTo>
                  <a:pt x="1836128" y="1944962"/>
                </a:lnTo>
                <a:lnTo>
                  <a:pt x="1866953" y="1932391"/>
                </a:lnTo>
                <a:lnTo>
                  <a:pt x="1896730" y="1918358"/>
                </a:lnTo>
                <a:lnTo>
                  <a:pt x="1925495" y="1902741"/>
                </a:lnTo>
                <a:lnTo>
                  <a:pt x="1953281" y="1885413"/>
                </a:lnTo>
                <a:lnTo>
                  <a:pt x="1980122" y="1866235"/>
                </a:lnTo>
                <a:lnTo>
                  <a:pt x="2006051" y="1845064"/>
                </a:lnTo>
                <a:lnTo>
                  <a:pt x="2031098" y="1821747"/>
                </a:lnTo>
                <a:lnTo>
                  <a:pt x="2055293" y="1796126"/>
                </a:lnTo>
                <a:lnTo>
                  <a:pt x="2078666" y="1768032"/>
                </a:lnTo>
                <a:lnTo>
                  <a:pt x="2101243" y="1737290"/>
                </a:lnTo>
                <a:lnTo>
                  <a:pt x="2123053" y="1703717"/>
                </a:lnTo>
                <a:lnTo>
                  <a:pt x="2144121" y="1667123"/>
                </a:lnTo>
                <a:lnTo>
                  <a:pt x="2164473" y="1627307"/>
                </a:lnTo>
                <a:lnTo>
                  <a:pt x="2184133" y="1584065"/>
                </a:lnTo>
                <a:lnTo>
                  <a:pt x="2203124" y="1537182"/>
                </a:lnTo>
                <a:lnTo>
                  <a:pt x="2221470" y="1486437"/>
                </a:lnTo>
                <a:lnTo>
                  <a:pt x="2239192" y="1431601"/>
                </a:lnTo>
                <a:lnTo>
                  <a:pt x="2247968" y="1402080"/>
                </a:lnTo>
                <a:lnTo>
                  <a:pt x="2256311" y="1372439"/>
                </a:lnTo>
                <a:lnTo>
                  <a:pt x="2272848" y="1308709"/>
                </a:lnTo>
                <a:lnTo>
                  <a:pt x="2288822" y="1240163"/>
                </a:lnTo>
                <a:lnTo>
                  <a:pt x="2304253" y="1166548"/>
                </a:lnTo>
                <a:lnTo>
                  <a:pt x="2319160" y="1087603"/>
                </a:lnTo>
                <a:lnTo>
                  <a:pt x="2333560" y="1003064"/>
                </a:lnTo>
                <a:lnTo>
                  <a:pt x="2347470" y="912661"/>
                </a:lnTo>
                <a:lnTo>
                  <a:pt x="2360907" y="816123"/>
                </a:lnTo>
                <a:lnTo>
                  <a:pt x="2373887" y="713173"/>
                </a:lnTo>
                <a:lnTo>
                  <a:pt x="2386426" y="603532"/>
                </a:lnTo>
                <a:lnTo>
                  <a:pt x="2398538" y="486919"/>
                </a:lnTo>
                <a:lnTo>
                  <a:pt x="2410239" y="363053"/>
                </a:lnTo>
                <a:lnTo>
                  <a:pt x="2421541" y="231653"/>
                </a:lnTo>
                <a:lnTo>
                  <a:pt x="2432460" y="92438"/>
                </a:lnTo>
                <a:lnTo>
                  <a:pt x="2439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5" name="positive.Sample-4-5.segment0">
            <a:extLst xmlns:a="http://schemas.openxmlformats.org/drawingml/2006/main">
              <a:ext uri="{FF2B5EF4-FFF2-40B4-BE49-F238E27FC236}">
                <a16:creationId xmlns:a16="http://schemas.microsoft.com/office/drawing/2014/main" id="{98D17049-3112-4042-9D41-AE389B7A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3296098" cy="2188765"/>
          </a:xfrm>
          <a:custGeom xmlns:a="http://schemas.openxmlformats.org/drawingml/2006/main">
            <a:pathLst>
              <a:path w="3296098" h="2188765">
                <a:moveTo>
                  <a:pt x="0" y="2021291"/>
                </a:moveTo>
                <a:lnTo>
                  <a:pt x="117039" y="2023250"/>
                </a:lnTo>
                <a:lnTo>
                  <a:pt x="230098" y="2025302"/>
                </a:lnTo>
                <a:lnTo>
                  <a:pt x="339312" y="2027450"/>
                </a:lnTo>
                <a:lnTo>
                  <a:pt x="444813" y="2029696"/>
                </a:lnTo>
                <a:lnTo>
                  <a:pt x="546726" y="2032043"/>
                </a:lnTo>
                <a:lnTo>
                  <a:pt x="645173" y="2034494"/>
                </a:lnTo>
                <a:lnTo>
                  <a:pt x="740273" y="2037051"/>
                </a:lnTo>
                <a:lnTo>
                  <a:pt x="832139" y="2039717"/>
                </a:lnTo>
                <a:lnTo>
                  <a:pt x="920881" y="2042493"/>
                </a:lnTo>
                <a:lnTo>
                  <a:pt x="1006606" y="2045382"/>
                </a:lnTo>
                <a:lnTo>
                  <a:pt x="1089415" y="2048385"/>
                </a:lnTo>
                <a:lnTo>
                  <a:pt x="1169408" y="2051503"/>
                </a:lnTo>
                <a:lnTo>
                  <a:pt x="1246682" y="2054739"/>
                </a:lnTo>
                <a:lnTo>
                  <a:pt x="1321327" y="2058091"/>
                </a:lnTo>
                <a:lnTo>
                  <a:pt x="1393435" y="2061562"/>
                </a:lnTo>
                <a:lnTo>
                  <a:pt x="1463090" y="2065150"/>
                </a:lnTo>
                <a:lnTo>
                  <a:pt x="1530377" y="2068854"/>
                </a:lnTo>
                <a:lnTo>
                  <a:pt x="1595375" y="2072674"/>
                </a:lnTo>
                <a:lnTo>
                  <a:pt x="1658164" y="2076608"/>
                </a:lnTo>
                <a:lnTo>
                  <a:pt x="1718817" y="2080653"/>
                </a:lnTo>
                <a:lnTo>
                  <a:pt x="1777408" y="2084806"/>
                </a:lnTo>
                <a:lnTo>
                  <a:pt x="1834006" y="2089063"/>
                </a:lnTo>
                <a:lnTo>
                  <a:pt x="1888680" y="2093418"/>
                </a:lnTo>
                <a:lnTo>
                  <a:pt x="1941495" y="2097865"/>
                </a:lnTo>
                <a:lnTo>
                  <a:pt x="1992513" y="2102398"/>
                </a:lnTo>
                <a:lnTo>
                  <a:pt x="2041797" y="2107008"/>
                </a:lnTo>
                <a:lnTo>
                  <a:pt x="2089405" y="2111685"/>
                </a:lnTo>
                <a:lnTo>
                  <a:pt x="2135394" y="2116419"/>
                </a:lnTo>
                <a:lnTo>
                  <a:pt x="2179819" y="2121197"/>
                </a:lnTo>
                <a:lnTo>
                  <a:pt x="2222733" y="2126005"/>
                </a:lnTo>
                <a:lnTo>
                  <a:pt x="2264189" y="2130827"/>
                </a:lnTo>
                <a:lnTo>
                  <a:pt x="2304234" y="2135645"/>
                </a:lnTo>
                <a:lnTo>
                  <a:pt x="2342918" y="2140441"/>
                </a:lnTo>
                <a:lnTo>
                  <a:pt x="2380286" y="2145193"/>
                </a:lnTo>
                <a:lnTo>
                  <a:pt x="2416384" y="2149876"/>
                </a:lnTo>
                <a:lnTo>
                  <a:pt x="2451254" y="2154465"/>
                </a:lnTo>
                <a:lnTo>
                  <a:pt x="2484938" y="2158930"/>
                </a:lnTo>
                <a:lnTo>
                  <a:pt x="2517477" y="2163241"/>
                </a:lnTo>
                <a:lnTo>
                  <a:pt x="2548910" y="2167364"/>
                </a:lnTo>
                <a:lnTo>
                  <a:pt x="2579273" y="2171261"/>
                </a:lnTo>
                <a:lnTo>
                  <a:pt x="2608604" y="2174891"/>
                </a:lnTo>
                <a:lnTo>
                  <a:pt x="2636938" y="2178213"/>
                </a:lnTo>
                <a:lnTo>
                  <a:pt x="2664308" y="2181178"/>
                </a:lnTo>
                <a:lnTo>
                  <a:pt x="2690748" y="2183737"/>
                </a:lnTo>
                <a:lnTo>
                  <a:pt x="2716288" y="2185835"/>
                </a:lnTo>
                <a:lnTo>
                  <a:pt x="2740960" y="2187414"/>
                </a:lnTo>
                <a:lnTo>
                  <a:pt x="2764793" y="2188412"/>
                </a:lnTo>
                <a:lnTo>
                  <a:pt x="2787816" y="2188765"/>
                </a:lnTo>
                <a:lnTo>
                  <a:pt x="2810055" y="2188400"/>
                </a:lnTo>
                <a:lnTo>
                  <a:pt x="2831539" y="2187245"/>
                </a:lnTo>
                <a:lnTo>
                  <a:pt x="2852292" y="2185220"/>
                </a:lnTo>
                <a:lnTo>
                  <a:pt x="2872339" y="2182241"/>
                </a:lnTo>
                <a:lnTo>
                  <a:pt x="2891704" y="2178222"/>
                </a:lnTo>
                <a:lnTo>
                  <a:pt x="2910411" y="2173069"/>
                </a:lnTo>
                <a:lnTo>
                  <a:pt x="2928482" y="2166687"/>
                </a:lnTo>
                <a:lnTo>
                  <a:pt x="2945938" y="2158973"/>
                </a:lnTo>
                <a:lnTo>
                  <a:pt x="2962801" y="2149821"/>
                </a:lnTo>
                <a:lnTo>
                  <a:pt x="2979090" y="2139123"/>
                </a:lnTo>
                <a:lnTo>
                  <a:pt x="2994826" y="2126762"/>
                </a:lnTo>
                <a:lnTo>
                  <a:pt x="3010026" y="2112620"/>
                </a:lnTo>
                <a:lnTo>
                  <a:pt x="3024709" y="2096575"/>
                </a:lnTo>
                <a:lnTo>
                  <a:pt x="3038894" y="2078500"/>
                </a:lnTo>
                <a:lnTo>
                  <a:pt x="3052595" y="2058265"/>
                </a:lnTo>
                <a:lnTo>
                  <a:pt x="3065831" y="2035735"/>
                </a:lnTo>
                <a:lnTo>
                  <a:pt x="3078617" y="2010776"/>
                </a:lnTo>
                <a:lnTo>
                  <a:pt x="3089683" y="1986280"/>
                </a:lnTo>
                <a:lnTo>
                  <a:pt x="3090968" y="1983247"/>
                </a:lnTo>
                <a:lnTo>
                  <a:pt x="3102899" y="1953007"/>
                </a:lnTo>
                <a:lnTo>
                  <a:pt x="3114424" y="1919912"/>
                </a:lnTo>
                <a:lnTo>
                  <a:pt x="3125558" y="1883818"/>
                </a:lnTo>
                <a:lnTo>
                  <a:pt x="3136312" y="1844579"/>
                </a:lnTo>
                <a:lnTo>
                  <a:pt x="3146702" y="1802047"/>
                </a:lnTo>
                <a:lnTo>
                  <a:pt x="3156737" y="1756077"/>
                </a:lnTo>
                <a:lnTo>
                  <a:pt x="3166432" y="1706522"/>
                </a:lnTo>
                <a:lnTo>
                  <a:pt x="3175797" y="1653237"/>
                </a:lnTo>
                <a:lnTo>
                  <a:pt x="3184843" y="1596079"/>
                </a:lnTo>
                <a:lnTo>
                  <a:pt x="3193582" y="1534908"/>
                </a:lnTo>
                <a:lnTo>
                  <a:pt x="3202024" y="1469584"/>
                </a:lnTo>
                <a:lnTo>
                  <a:pt x="3209943" y="1402080"/>
                </a:lnTo>
                <a:lnTo>
                  <a:pt x="3210178" y="1399975"/>
                </a:lnTo>
                <a:lnTo>
                  <a:pt x="3218055" y="1325950"/>
                </a:lnTo>
                <a:lnTo>
                  <a:pt x="3225665" y="1247385"/>
                </a:lnTo>
                <a:lnTo>
                  <a:pt x="3233016" y="1164161"/>
                </a:lnTo>
                <a:lnTo>
                  <a:pt x="3240116" y="1076167"/>
                </a:lnTo>
                <a:lnTo>
                  <a:pt x="3246975" y="983299"/>
                </a:lnTo>
                <a:lnTo>
                  <a:pt x="3253601" y="885462"/>
                </a:lnTo>
                <a:lnTo>
                  <a:pt x="3260002" y="782571"/>
                </a:lnTo>
                <a:lnTo>
                  <a:pt x="3266185" y="674553"/>
                </a:lnTo>
                <a:lnTo>
                  <a:pt x="3272158" y="561344"/>
                </a:lnTo>
                <a:lnTo>
                  <a:pt x="3277928" y="442898"/>
                </a:lnTo>
                <a:lnTo>
                  <a:pt x="3283501" y="319181"/>
                </a:lnTo>
                <a:lnTo>
                  <a:pt x="3288885" y="190175"/>
                </a:lnTo>
                <a:lnTo>
                  <a:pt x="3294086" y="55882"/>
                </a:lnTo>
                <a:lnTo>
                  <a:pt x="3296098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6" name="positive.Sample-5-1.segment0">
            <a:extLst xmlns:a="http://schemas.openxmlformats.org/drawingml/2006/main">
              <a:ext uri="{FF2B5EF4-FFF2-40B4-BE49-F238E27FC236}">
                <a16:creationId xmlns:a16="http://schemas.microsoft.com/office/drawing/2014/main" id="{F70AFC38-6B54-41EC-9F1A-96B82B3A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3312749" cy="1963217"/>
          </a:xfrm>
          <a:custGeom xmlns:a="http://schemas.openxmlformats.org/drawingml/2006/main">
            <a:pathLst>
              <a:path w="3312749" h="1963217">
                <a:moveTo>
                  <a:pt x="0" y="1963217"/>
                </a:moveTo>
                <a:lnTo>
                  <a:pt x="121599" y="1961668"/>
                </a:lnTo>
                <a:lnTo>
                  <a:pt x="239064" y="1960018"/>
                </a:lnTo>
                <a:lnTo>
                  <a:pt x="352534" y="1958262"/>
                </a:lnTo>
                <a:lnTo>
                  <a:pt x="462145" y="1956393"/>
                </a:lnTo>
                <a:lnTo>
                  <a:pt x="568029" y="1954404"/>
                </a:lnTo>
                <a:lnTo>
                  <a:pt x="670313" y="1952288"/>
                </a:lnTo>
                <a:lnTo>
                  <a:pt x="769119" y="1950037"/>
                </a:lnTo>
                <a:lnTo>
                  <a:pt x="864564" y="1947642"/>
                </a:lnTo>
                <a:lnTo>
                  <a:pt x="956764" y="1945097"/>
                </a:lnTo>
                <a:lnTo>
                  <a:pt x="1045829" y="1942390"/>
                </a:lnTo>
                <a:lnTo>
                  <a:pt x="1131865" y="1939513"/>
                </a:lnTo>
                <a:lnTo>
                  <a:pt x="1214976" y="1936456"/>
                </a:lnTo>
                <a:lnTo>
                  <a:pt x="1295260" y="1933207"/>
                </a:lnTo>
                <a:lnTo>
                  <a:pt x="1372814" y="1929756"/>
                </a:lnTo>
                <a:lnTo>
                  <a:pt x="1447731" y="1926091"/>
                </a:lnTo>
                <a:lnTo>
                  <a:pt x="1520101" y="1922199"/>
                </a:lnTo>
                <a:lnTo>
                  <a:pt x="1590009" y="1918067"/>
                </a:lnTo>
                <a:lnTo>
                  <a:pt x="1657541" y="1913680"/>
                </a:lnTo>
                <a:lnTo>
                  <a:pt x="1722776" y="1909025"/>
                </a:lnTo>
                <a:lnTo>
                  <a:pt x="1785792" y="1904085"/>
                </a:lnTo>
                <a:lnTo>
                  <a:pt x="1846666" y="1898844"/>
                </a:lnTo>
                <a:lnTo>
                  <a:pt x="1905470" y="1893285"/>
                </a:lnTo>
                <a:lnTo>
                  <a:pt x="1962274" y="1887389"/>
                </a:lnTo>
                <a:lnTo>
                  <a:pt x="2017147" y="1881138"/>
                </a:lnTo>
                <a:lnTo>
                  <a:pt x="2070153" y="1874510"/>
                </a:lnTo>
                <a:lnTo>
                  <a:pt x="2121357" y="1867486"/>
                </a:lnTo>
                <a:lnTo>
                  <a:pt x="2170820" y="1860041"/>
                </a:lnTo>
                <a:lnTo>
                  <a:pt x="2218601" y="1852153"/>
                </a:lnTo>
                <a:lnTo>
                  <a:pt x="2264758" y="1843796"/>
                </a:lnTo>
                <a:lnTo>
                  <a:pt x="2309344" y="1834944"/>
                </a:lnTo>
                <a:lnTo>
                  <a:pt x="2352415" y="1825570"/>
                </a:lnTo>
                <a:lnTo>
                  <a:pt x="2394021" y="1815643"/>
                </a:lnTo>
                <a:lnTo>
                  <a:pt x="2434212" y="1805134"/>
                </a:lnTo>
                <a:lnTo>
                  <a:pt x="2473036" y="1794009"/>
                </a:lnTo>
                <a:lnTo>
                  <a:pt x="2510540" y="1782235"/>
                </a:lnTo>
                <a:lnTo>
                  <a:pt x="2546769" y="1769775"/>
                </a:lnTo>
                <a:lnTo>
                  <a:pt x="2581766" y="1756593"/>
                </a:lnTo>
                <a:lnTo>
                  <a:pt x="2615573" y="1742647"/>
                </a:lnTo>
                <a:lnTo>
                  <a:pt x="2648230" y="1727896"/>
                </a:lnTo>
                <a:lnTo>
                  <a:pt x="2679777" y="1712295"/>
                </a:lnTo>
                <a:lnTo>
                  <a:pt x="2710251" y="1695799"/>
                </a:lnTo>
                <a:lnTo>
                  <a:pt x="2739689" y="1678358"/>
                </a:lnTo>
                <a:lnTo>
                  <a:pt x="2768126" y="1659920"/>
                </a:lnTo>
                <a:lnTo>
                  <a:pt x="2795595" y="1640432"/>
                </a:lnTo>
                <a:lnTo>
                  <a:pt x="2822131" y="1619836"/>
                </a:lnTo>
                <a:lnTo>
                  <a:pt x="2847764" y="1598073"/>
                </a:lnTo>
                <a:lnTo>
                  <a:pt x="2872526" y="1575079"/>
                </a:lnTo>
                <a:lnTo>
                  <a:pt x="2896445" y="1550788"/>
                </a:lnTo>
                <a:lnTo>
                  <a:pt x="2919552" y="1525131"/>
                </a:lnTo>
                <a:lnTo>
                  <a:pt x="2941872" y="1498033"/>
                </a:lnTo>
                <a:lnTo>
                  <a:pt x="2963434" y="1469419"/>
                </a:lnTo>
                <a:lnTo>
                  <a:pt x="2984262" y="1439206"/>
                </a:lnTo>
                <a:lnTo>
                  <a:pt x="3004382" y="1407311"/>
                </a:lnTo>
                <a:lnTo>
                  <a:pt x="3007517" y="1402080"/>
                </a:lnTo>
                <a:lnTo>
                  <a:pt x="3023818" y="1373643"/>
                </a:lnTo>
                <a:lnTo>
                  <a:pt x="3042593" y="1338110"/>
                </a:lnTo>
                <a:lnTo>
                  <a:pt x="3060729" y="1300612"/>
                </a:lnTo>
                <a:lnTo>
                  <a:pt x="3078249" y="1261048"/>
                </a:lnTo>
                <a:lnTo>
                  <a:pt x="3095173" y="1219308"/>
                </a:lnTo>
                <a:lnTo>
                  <a:pt x="3111522" y="1175279"/>
                </a:lnTo>
                <a:lnTo>
                  <a:pt x="3127314" y="1128844"/>
                </a:lnTo>
                <a:lnTo>
                  <a:pt x="3142570" y="1079877"/>
                </a:lnTo>
                <a:lnTo>
                  <a:pt x="3157307" y="1028249"/>
                </a:lnTo>
                <a:lnTo>
                  <a:pt x="3171543" y="973823"/>
                </a:lnTo>
                <a:lnTo>
                  <a:pt x="3185294" y="916459"/>
                </a:lnTo>
                <a:lnTo>
                  <a:pt x="3198578" y="856007"/>
                </a:lnTo>
                <a:lnTo>
                  <a:pt x="3211410" y="792314"/>
                </a:lnTo>
                <a:lnTo>
                  <a:pt x="3223806" y="725218"/>
                </a:lnTo>
                <a:lnTo>
                  <a:pt x="3235781" y="654551"/>
                </a:lnTo>
                <a:lnTo>
                  <a:pt x="3247348" y="580140"/>
                </a:lnTo>
                <a:lnTo>
                  <a:pt x="3258522" y="501804"/>
                </a:lnTo>
                <a:lnTo>
                  <a:pt x="3269316" y="419355"/>
                </a:lnTo>
                <a:lnTo>
                  <a:pt x="3279743" y="332598"/>
                </a:lnTo>
                <a:lnTo>
                  <a:pt x="3289815" y="241334"/>
                </a:lnTo>
                <a:lnTo>
                  <a:pt x="3299545" y="145355"/>
                </a:lnTo>
                <a:lnTo>
                  <a:pt x="3308944" y="44450"/>
                </a:lnTo>
                <a:lnTo>
                  <a:pt x="331274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7" name="positive.Sample-5-2.segment0">
            <a:extLst xmlns:a="http://schemas.openxmlformats.org/drawingml/2006/main">
              <a:ext uri="{FF2B5EF4-FFF2-40B4-BE49-F238E27FC236}">
                <a16:creationId xmlns:a16="http://schemas.microsoft.com/office/drawing/2014/main" id="{F6FEF2F2-9715-49FD-8792-93EDBFAD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357242" cy="1850821"/>
          </a:xfrm>
          <a:custGeom xmlns:a="http://schemas.openxmlformats.org/drawingml/2006/main">
            <a:pathLst>
              <a:path w="2357242" h="1850821">
                <a:moveTo>
                  <a:pt x="0" y="1850821"/>
                </a:moveTo>
                <a:lnTo>
                  <a:pt x="96176" y="1842799"/>
                </a:lnTo>
                <a:lnTo>
                  <a:pt x="189082" y="1834334"/>
                </a:lnTo>
                <a:lnTo>
                  <a:pt x="278829" y="1825404"/>
                </a:lnTo>
                <a:lnTo>
                  <a:pt x="365524" y="1815987"/>
                </a:lnTo>
                <a:lnTo>
                  <a:pt x="449271" y="1806058"/>
                </a:lnTo>
                <a:lnTo>
                  <a:pt x="530170" y="1795592"/>
                </a:lnTo>
                <a:lnTo>
                  <a:pt x="608318" y="1784563"/>
                </a:lnTo>
                <a:lnTo>
                  <a:pt x="683809" y="1772943"/>
                </a:lnTo>
                <a:lnTo>
                  <a:pt x="756732" y="1760704"/>
                </a:lnTo>
                <a:lnTo>
                  <a:pt x="827176" y="1747815"/>
                </a:lnTo>
                <a:lnTo>
                  <a:pt x="895224" y="1734246"/>
                </a:lnTo>
                <a:lnTo>
                  <a:pt x="960959" y="1719963"/>
                </a:lnTo>
                <a:lnTo>
                  <a:pt x="1024458" y="1704934"/>
                </a:lnTo>
                <a:lnTo>
                  <a:pt x="1085798" y="1689122"/>
                </a:lnTo>
                <a:lnTo>
                  <a:pt x="1145052" y="1672491"/>
                </a:lnTo>
                <a:lnTo>
                  <a:pt x="1202291" y="1655002"/>
                </a:lnTo>
                <a:lnTo>
                  <a:pt x="1257584" y="1636617"/>
                </a:lnTo>
                <a:lnTo>
                  <a:pt x="1310996" y="1617292"/>
                </a:lnTo>
                <a:lnTo>
                  <a:pt x="1362593" y="1596986"/>
                </a:lnTo>
                <a:lnTo>
                  <a:pt x="1412434" y="1575653"/>
                </a:lnTo>
                <a:lnTo>
                  <a:pt x="1460581" y="1553247"/>
                </a:lnTo>
                <a:lnTo>
                  <a:pt x="1507091" y="1529720"/>
                </a:lnTo>
                <a:lnTo>
                  <a:pt x="1552019" y="1505020"/>
                </a:lnTo>
                <a:lnTo>
                  <a:pt x="1595419" y="1479097"/>
                </a:lnTo>
                <a:lnTo>
                  <a:pt x="1637343" y="1451895"/>
                </a:lnTo>
                <a:lnTo>
                  <a:pt x="1677842" y="1423359"/>
                </a:lnTo>
                <a:lnTo>
                  <a:pt x="1705985" y="1402080"/>
                </a:lnTo>
                <a:lnTo>
                  <a:pt x="1716964" y="1393431"/>
                </a:lnTo>
                <a:lnTo>
                  <a:pt x="1754755" y="1362050"/>
                </a:lnTo>
                <a:lnTo>
                  <a:pt x="1791262" y="1329155"/>
                </a:lnTo>
                <a:lnTo>
                  <a:pt x="1826526" y="1294681"/>
                </a:lnTo>
                <a:lnTo>
                  <a:pt x="1860592" y="1258562"/>
                </a:lnTo>
                <a:lnTo>
                  <a:pt x="1893499" y="1220729"/>
                </a:lnTo>
                <a:lnTo>
                  <a:pt x="1925288" y="1181112"/>
                </a:lnTo>
                <a:lnTo>
                  <a:pt x="1955995" y="1139638"/>
                </a:lnTo>
                <a:lnTo>
                  <a:pt x="1985658" y="1096232"/>
                </a:lnTo>
                <a:lnTo>
                  <a:pt x="2014313" y="1050818"/>
                </a:lnTo>
                <a:lnTo>
                  <a:pt x="2041993" y="1003318"/>
                </a:lnTo>
                <a:lnTo>
                  <a:pt x="2068732" y="953650"/>
                </a:lnTo>
                <a:lnTo>
                  <a:pt x="2094561" y="901733"/>
                </a:lnTo>
                <a:lnTo>
                  <a:pt x="2119512" y="847483"/>
                </a:lnTo>
                <a:lnTo>
                  <a:pt x="2143615" y="790816"/>
                </a:lnTo>
                <a:lnTo>
                  <a:pt x="2166898" y="731645"/>
                </a:lnTo>
                <a:lnTo>
                  <a:pt x="2189390" y="669884"/>
                </a:lnTo>
                <a:lnTo>
                  <a:pt x="2211116" y="605445"/>
                </a:lnTo>
                <a:lnTo>
                  <a:pt x="2232104" y="538241"/>
                </a:lnTo>
                <a:lnTo>
                  <a:pt x="2252378" y="468185"/>
                </a:lnTo>
                <a:lnTo>
                  <a:pt x="2271963" y="395191"/>
                </a:lnTo>
                <a:lnTo>
                  <a:pt x="2290882" y="319175"/>
                </a:lnTo>
                <a:lnTo>
                  <a:pt x="2309157" y="240053"/>
                </a:lnTo>
                <a:lnTo>
                  <a:pt x="2326811" y="157748"/>
                </a:lnTo>
                <a:lnTo>
                  <a:pt x="2343864" y="72184"/>
                </a:lnTo>
                <a:lnTo>
                  <a:pt x="235724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8" name="positive.Sample-5-3.segment0">
            <a:extLst xmlns:a="http://schemas.openxmlformats.org/drawingml/2006/main">
              <a:ext uri="{FF2B5EF4-FFF2-40B4-BE49-F238E27FC236}">
                <a16:creationId xmlns:a16="http://schemas.microsoft.com/office/drawing/2014/main" id="{1F16ADDA-1FE8-4B57-BC81-A0BEDF23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78339"/>
            <a:ext cx="2073196" cy="142086"/>
          </a:xfrm>
          <a:custGeom xmlns:a="http://schemas.openxmlformats.org/drawingml/2006/main">
            <a:pathLst>
              <a:path w="2073196" h="142086">
                <a:moveTo>
                  <a:pt x="0" y="0"/>
                </a:moveTo>
                <a:lnTo>
                  <a:pt x="126458" y="3460"/>
                </a:lnTo>
                <a:lnTo>
                  <a:pt x="248615" y="7091"/>
                </a:lnTo>
                <a:lnTo>
                  <a:pt x="366619" y="10900"/>
                </a:lnTo>
                <a:lnTo>
                  <a:pt x="480610" y="14892"/>
                </a:lnTo>
                <a:lnTo>
                  <a:pt x="590725" y="19076"/>
                </a:lnTo>
                <a:lnTo>
                  <a:pt x="697095" y="23460"/>
                </a:lnTo>
                <a:lnTo>
                  <a:pt x="799848" y="28050"/>
                </a:lnTo>
                <a:lnTo>
                  <a:pt x="899108" y="32855"/>
                </a:lnTo>
                <a:lnTo>
                  <a:pt x="994991" y="37883"/>
                </a:lnTo>
                <a:lnTo>
                  <a:pt x="1087615" y="43142"/>
                </a:lnTo>
                <a:lnTo>
                  <a:pt x="1177088" y="48640"/>
                </a:lnTo>
                <a:lnTo>
                  <a:pt x="1263520" y="54387"/>
                </a:lnTo>
                <a:lnTo>
                  <a:pt x="1347012" y="60391"/>
                </a:lnTo>
                <a:lnTo>
                  <a:pt x="1427664" y="66662"/>
                </a:lnTo>
                <a:lnTo>
                  <a:pt x="1505575" y="73208"/>
                </a:lnTo>
                <a:lnTo>
                  <a:pt x="1580836" y="80039"/>
                </a:lnTo>
                <a:lnTo>
                  <a:pt x="1653538" y="87165"/>
                </a:lnTo>
                <a:lnTo>
                  <a:pt x="1723767" y="94596"/>
                </a:lnTo>
                <a:lnTo>
                  <a:pt x="1791609" y="102342"/>
                </a:lnTo>
                <a:lnTo>
                  <a:pt x="1857143" y="110413"/>
                </a:lnTo>
                <a:lnTo>
                  <a:pt x="1920449" y="118820"/>
                </a:lnTo>
                <a:lnTo>
                  <a:pt x="1981602" y="127573"/>
                </a:lnTo>
                <a:lnTo>
                  <a:pt x="2040676" y="136684"/>
                </a:lnTo>
                <a:lnTo>
                  <a:pt x="2073196" y="142086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19" name="positive.Sample-5-3.segment1">
            <a:extLst xmlns:a="http://schemas.openxmlformats.org/drawingml/2006/main">
              <a:ext uri="{FF2B5EF4-FFF2-40B4-BE49-F238E27FC236}">
                <a16:creationId xmlns:a16="http://schemas.microsoft.com/office/drawing/2014/main" id="{B969DE95-6E49-444A-A657-43477F3E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7115" y="8829675"/>
            <a:ext cx="3519" cy="2190750"/>
          </a:xfrm>
          <a:custGeom xmlns:a="http://schemas.openxmlformats.org/drawingml/2006/main">
            <a:pathLst>
              <a:path w="3519" h="2190750">
                <a:moveTo>
                  <a:pt x="0" y="2190750"/>
                </a:moveTo>
                <a:lnTo>
                  <a:pt x="289" y="2054708"/>
                </a:lnTo>
                <a:lnTo>
                  <a:pt x="425" y="1986280"/>
                </a:lnTo>
                <a:lnTo>
                  <a:pt x="994" y="1686580"/>
                </a:lnTo>
                <a:lnTo>
                  <a:pt x="1493" y="1402080"/>
                </a:lnTo>
                <a:lnTo>
                  <a:pt x="1675" y="1293350"/>
                </a:lnTo>
                <a:lnTo>
                  <a:pt x="2332" y="873881"/>
                </a:lnTo>
                <a:lnTo>
                  <a:pt x="2968" y="426988"/>
                </a:lnTo>
                <a:lnTo>
                  <a:pt x="3519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0" name="positive.Sample-5-4.segment0">
            <a:extLst xmlns:a="http://schemas.openxmlformats.org/drawingml/2006/main">
              <a:ext uri="{FF2B5EF4-FFF2-40B4-BE49-F238E27FC236}">
                <a16:creationId xmlns:a16="http://schemas.microsoft.com/office/drawing/2014/main" id="{21232ABF-5084-4DE9-80D7-053D8137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582665" cy="1936325"/>
          </a:xfrm>
          <a:custGeom xmlns:a="http://schemas.openxmlformats.org/drawingml/2006/main">
            <a:pathLst>
              <a:path w="2582665" h="1936325">
                <a:moveTo>
                  <a:pt x="0" y="1936325"/>
                </a:moveTo>
                <a:lnTo>
                  <a:pt x="95543" y="1933355"/>
                </a:lnTo>
                <a:lnTo>
                  <a:pt x="187837" y="1930221"/>
                </a:lnTo>
                <a:lnTo>
                  <a:pt x="276993" y="1926914"/>
                </a:lnTo>
                <a:lnTo>
                  <a:pt x="363117" y="1923425"/>
                </a:lnTo>
                <a:lnTo>
                  <a:pt x="446313" y="1919746"/>
                </a:lnTo>
                <a:lnTo>
                  <a:pt x="526679" y="1915866"/>
                </a:lnTo>
                <a:lnTo>
                  <a:pt x="604312" y="1911776"/>
                </a:lnTo>
                <a:lnTo>
                  <a:pt x="679306" y="1907466"/>
                </a:lnTo>
                <a:lnTo>
                  <a:pt x="751749" y="1902925"/>
                </a:lnTo>
                <a:lnTo>
                  <a:pt x="821729" y="1898141"/>
                </a:lnTo>
                <a:lnTo>
                  <a:pt x="889330" y="1893102"/>
                </a:lnTo>
                <a:lnTo>
                  <a:pt x="954631" y="1887797"/>
                </a:lnTo>
                <a:lnTo>
                  <a:pt x="1017713" y="1882212"/>
                </a:lnTo>
                <a:lnTo>
                  <a:pt x="1078649" y="1876333"/>
                </a:lnTo>
                <a:lnTo>
                  <a:pt x="1137512" y="1870148"/>
                </a:lnTo>
                <a:lnTo>
                  <a:pt x="1194375" y="1863640"/>
                </a:lnTo>
                <a:lnTo>
                  <a:pt x="1249303" y="1856795"/>
                </a:lnTo>
                <a:lnTo>
                  <a:pt x="1302364" y="1849596"/>
                </a:lnTo>
                <a:lnTo>
                  <a:pt x="1353621" y="1842028"/>
                </a:lnTo>
                <a:lnTo>
                  <a:pt x="1403134" y="1834072"/>
                </a:lnTo>
                <a:lnTo>
                  <a:pt x="1450964" y="1825711"/>
                </a:lnTo>
                <a:lnTo>
                  <a:pt x="1497167" y="1816926"/>
                </a:lnTo>
                <a:lnTo>
                  <a:pt x="1541799" y="1807696"/>
                </a:lnTo>
                <a:lnTo>
                  <a:pt x="1584914" y="1798002"/>
                </a:lnTo>
                <a:lnTo>
                  <a:pt x="1626562" y="1787822"/>
                </a:lnTo>
                <a:lnTo>
                  <a:pt x="1666795" y="1777134"/>
                </a:lnTo>
                <a:lnTo>
                  <a:pt x="1705659" y="1765914"/>
                </a:lnTo>
                <a:lnTo>
                  <a:pt x="1743201" y="1754139"/>
                </a:lnTo>
                <a:lnTo>
                  <a:pt x="1779467" y="1741783"/>
                </a:lnTo>
                <a:lnTo>
                  <a:pt x="1814500" y="1728819"/>
                </a:lnTo>
                <a:lnTo>
                  <a:pt x="1848341" y="1715221"/>
                </a:lnTo>
                <a:lnTo>
                  <a:pt x="1881032" y="1700961"/>
                </a:lnTo>
                <a:lnTo>
                  <a:pt x="1912611" y="1686007"/>
                </a:lnTo>
                <a:lnTo>
                  <a:pt x="1943116" y="1670331"/>
                </a:lnTo>
                <a:lnTo>
                  <a:pt x="1972584" y="1653898"/>
                </a:lnTo>
                <a:lnTo>
                  <a:pt x="2001049" y="1636678"/>
                </a:lnTo>
                <a:lnTo>
                  <a:pt x="2028547" y="1618633"/>
                </a:lnTo>
                <a:lnTo>
                  <a:pt x="2055110" y="1599729"/>
                </a:lnTo>
                <a:lnTo>
                  <a:pt x="2080769" y="1579927"/>
                </a:lnTo>
                <a:lnTo>
                  <a:pt x="2105556" y="1559190"/>
                </a:lnTo>
                <a:lnTo>
                  <a:pt x="2129500" y="1537475"/>
                </a:lnTo>
                <a:lnTo>
                  <a:pt x="2152630" y="1514741"/>
                </a:lnTo>
                <a:lnTo>
                  <a:pt x="2174974" y="1490943"/>
                </a:lnTo>
                <a:lnTo>
                  <a:pt x="2196557" y="1466037"/>
                </a:lnTo>
                <a:lnTo>
                  <a:pt x="2217407" y="1439974"/>
                </a:lnTo>
                <a:lnTo>
                  <a:pt x="2237547" y="1412706"/>
                </a:lnTo>
                <a:lnTo>
                  <a:pt x="2244977" y="1402080"/>
                </a:lnTo>
                <a:lnTo>
                  <a:pt x="2257003" y="1384180"/>
                </a:lnTo>
                <a:lnTo>
                  <a:pt x="2275797" y="1354345"/>
                </a:lnTo>
                <a:lnTo>
                  <a:pt x="2293952" y="1323143"/>
                </a:lnTo>
                <a:lnTo>
                  <a:pt x="2311490" y="1290518"/>
                </a:lnTo>
                <a:lnTo>
                  <a:pt x="2328431" y="1256411"/>
                </a:lnTo>
                <a:lnTo>
                  <a:pt x="2344797" y="1220758"/>
                </a:lnTo>
                <a:lnTo>
                  <a:pt x="2360605" y="1183495"/>
                </a:lnTo>
                <a:lnTo>
                  <a:pt x="2375877" y="1144556"/>
                </a:lnTo>
                <a:lnTo>
                  <a:pt x="2390628" y="1103871"/>
                </a:lnTo>
                <a:lnTo>
                  <a:pt x="2404879" y="1061368"/>
                </a:lnTo>
                <a:lnTo>
                  <a:pt x="2418644" y="1016971"/>
                </a:lnTo>
                <a:lnTo>
                  <a:pt x="2431942" y="970603"/>
                </a:lnTo>
                <a:lnTo>
                  <a:pt x="2444787" y="922183"/>
                </a:lnTo>
                <a:lnTo>
                  <a:pt x="2457196" y="871628"/>
                </a:lnTo>
                <a:lnTo>
                  <a:pt x="2469182" y="818849"/>
                </a:lnTo>
                <a:lnTo>
                  <a:pt x="2480761" y="763757"/>
                </a:lnTo>
                <a:lnTo>
                  <a:pt x="2491947" y="706258"/>
                </a:lnTo>
                <a:lnTo>
                  <a:pt x="2502752" y="646254"/>
                </a:lnTo>
                <a:lnTo>
                  <a:pt x="2513189" y="583645"/>
                </a:lnTo>
                <a:lnTo>
                  <a:pt x="2523272" y="518326"/>
                </a:lnTo>
                <a:lnTo>
                  <a:pt x="2533011" y="450187"/>
                </a:lnTo>
                <a:lnTo>
                  <a:pt x="2542420" y="379117"/>
                </a:lnTo>
                <a:lnTo>
                  <a:pt x="2551509" y="304998"/>
                </a:lnTo>
                <a:lnTo>
                  <a:pt x="2560288" y="227709"/>
                </a:lnTo>
                <a:lnTo>
                  <a:pt x="2568769" y="147124"/>
                </a:lnTo>
                <a:lnTo>
                  <a:pt x="2576962" y="63111"/>
                </a:lnTo>
                <a:lnTo>
                  <a:pt x="25826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1" name="positive.Sample-5-5.segment0">
            <a:extLst xmlns:a="http://schemas.openxmlformats.org/drawingml/2006/main">
              <a:ext uri="{FF2B5EF4-FFF2-40B4-BE49-F238E27FC236}">
                <a16:creationId xmlns:a16="http://schemas.microsoft.com/office/drawing/2014/main" id="{04F7E410-C427-4164-B1C1-E3AE6C8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733382" cy="1974766"/>
          </a:xfrm>
          <a:custGeom xmlns:a="http://schemas.openxmlformats.org/drawingml/2006/main">
            <a:pathLst>
              <a:path w="2733382" h="1974766">
                <a:moveTo>
                  <a:pt x="0" y="1974766"/>
                </a:moveTo>
                <a:lnTo>
                  <a:pt x="105635" y="1972932"/>
                </a:lnTo>
                <a:lnTo>
                  <a:pt x="207677" y="1970898"/>
                </a:lnTo>
                <a:lnTo>
                  <a:pt x="306250" y="1968648"/>
                </a:lnTo>
                <a:lnTo>
                  <a:pt x="401470" y="1966163"/>
                </a:lnTo>
                <a:lnTo>
                  <a:pt x="493453" y="1963423"/>
                </a:lnTo>
                <a:lnTo>
                  <a:pt x="582308" y="1960408"/>
                </a:lnTo>
                <a:lnTo>
                  <a:pt x="668141" y="1957095"/>
                </a:lnTo>
                <a:lnTo>
                  <a:pt x="751056" y="1953460"/>
                </a:lnTo>
                <a:lnTo>
                  <a:pt x="831151" y="1949478"/>
                </a:lnTo>
                <a:lnTo>
                  <a:pt x="908522" y="1945123"/>
                </a:lnTo>
                <a:lnTo>
                  <a:pt x="983263" y="1940366"/>
                </a:lnTo>
                <a:lnTo>
                  <a:pt x="1055462" y="1935177"/>
                </a:lnTo>
                <a:lnTo>
                  <a:pt x="1125206" y="1929524"/>
                </a:lnTo>
                <a:lnTo>
                  <a:pt x="1192578" y="1923375"/>
                </a:lnTo>
                <a:lnTo>
                  <a:pt x="1257659" y="1916695"/>
                </a:lnTo>
                <a:lnTo>
                  <a:pt x="1320527" y="1909446"/>
                </a:lnTo>
                <a:lnTo>
                  <a:pt x="1381258" y="1901591"/>
                </a:lnTo>
                <a:lnTo>
                  <a:pt x="1439923" y="1893088"/>
                </a:lnTo>
                <a:lnTo>
                  <a:pt x="1496593" y="1883897"/>
                </a:lnTo>
                <a:lnTo>
                  <a:pt x="1551336" y="1873972"/>
                </a:lnTo>
                <a:lnTo>
                  <a:pt x="1604218" y="1863268"/>
                </a:lnTo>
                <a:lnTo>
                  <a:pt x="1655302" y="1851737"/>
                </a:lnTo>
                <a:lnTo>
                  <a:pt x="1704648" y="1839329"/>
                </a:lnTo>
                <a:lnTo>
                  <a:pt x="1752316" y="1825993"/>
                </a:lnTo>
                <a:lnTo>
                  <a:pt x="1798364" y="1811673"/>
                </a:lnTo>
                <a:lnTo>
                  <a:pt x="1842845" y="1796316"/>
                </a:lnTo>
                <a:lnTo>
                  <a:pt x="1885814" y="1779862"/>
                </a:lnTo>
                <a:lnTo>
                  <a:pt x="1927322" y="1762253"/>
                </a:lnTo>
                <a:lnTo>
                  <a:pt x="1967419" y="1743427"/>
                </a:lnTo>
                <a:lnTo>
                  <a:pt x="2006151" y="1723319"/>
                </a:lnTo>
                <a:lnTo>
                  <a:pt x="2043567" y="1701865"/>
                </a:lnTo>
                <a:lnTo>
                  <a:pt x="2079711" y="1678996"/>
                </a:lnTo>
                <a:lnTo>
                  <a:pt x="2114625" y="1654644"/>
                </a:lnTo>
                <a:lnTo>
                  <a:pt x="2148352" y="1628735"/>
                </a:lnTo>
                <a:lnTo>
                  <a:pt x="2180933" y="1601198"/>
                </a:lnTo>
                <a:lnTo>
                  <a:pt x="2212405" y="1571955"/>
                </a:lnTo>
                <a:lnTo>
                  <a:pt x="2242807" y="1540930"/>
                </a:lnTo>
                <a:lnTo>
                  <a:pt x="2272176" y="1508043"/>
                </a:lnTo>
                <a:lnTo>
                  <a:pt x="2300545" y="1473212"/>
                </a:lnTo>
                <a:lnTo>
                  <a:pt x="2327950" y="1436354"/>
                </a:lnTo>
                <a:lnTo>
                  <a:pt x="2351357" y="1402080"/>
                </a:lnTo>
                <a:lnTo>
                  <a:pt x="2354423" y="1397384"/>
                </a:lnTo>
                <a:lnTo>
                  <a:pt x="2379996" y="1356214"/>
                </a:lnTo>
                <a:lnTo>
                  <a:pt x="2404700" y="1312755"/>
                </a:lnTo>
                <a:lnTo>
                  <a:pt x="2428563" y="1266917"/>
                </a:lnTo>
                <a:lnTo>
                  <a:pt x="2451615" y="1218605"/>
                </a:lnTo>
                <a:lnTo>
                  <a:pt x="2473882" y="1167726"/>
                </a:lnTo>
                <a:lnTo>
                  <a:pt x="2495393" y="1114184"/>
                </a:lnTo>
                <a:lnTo>
                  <a:pt x="2516172" y="1057879"/>
                </a:lnTo>
                <a:lnTo>
                  <a:pt x="2536245" y="998714"/>
                </a:lnTo>
                <a:lnTo>
                  <a:pt x="2555635" y="936587"/>
                </a:lnTo>
                <a:lnTo>
                  <a:pt x="2574366" y="871395"/>
                </a:lnTo>
                <a:lnTo>
                  <a:pt x="2592460" y="803037"/>
                </a:lnTo>
                <a:lnTo>
                  <a:pt x="2609938" y="731407"/>
                </a:lnTo>
                <a:lnTo>
                  <a:pt x="2626822" y="656401"/>
                </a:lnTo>
                <a:lnTo>
                  <a:pt x="2643132" y="577914"/>
                </a:lnTo>
                <a:lnTo>
                  <a:pt x="2658888" y="495841"/>
                </a:lnTo>
                <a:lnTo>
                  <a:pt x="2674107" y="410078"/>
                </a:lnTo>
                <a:lnTo>
                  <a:pt x="2688809" y="320521"/>
                </a:lnTo>
                <a:lnTo>
                  <a:pt x="2703011" y="227067"/>
                </a:lnTo>
                <a:lnTo>
                  <a:pt x="2716731" y="129617"/>
                </a:lnTo>
                <a:lnTo>
                  <a:pt x="2729983" y="28072"/>
                </a:lnTo>
                <a:lnTo>
                  <a:pt x="27333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2" name="positive.Sample-6-1.segment0">
            <a:extLst xmlns:a="http://schemas.openxmlformats.org/drawingml/2006/main">
              <a:ext uri="{FF2B5EF4-FFF2-40B4-BE49-F238E27FC236}">
                <a16:creationId xmlns:a16="http://schemas.microsoft.com/office/drawing/2014/main" id="{2523C367-61DD-42B9-877F-0754C26D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40144"/>
            <a:ext cx="929137" cy="80281"/>
          </a:xfrm>
          <a:custGeom xmlns:a="http://schemas.openxmlformats.org/drawingml/2006/main">
            <a:pathLst>
              <a:path w="929137" h="80281">
                <a:moveTo>
                  <a:pt x="0" y="0"/>
                </a:moveTo>
                <a:lnTo>
                  <a:pt x="113270" y="6900"/>
                </a:lnTo>
                <a:lnTo>
                  <a:pt x="222687" y="14141"/>
                </a:lnTo>
                <a:lnTo>
                  <a:pt x="328384" y="21735"/>
                </a:lnTo>
                <a:lnTo>
                  <a:pt x="430487" y="29696"/>
                </a:lnTo>
                <a:lnTo>
                  <a:pt x="529118" y="38037"/>
                </a:lnTo>
                <a:lnTo>
                  <a:pt x="624395" y="46774"/>
                </a:lnTo>
                <a:lnTo>
                  <a:pt x="716432" y="55921"/>
                </a:lnTo>
                <a:lnTo>
                  <a:pt x="805340" y="65491"/>
                </a:lnTo>
                <a:lnTo>
                  <a:pt x="891224" y="75500"/>
                </a:lnTo>
                <a:lnTo>
                  <a:pt x="929137" y="80281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3" name="positive.Sample-6-1.segment1">
            <a:extLst xmlns:a="http://schemas.openxmlformats.org/drawingml/2006/main">
              <a:ext uri="{FF2B5EF4-FFF2-40B4-BE49-F238E27FC236}">
                <a16:creationId xmlns:a16="http://schemas.microsoft.com/office/drawing/2014/main" id="{9CC9B3D5-85EF-4E39-9FE1-93F40CC5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8191" y="8829675"/>
            <a:ext cx="87465" cy="2190750"/>
          </a:xfrm>
          <a:custGeom xmlns:a="http://schemas.openxmlformats.org/drawingml/2006/main">
            <a:pathLst>
              <a:path w="87465" h="2190750">
                <a:moveTo>
                  <a:pt x="0" y="2190750"/>
                </a:moveTo>
                <a:lnTo>
                  <a:pt x="6197" y="2102791"/>
                </a:lnTo>
                <a:lnTo>
                  <a:pt x="13548" y="1986280"/>
                </a:lnTo>
                <a:lnTo>
                  <a:pt x="15579" y="1952108"/>
                </a:lnTo>
                <a:lnTo>
                  <a:pt x="24643" y="1788442"/>
                </a:lnTo>
                <a:lnTo>
                  <a:pt x="33398" y="1611723"/>
                </a:lnTo>
                <a:lnTo>
                  <a:pt x="41855" y="1421978"/>
                </a:lnTo>
                <a:lnTo>
                  <a:pt x="42694" y="1402080"/>
                </a:lnTo>
                <a:lnTo>
                  <a:pt x="50025" y="1219331"/>
                </a:lnTo>
                <a:lnTo>
                  <a:pt x="57917" y="1004003"/>
                </a:lnTo>
                <a:lnTo>
                  <a:pt x="65540" y="776310"/>
                </a:lnTo>
                <a:lnTo>
                  <a:pt x="72905" y="536661"/>
                </a:lnTo>
                <a:lnTo>
                  <a:pt x="80019" y="285553"/>
                </a:lnTo>
                <a:lnTo>
                  <a:pt x="86891" y="23562"/>
                </a:lnTo>
                <a:lnTo>
                  <a:pt x="874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4" name="positive.Sample-6-2.segment0">
            <a:extLst xmlns:a="http://schemas.openxmlformats.org/drawingml/2006/main">
              <a:ext uri="{FF2B5EF4-FFF2-40B4-BE49-F238E27FC236}">
                <a16:creationId xmlns:a16="http://schemas.microsoft.com/office/drawing/2014/main" id="{73C9CCAD-E571-4319-949E-99DA7527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31127"/>
            <a:ext cx="3060171" cy="189298"/>
          </a:xfrm>
          <a:custGeom xmlns:a="http://schemas.openxmlformats.org/drawingml/2006/main">
            <a:pathLst>
              <a:path w="3060171" h="189298">
                <a:moveTo>
                  <a:pt x="0" y="0"/>
                </a:moveTo>
                <a:lnTo>
                  <a:pt x="130841" y="991"/>
                </a:lnTo>
                <a:lnTo>
                  <a:pt x="257234" y="2044"/>
                </a:lnTo>
                <a:lnTo>
                  <a:pt x="379328" y="3162"/>
                </a:lnTo>
                <a:lnTo>
                  <a:pt x="497271" y="4348"/>
                </a:lnTo>
                <a:lnTo>
                  <a:pt x="611202" y="5606"/>
                </a:lnTo>
                <a:lnTo>
                  <a:pt x="721260" y="6940"/>
                </a:lnTo>
                <a:lnTo>
                  <a:pt x="827575" y="8354"/>
                </a:lnTo>
                <a:lnTo>
                  <a:pt x="930275" y="9853"/>
                </a:lnTo>
                <a:lnTo>
                  <a:pt x="1029483" y="11442"/>
                </a:lnTo>
                <a:lnTo>
                  <a:pt x="1125317" y="13124"/>
                </a:lnTo>
                <a:lnTo>
                  <a:pt x="1217892" y="14904"/>
                </a:lnTo>
                <a:lnTo>
                  <a:pt x="1307319" y="16789"/>
                </a:lnTo>
                <a:lnTo>
                  <a:pt x="1393706" y="18782"/>
                </a:lnTo>
                <a:lnTo>
                  <a:pt x="1477155" y="20890"/>
                </a:lnTo>
                <a:lnTo>
                  <a:pt x="1557766" y="23118"/>
                </a:lnTo>
                <a:lnTo>
                  <a:pt x="1635636" y="25472"/>
                </a:lnTo>
                <a:lnTo>
                  <a:pt x="1710858" y="27958"/>
                </a:lnTo>
                <a:lnTo>
                  <a:pt x="1783522" y="30583"/>
                </a:lnTo>
                <a:lnTo>
                  <a:pt x="1853715" y="33353"/>
                </a:lnTo>
                <a:lnTo>
                  <a:pt x="1921521" y="36274"/>
                </a:lnTo>
                <a:lnTo>
                  <a:pt x="1987022" y="39354"/>
                </a:lnTo>
                <a:lnTo>
                  <a:pt x="2050295" y="42600"/>
                </a:lnTo>
                <a:lnTo>
                  <a:pt x="2111416" y="46018"/>
                </a:lnTo>
                <a:lnTo>
                  <a:pt x="2170459" y="49617"/>
                </a:lnTo>
                <a:lnTo>
                  <a:pt x="2227495" y="53404"/>
                </a:lnTo>
                <a:lnTo>
                  <a:pt x="2282591" y="57387"/>
                </a:lnTo>
                <a:lnTo>
                  <a:pt x="2335813" y="61574"/>
                </a:lnTo>
                <a:lnTo>
                  <a:pt x="2387226" y="65972"/>
                </a:lnTo>
                <a:lnTo>
                  <a:pt x="2436890" y="70591"/>
                </a:lnTo>
                <a:lnTo>
                  <a:pt x="2484865" y="75438"/>
                </a:lnTo>
                <a:lnTo>
                  <a:pt x="2531210" y="80521"/>
                </a:lnTo>
                <a:lnTo>
                  <a:pt x="2575978" y="85850"/>
                </a:lnTo>
                <a:lnTo>
                  <a:pt x="2619223" y="91432"/>
                </a:lnTo>
                <a:lnTo>
                  <a:pt x="2660999" y="97277"/>
                </a:lnTo>
                <a:lnTo>
                  <a:pt x="2701353" y="103391"/>
                </a:lnTo>
                <a:lnTo>
                  <a:pt x="2740336" y="109785"/>
                </a:lnTo>
                <a:lnTo>
                  <a:pt x="2777993" y="116465"/>
                </a:lnTo>
                <a:lnTo>
                  <a:pt x="2814369" y="123440"/>
                </a:lnTo>
                <a:lnTo>
                  <a:pt x="2849508" y="130718"/>
                </a:lnTo>
                <a:lnTo>
                  <a:pt x="2883453" y="138305"/>
                </a:lnTo>
                <a:lnTo>
                  <a:pt x="2916243" y="146210"/>
                </a:lnTo>
                <a:lnTo>
                  <a:pt x="2947918" y="154438"/>
                </a:lnTo>
                <a:lnTo>
                  <a:pt x="2978516" y="162996"/>
                </a:lnTo>
                <a:lnTo>
                  <a:pt x="3008074" y="171890"/>
                </a:lnTo>
                <a:lnTo>
                  <a:pt x="3036626" y="181123"/>
                </a:lnTo>
                <a:lnTo>
                  <a:pt x="3060171" y="189298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5" name="positive.Sample-6-2.segment1">
            <a:extLst xmlns:a="http://schemas.openxmlformats.org/drawingml/2006/main">
              <a:ext uri="{FF2B5EF4-FFF2-40B4-BE49-F238E27FC236}">
                <a16:creationId xmlns:a16="http://schemas.microsoft.com/office/drawing/2014/main" id="{95ED1D9C-D8B0-4946-BD51-847F7B85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4632" y="8829675"/>
            <a:ext cx="58666" cy="2190750"/>
          </a:xfrm>
          <a:custGeom xmlns:a="http://schemas.openxmlformats.org/drawingml/2006/main">
            <a:pathLst>
              <a:path w="58666" h="2190750">
                <a:moveTo>
                  <a:pt x="0" y="2190750"/>
                </a:moveTo>
                <a:lnTo>
                  <a:pt x="3532" y="2142162"/>
                </a:lnTo>
                <a:lnTo>
                  <a:pt x="8595" y="2060879"/>
                </a:lnTo>
                <a:lnTo>
                  <a:pt x="12649" y="1986280"/>
                </a:lnTo>
                <a:lnTo>
                  <a:pt x="13486" y="1969725"/>
                </a:lnTo>
                <a:lnTo>
                  <a:pt x="18210" y="1867994"/>
                </a:lnTo>
                <a:lnTo>
                  <a:pt x="22774" y="1754956"/>
                </a:lnTo>
                <a:lnTo>
                  <a:pt x="27182" y="1629861"/>
                </a:lnTo>
                <a:lnTo>
                  <a:pt x="31441" y="1491944"/>
                </a:lnTo>
                <a:lnTo>
                  <a:pt x="33943" y="1402080"/>
                </a:lnTo>
                <a:lnTo>
                  <a:pt x="35554" y="1340420"/>
                </a:lnTo>
                <a:lnTo>
                  <a:pt x="39528" y="1174495"/>
                </a:lnTo>
                <a:lnTo>
                  <a:pt x="43367" y="993364"/>
                </a:lnTo>
                <a:lnTo>
                  <a:pt x="47075" y="796217"/>
                </a:lnTo>
                <a:lnTo>
                  <a:pt x="50657" y="582240"/>
                </a:lnTo>
                <a:lnTo>
                  <a:pt x="54118" y="350623"/>
                </a:lnTo>
                <a:lnTo>
                  <a:pt x="57460" y="100556"/>
                </a:lnTo>
                <a:lnTo>
                  <a:pt x="58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6" name="positive.Sample-6-3.segment0">
            <a:extLst xmlns:a="http://schemas.openxmlformats.org/drawingml/2006/main">
              <a:ext uri="{FF2B5EF4-FFF2-40B4-BE49-F238E27FC236}">
                <a16:creationId xmlns:a16="http://schemas.microsoft.com/office/drawing/2014/main" id="{6D93807D-0E7B-415A-A6C9-B0508BD2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882916"/>
            <a:ext cx="1787449" cy="137509"/>
          </a:xfrm>
          <a:custGeom xmlns:a="http://schemas.openxmlformats.org/drawingml/2006/main">
            <a:pathLst>
              <a:path w="1787449" h="137509">
                <a:moveTo>
                  <a:pt x="0" y="0"/>
                </a:moveTo>
                <a:lnTo>
                  <a:pt x="115537" y="3764"/>
                </a:lnTo>
                <a:lnTo>
                  <a:pt x="227146" y="7719"/>
                </a:lnTo>
                <a:lnTo>
                  <a:pt x="334960" y="11873"/>
                </a:lnTo>
                <a:lnTo>
                  <a:pt x="439107" y="16233"/>
                </a:lnTo>
                <a:lnTo>
                  <a:pt x="539712" y="20809"/>
                </a:lnTo>
                <a:lnTo>
                  <a:pt x="636897" y="25609"/>
                </a:lnTo>
                <a:lnTo>
                  <a:pt x="730777" y="30644"/>
                </a:lnTo>
                <a:lnTo>
                  <a:pt x="821465" y="35922"/>
                </a:lnTo>
                <a:lnTo>
                  <a:pt x="909068" y="41454"/>
                </a:lnTo>
                <a:lnTo>
                  <a:pt x="993693" y="47250"/>
                </a:lnTo>
                <a:lnTo>
                  <a:pt x="1075440" y="53320"/>
                </a:lnTo>
                <a:lnTo>
                  <a:pt x="1154407" y="59676"/>
                </a:lnTo>
                <a:lnTo>
                  <a:pt x="1230689" y="66328"/>
                </a:lnTo>
                <a:lnTo>
                  <a:pt x="1304378" y="73288"/>
                </a:lnTo>
                <a:lnTo>
                  <a:pt x="1375560" y="80569"/>
                </a:lnTo>
                <a:lnTo>
                  <a:pt x="1444322" y="88182"/>
                </a:lnTo>
                <a:lnTo>
                  <a:pt x="1510745" y="96141"/>
                </a:lnTo>
                <a:lnTo>
                  <a:pt x="1574910" y="104458"/>
                </a:lnTo>
                <a:lnTo>
                  <a:pt x="1636893" y="113147"/>
                </a:lnTo>
                <a:lnTo>
                  <a:pt x="1696768" y="122221"/>
                </a:lnTo>
                <a:lnTo>
                  <a:pt x="1754607" y="131696"/>
                </a:lnTo>
                <a:lnTo>
                  <a:pt x="1787449" y="137509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7" name="positive.Sample-6-3.segment1">
            <a:extLst xmlns:a="http://schemas.openxmlformats.org/drawingml/2006/main">
              <a:ext uri="{FF2B5EF4-FFF2-40B4-BE49-F238E27FC236}">
                <a16:creationId xmlns:a16="http://schemas.microsoft.com/office/drawing/2014/main" id="{BA03DE74-0DD4-48C9-AD3A-75F3BC61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67129" y="8829675"/>
            <a:ext cx="1165" cy="2190750"/>
          </a:xfrm>
          <a:custGeom xmlns:a="http://schemas.openxmlformats.org/drawingml/2006/main">
            <a:pathLst>
              <a:path w="1165" h="2190750">
                <a:moveTo>
                  <a:pt x="0" y="2190750"/>
                </a:moveTo>
                <a:lnTo>
                  <a:pt x="124" y="1986280"/>
                </a:lnTo>
                <a:lnTo>
                  <a:pt x="257" y="1752549"/>
                </a:lnTo>
                <a:lnTo>
                  <a:pt x="452" y="1402080"/>
                </a:lnTo>
                <a:lnTo>
                  <a:pt x="924" y="502983"/>
                </a:lnTo>
                <a:lnTo>
                  <a:pt x="11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8" name="positive.Sample-6-4.segment0">
            <a:extLst xmlns:a="http://schemas.openxmlformats.org/drawingml/2006/main">
              <a:ext uri="{FF2B5EF4-FFF2-40B4-BE49-F238E27FC236}">
                <a16:creationId xmlns:a16="http://schemas.microsoft.com/office/drawing/2014/main" id="{CBEDA953-0470-4815-8AA1-E995B69FD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8829675"/>
            <a:ext cx="2632110" cy="2001550"/>
          </a:xfrm>
          <a:custGeom xmlns:a="http://schemas.openxmlformats.org/drawingml/2006/main">
            <a:pathLst>
              <a:path w="2632110" h="2001550">
                <a:moveTo>
                  <a:pt x="0" y="2000795"/>
                </a:moveTo>
                <a:lnTo>
                  <a:pt x="98585" y="2001056"/>
                </a:lnTo>
                <a:lnTo>
                  <a:pt x="193817" y="2001270"/>
                </a:lnTo>
                <a:lnTo>
                  <a:pt x="285811" y="2001430"/>
                </a:lnTo>
                <a:lnTo>
                  <a:pt x="374676" y="2001527"/>
                </a:lnTo>
                <a:lnTo>
                  <a:pt x="460520" y="2001550"/>
                </a:lnTo>
                <a:lnTo>
                  <a:pt x="543445" y="2001489"/>
                </a:lnTo>
                <a:lnTo>
                  <a:pt x="623550" y="2001332"/>
                </a:lnTo>
                <a:lnTo>
                  <a:pt x="700930" y="2001066"/>
                </a:lnTo>
                <a:lnTo>
                  <a:pt x="775680" y="2000677"/>
                </a:lnTo>
                <a:lnTo>
                  <a:pt x="847888" y="2000148"/>
                </a:lnTo>
                <a:lnTo>
                  <a:pt x="917640" y="1999462"/>
                </a:lnTo>
                <a:lnTo>
                  <a:pt x="985020" y="1998602"/>
                </a:lnTo>
                <a:lnTo>
                  <a:pt x="1050110" y="1997547"/>
                </a:lnTo>
                <a:lnTo>
                  <a:pt x="1112985" y="1996275"/>
                </a:lnTo>
                <a:lnTo>
                  <a:pt x="1173723" y="1994764"/>
                </a:lnTo>
                <a:lnTo>
                  <a:pt x="1232395" y="1992986"/>
                </a:lnTo>
                <a:lnTo>
                  <a:pt x="1289073" y="1990916"/>
                </a:lnTo>
                <a:lnTo>
                  <a:pt x="1343823" y="1988524"/>
                </a:lnTo>
                <a:lnTo>
                  <a:pt x="1387695" y="1986280"/>
                </a:lnTo>
                <a:lnTo>
                  <a:pt x="1396711" y="1985779"/>
                </a:lnTo>
                <a:lnTo>
                  <a:pt x="1447800" y="1982646"/>
                </a:lnTo>
                <a:lnTo>
                  <a:pt x="1497153" y="1979092"/>
                </a:lnTo>
                <a:lnTo>
                  <a:pt x="1544827" y="1975076"/>
                </a:lnTo>
                <a:lnTo>
                  <a:pt x="1590880" y="1970560"/>
                </a:lnTo>
                <a:lnTo>
                  <a:pt x="1635367" y="1965499"/>
                </a:lnTo>
                <a:lnTo>
                  <a:pt x="1678341" y="1959850"/>
                </a:lnTo>
                <a:lnTo>
                  <a:pt x="1719854" y="1953563"/>
                </a:lnTo>
                <a:lnTo>
                  <a:pt x="1759955" y="1946589"/>
                </a:lnTo>
                <a:lnTo>
                  <a:pt x="1798693" y="1938874"/>
                </a:lnTo>
                <a:lnTo>
                  <a:pt x="1836113" y="1930364"/>
                </a:lnTo>
                <a:lnTo>
                  <a:pt x="1872261" y="1920998"/>
                </a:lnTo>
                <a:lnTo>
                  <a:pt x="1907180" y="1910718"/>
                </a:lnTo>
                <a:lnTo>
                  <a:pt x="1940911" y="1899459"/>
                </a:lnTo>
                <a:lnTo>
                  <a:pt x="1973495" y="1887155"/>
                </a:lnTo>
                <a:lnTo>
                  <a:pt x="2004971" y="1873738"/>
                </a:lnTo>
                <a:lnTo>
                  <a:pt x="2035377" y="1859137"/>
                </a:lnTo>
                <a:lnTo>
                  <a:pt x="2064749" y="1843278"/>
                </a:lnTo>
                <a:lnTo>
                  <a:pt x="2093122" y="1826085"/>
                </a:lnTo>
                <a:lnTo>
                  <a:pt x="2120531" y="1807480"/>
                </a:lnTo>
                <a:lnTo>
                  <a:pt x="2147007" y="1787382"/>
                </a:lnTo>
                <a:lnTo>
                  <a:pt x="2172583" y="1765708"/>
                </a:lnTo>
                <a:lnTo>
                  <a:pt x="2197289" y="1742373"/>
                </a:lnTo>
                <a:lnTo>
                  <a:pt x="2221155" y="1717288"/>
                </a:lnTo>
                <a:lnTo>
                  <a:pt x="2244210" y="1690364"/>
                </a:lnTo>
                <a:lnTo>
                  <a:pt x="2266481" y="1661509"/>
                </a:lnTo>
                <a:lnTo>
                  <a:pt x="2287994" y="1630628"/>
                </a:lnTo>
                <a:lnTo>
                  <a:pt x="2308776" y="1597625"/>
                </a:lnTo>
                <a:lnTo>
                  <a:pt x="2328851" y="1562400"/>
                </a:lnTo>
                <a:lnTo>
                  <a:pt x="2348243" y="1524853"/>
                </a:lnTo>
                <a:lnTo>
                  <a:pt x="2366976" y="1484881"/>
                </a:lnTo>
                <a:lnTo>
                  <a:pt x="2385072" y="1442376"/>
                </a:lnTo>
                <a:lnTo>
                  <a:pt x="2400752" y="1402080"/>
                </a:lnTo>
                <a:lnTo>
                  <a:pt x="2402553" y="1397230"/>
                </a:lnTo>
                <a:lnTo>
                  <a:pt x="2419439" y="1349333"/>
                </a:lnTo>
                <a:lnTo>
                  <a:pt x="2435751" y="1298570"/>
                </a:lnTo>
                <a:lnTo>
                  <a:pt x="2451508" y="1244826"/>
                </a:lnTo>
                <a:lnTo>
                  <a:pt x="2466730" y="1187981"/>
                </a:lnTo>
                <a:lnTo>
                  <a:pt x="2481434" y="1127912"/>
                </a:lnTo>
                <a:lnTo>
                  <a:pt x="2495637" y="1064494"/>
                </a:lnTo>
                <a:lnTo>
                  <a:pt x="2509358" y="997600"/>
                </a:lnTo>
                <a:lnTo>
                  <a:pt x="2522613" y="927097"/>
                </a:lnTo>
                <a:lnTo>
                  <a:pt x="2535416" y="852851"/>
                </a:lnTo>
                <a:lnTo>
                  <a:pt x="2547784" y="774724"/>
                </a:lnTo>
                <a:lnTo>
                  <a:pt x="2559732" y="692575"/>
                </a:lnTo>
                <a:lnTo>
                  <a:pt x="2571273" y="606259"/>
                </a:lnTo>
                <a:lnTo>
                  <a:pt x="2582422" y="515629"/>
                </a:lnTo>
                <a:lnTo>
                  <a:pt x="2593192" y="420535"/>
                </a:lnTo>
                <a:lnTo>
                  <a:pt x="2603596" y="320823"/>
                </a:lnTo>
                <a:lnTo>
                  <a:pt x="2613645" y="216337"/>
                </a:lnTo>
                <a:lnTo>
                  <a:pt x="2623353" y="106920"/>
                </a:lnTo>
                <a:lnTo>
                  <a:pt x="26321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29" name="positive.Sample-6-5.segment0">
            <a:extLst xmlns:a="http://schemas.openxmlformats.org/drawingml/2006/main">
              <a:ext uri="{FF2B5EF4-FFF2-40B4-BE49-F238E27FC236}">
                <a16:creationId xmlns:a16="http://schemas.microsoft.com/office/drawing/2014/main" id="{D9BA9CF2-1B2C-4E07-AC83-678930D8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0945945"/>
            <a:ext cx="1280772" cy="74480"/>
          </a:xfrm>
          <a:custGeom xmlns:a="http://schemas.openxmlformats.org/drawingml/2006/main">
            <a:pathLst>
              <a:path w="1280772" h="74480">
                <a:moveTo>
                  <a:pt x="0" y="0"/>
                </a:moveTo>
                <a:lnTo>
                  <a:pt x="130631" y="5879"/>
                </a:lnTo>
                <a:lnTo>
                  <a:pt x="256819" y="11902"/>
                </a:lnTo>
                <a:lnTo>
                  <a:pt x="378717" y="18057"/>
                </a:lnTo>
                <a:lnTo>
                  <a:pt x="496469" y="24332"/>
                </a:lnTo>
                <a:lnTo>
                  <a:pt x="610218" y="30709"/>
                </a:lnTo>
                <a:lnTo>
                  <a:pt x="720098" y="37171"/>
                </a:lnTo>
                <a:lnTo>
                  <a:pt x="826242" y="43695"/>
                </a:lnTo>
                <a:lnTo>
                  <a:pt x="928776" y="50256"/>
                </a:lnTo>
                <a:lnTo>
                  <a:pt x="1027824" y="56826"/>
                </a:lnTo>
                <a:lnTo>
                  <a:pt x="1123504" y="63370"/>
                </a:lnTo>
                <a:lnTo>
                  <a:pt x="1215930" y="69851"/>
                </a:lnTo>
                <a:lnTo>
                  <a:pt x="1280772" y="7448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30" name="positive.Sample-6-5.segment1">
            <a:extLst xmlns:a="http://schemas.openxmlformats.org/drawingml/2006/main">
              <a:ext uri="{FF2B5EF4-FFF2-40B4-BE49-F238E27FC236}">
                <a16:creationId xmlns:a16="http://schemas.microsoft.com/office/drawing/2014/main" id="{BF2D10C1-C2F9-4979-B69C-62AB7A30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62" y="8829675"/>
            <a:ext cx="851686" cy="2190750"/>
          </a:xfrm>
          <a:custGeom xmlns:a="http://schemas.openxmlformats.org/drawingml/2006/main">
            <a:pathLst>
              <a:path w="851686" h="2190750">
                <a:moveTo>
                  <a:pt x="0" y="2190750"/>
                </a:moveTo>
                <a:lnTo>
                  <a:pt x="24086" y="2183544"/>
                </a:lnTo>
                <a:lnTo>
                  <a:pt x="68782" y="2167046"/>
                </a:lnTo>
                <a:lnTo>
                  <a:pt x="111958" y="2147678"/>
                </a:lnTo>
                <a:lnTo>
                  <a:pt x="153666" y="2125222"/>
                </a:lnTo>
                <a:lnTo>
                  <a:pt x="193956" y="2099460"/>
                </a:lnTo>
                <a:lnTo>
                  <a:pt x="232875" y="2070174"/>
                </a:lnTo>
                <a:lnTo>
                  <a:pt x="270472" y="2037151"/>
                </a:lnTo>
                <a:lnTo>
                  <a:pt x="306789" y="2000184"/>
                </a:lnTo>
                <a:lnTo>
                  <a:pt x="319204" y="1986280"/>
                </a:lnTo>
                <a:lnTo>
                  <a:pt x="341872" y="1959074"/>
                </a:lnTo>
                <a:lnTo>
                  <a:pt x="375762" y="1913632"/>
                </a:lnTo>
                <a:lnTo>
                  <a:pt x="408499" y="1863683"/>
                </a:lnTo>
                <a:lnTo>
                  <a:pt x="440123" y="1809069"/>
                </a:lnTo>
                <a:lnTo>
                  <a:pt x="470672" y="1749644"/>
                </a:lnTo>
                <a:lnTo>
                  <a:pt x="500182" y="1685285"/>
                </a:lnTo>
                <a:lnTo>
                  <a:pt x="528688" y="1615886"/>
                </a:lnTo>
                <a:lnTo>
                  <a:pt x="556226" y="1541361"/>
                </a:lnTo>
                <a:lnTo>
                  <a:pt x="582826" y="1461646"/>
                </a:lnTo>
                <a:lnTo>
                  <a:pt x="601100" y="1402080"/>
                </a:lnTo>
                <a:lnTo>
                  <a:pt x="608522" y="1376696"/>
                </a:lnTo>
                <a:lnTo>
                  <a:pt x="633345" y="1286488"/>
                </a:lnTo>
                <a:lnTo>
                  <a:pt x="657323" y="1191017"/>
                </a:lnTo>
                <a:lnTo>
                  <a:pt x="680486" y="1090299"/>
                </a:lnTo>
                <a:lnTo>
                  <a:pt x="702861" y="984367"/>
                </a:lnTo>
                <a:lnTo>
                  <a:pt x="724476" y="873272"/>
                </a:lnTo>
                <a:lnTo>
                  <a:pt x="745355" y="757081"/>
                </a:lnTo>
                <a:lnTo>
                  <a:pt x="765524" y="635879"/>
                </a:lnTo>
                <a:lnTo>
                  <a:pt x="785008" y="509764"/>
                </a:lnTo>
                <a:lnTo>
                  <a:pt x="803829" y="378850"/>
                </a:lnTo>
                <a:lnTo>
                  <a:pt x="822010" y="243265"/>
                </a:lnTo>
                <a:lnTo>
                  <a:pt x="839573" y="103153"/>
                </a:lnTo>
                <a:lnTo>
                  <a:pt x="8516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B8BBBE"/>
            </a:solidFill>
            <a:prstDash val="solid"/>
          </a:ln>
        </p:spPr>
      </p:sp>
      <p:sp>
        <p:nvSpPr>
          <p:cNvPr id="331" name="positive.rule">
            <a:extLst xmlns:a="http://schemas.openxmlformats.org/drawingml/2006/main">
              <a:ext uri="{FF2B5EF4-FFF2-40B4-BE49-F238E27FC236}">
                <a16:creationId xmlns:a16="http://schemas.microsoft.com/office/drawing/2014/main" id="{660F3A29-DB66-4B32-BDFE-FC683D86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0231755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147AAA"/>
            </a:solidFill>
            <a:prstDash val="dash"/>
          </a:ln>
        </p:spPr>
      </p:sp>
      <p:sp>
        <p:nvSpPr>
          <p:cNvPr id="332" name="positive.delta">
            <a:extLst xmlns:a="http://schemas.openxmlformats.org/drawingml/2006/main">
              <a:ext uri="{FF2B5EF4-FFF2-40B4-BE49-F238E27FC236}">
                <a16:creationId xmlns:a16="http://schemas.microsoft.com/office/drawing/2014/main" id="{E4C6A3CD-BED4-44FE-97BB-BFB3F1F0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9898380"/>
            <a:ext cx="1238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δ = 0.1</a:t>
            </a:r>
          </a:p>
        </p:txBody>
      </p:sp>
      <p:sp>
        <p:nvSpPr>
          <p:cNvPr id="333" name="positive.root-Sample-1-1">
            <a:extLst xmlns:a="http://schemas.openxmlformats.org/drawingml/2006/main">
              <a:ext uri="{FF2B5EF4-FFF2-40B4-BE49-F238E27FC236}">
                <a16:creationId xmlns:a16="http://schemas.microsoft.com/office/drawing/2014/main" id="{40701A75-9F4D-4EDB-998C-ABACF83C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94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4" name="positive.root-Sample-1-2">
            <a:extLst xmlns:a="http://schemas.openxmlformats.org/drawingml/2006/main">
              <a:ext uri="{FF2B5EF4-FFF2-40B4-BE49-F238E27FC236}">
                <a16:creationId xmlns:a16="http://schemas.microsoft.com/office/drawing/2014/main" id="{CE177AA0-5E72-4D6E-80AA-1DCD459D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729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5" name="positive.root-Sample-1-3">
            <a:extLst xmlns:a="http://schemas.openxmlformats.org/drawingml/2006/main">
              <a:ext uri="{FF2B5EF4-FFF2-40B4-BE49-F238E27FC236}">
                <a16:creationId xmlns:a16="http://schemas.microsoft.com/office/drawing/2014/main" id="{0706269F-1334-4657-9480-BC14564B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655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6" name="positive.root-Sample-1-4">
            <a:extLst xmlns:a="http://schemas.openxmlformats.org/drawingml/2006/main">
              <a:ext uri="{FF2B5EF4-FFF2-40B4-BE49-F238E27FC236}">
                <a16:creationId xmlns:a16="http://schemas.microsoft.com/office/drawing/2014/main" id="{765998B0-C848-459E-95AF-2DC22F16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856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7" name="positive.root-Sample-1-5">
            <a:extLst xmlns:a="http://schemas.openxmlformats.org/drawingml/2006/main">
              <a:ext uri="{FF2B5EF4-FFF2-40B4-BE49-F238E27FC236}">
                <a16:creationId xmlns:a16="http://schemas.microsoft.com/office/drawing/2014/main" id="{3E6CE332-48DE-4A65-B6E3-EFF6CF93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088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8" name="positive.root-Sample-2-1">
            <a:extLst xmlns:a="http://schemas.openxmlformats.org/drawingml/2006/main">
              <a:ext uri="{FF2B5EF4-FFF2-40B4-BE49-F238E27FC236}">
                <a16:creationId xmlns:a16="http://schemas.microsoft.com/office/drawing/2014/main" id="{37075D2B-46B5-42E0-B8DF-D0BE59DA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5502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39" name="positive.root-Sample-2-2">
            <a:extLst xmlns:a="http://schemas.openxmlformats.org/drawingml/2006/main">
              <a:ext uri="{FF2B5EF4-FFF2-40B4-BE49-F238E27FC236}">
                <a16:creationId xmlns:a16="http://schemas.microsoft.com/office/drawing/2014/main" id="{CA379325-99F7-4095-A1AD-79697EB0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538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0" name="positive.root-Sample-2-3">
            <a:extLst xmlns:a="http://schemas.openxmlformats.org/drawingml/2006/main">
              <a:ext uri="{FF2B5EF4-FFF2-40B4-BE49-F238E27FC236}">
                <a16:creationId xmlns:a16="http://schemas.microsoft.com/office/drawing/2014/main" id="{F3D8BC8F-7D26-474A-A07F-AD650A2B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102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1" name="positive.root-Sample-2-4">
            <a:extLst xmlns:a="http://schemas.openxmlformats.org/drawingml/2006/main">
              <a:ext uri="{FF2B5EF4-FFF2-40B4-BE49-F238E27FC236}">
                <a16:creationId xmlns:a16="http://schemas.microsoft.com/office/drawing/2014/main" id="{24B3D958-B9E5-4596-81B2-CEE696C2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205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2" name="positive.root-Sample-2-5">
            <a:extLst xmlns:a="http://schemas.openxmlformats.org/drawingml/2006/main">
              <a:ext uri="{FF2B5EF4-FFF2-40B4-BE49-F238E27FC236}">
                <a16:creationId xmlns:a16="http://schemas.microsoft.com/office/drawing/2014/main" id="{6086350D-EAD1-42A5-AD6B-4F27BAD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6927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3" name="positive.root-Sample-3-1">
            <a:extLst xmlns:a="http://schemas.openxmlformats.org/drawingml/2006/main">
              <a:ext uri="{FF2B5EF4-FFF2-40B4-BE49-F238E27FC236}">
                <a16:creationId xmlns:a16="http://schemas.microsoft.com/office/drawing/2014/main" id="{A0FD8A49-34F7-4CCB-B047-B4AB19D5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8028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4" name="positive.root-Sample-3-2">
            <a:extLst xmlns:a="http://schemas.openxmlformats.org/drawingml/2006/main">
              <a:ext uri="{FF2B5EF4-FFF2-40B4-BE49-F238E27FC236}">
                <a16:creationId xmlns:a16="http://schemas.microsoft.com/office/drawing/2014/main" id="{157B0362-93CA-428C-9690-56F70070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50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5" name="positive.root-Sample-3-3">
            <a:extLst xmlns:a="http://schemas.openxmlformats.org/drawingml/2006/main">
              <a:ext uri="{FF2B5EF4-FFF2-40B4-BE49-F238E27FC236}">
                <a16:creationId xmlns:a16="http://schemas.microsoft.com/office/drawing/2014/main" id="{D3D9B7BD-9A26-42FF-BE93-97B65238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590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6" name="positive.root-Sample-3-4">
            <a:extLst xmlns:a="http://schemas.openxmlformats.org/drawingml/2006/main">
              <a:ext uri="{FF2B5EF4-FFF2-40B4-BE49-F238E27FC236}">
                <a16:creationId xmlns:a16="http://schemas.microsoft.com/office/drawing/2014/main" id="{99F4D167-D138-4C8E-B43E-FD218E4A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052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7" name="positive.root-Sample-3-5">
            <a:extLst xmlns:a="http://schemas.openxmlformats.org/drawingml/2006/main">
              <a:ext uri="{FF2B5EF4-FFF2-40B4-BE49-F238E27FC236}">
                <a16:creationId xmlns:a16="http://schemas.microsoft.com/office/drawing/2014/main" id="{B6FC516B-4EEE-4949-A056-967B1CBE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039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8" name="positive.root-Sample-4-1">
            <a:extLst xmlns:a="http://schemas.openxmlformats.org/drawingml/2006/main">
              <a:ext uri="{FF2B5EF4-FFF2-40B4-BE49-F238E27FC236}">
                <a16:creationId xmlns:a16="http://schemas.microsoft.com/office/drawing/2014/main" id="{4810D12C-02E3-44F8-957C-C388FD0F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859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49" name="positive.root-Sample-4-2">
            <a:extLst xmlns:a="http://schemas.openxmlformats.org/drawingml/2006/main">
              <a:ext uri="{FF2B5EF4-FFF2-40B4-BE49-F238E27FC236}">
                <a16:creationId xmlns:a16="http://schemas.microsoft.com/office/drawing/2014/main" id="{CFE55277-0581-4785-826C-297A3E7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269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0" name="positive.root-Sample-4-3">
            <a:extLst xmlns:a="http://schemas.openxmlformats.org/drawingml/2006/main">
              <a:ext uri="{FF2B5EF4-FFF2-40B4-BE49-F238E27FC236}">
                <a16:creationId xmlns:a16="http://schemas.microsoft.com/office/drawing/2014/main" id="{69E89B80-C430-4522-BFAA-C35E7A0DB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2880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1" name="positive.root-Sample-4-4">
            <a:extLst xmlns:a="http://schemas.openxmlformats.org/drawingml/2006/main">
              <a:ext uri="{FF2B5EF4-FFF2-40B4-BE49-F238E27FC236}">
                <a16:creationId xmlns:a16="http://schemas.microsoft.com/office/drawing/2014/main" id="{D1B26CA2-96C9-446E-B01E-A1E5835D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947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2" name="positive.root-Sample-4-5">
            <a:extLst xmlns:a="http://schemas.openxmlformats.org/drawingml/2006/main">
              <a:ext uri="{FF2B5EF4-FFF2-40B4-BE49-F238E27FC236}">
                <a16:creationId xmlns:a16="http://schemas.microsoft.com/office/drawing/2014/main" id="{56542AAB-BACB-42ED-8815-A185C43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2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3" name="positive.root-Sample-5-1">
            <a:extLst xmlns:a="http://schemas.openxmlformats.org/drawingml/2006/main">
              <a:ext uri="{FF2B5EF4-FFF2-40B4-BE49-F238E27FC236}">
                <a16:creationId xmlns:a16="http://schemas.microsoft.com/office/drawing/2014/main" id="{B929FDA8-9B69-4104-9CA3-B4372ED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495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4" name="positive.root-Sample-5-2">
            <a:extLst xmlns:a="http://schemas.openxmlformats.org/drawingml/2006/main">
              <a:ext uri="{FF2B5EF4-FFF2-40B4-BE49-F238E27FC236}">
                <a16:creationId xmlns:a16="http://schemas.microsoft.com/office/drawing/2014/main" id="{FB7B04F3-8729-45B7-A62C-D70D5D0B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1963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5" name="positive.root-Sample-5-3">
            <a:extLst xmlns:a="http://schemas.openxmlformats.org/drawingml/2006/main">
              <a:ext uri="{FF2B5EF4-FFF2-40B4-BE49-F238E27FC236}">
                <a16:creationId xmlns:a16="http://schemas.microsoft.com/office/drawing/2014/main" id="{2207B700-B8BE-40B0-908D-0DB2522D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527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6" name="positive.root-Sample-5-4">
            <a:extLst xmlns:a="http://schemas.openxmlformats.org/drawingml/2006/main">
              <a:ext uri="{FF2B5EF4-FFF2-40B4-BE49-F238E27FC236}">
                <a16:creationId xmlns:a16="http://schemas.microsoft.com/office/drawing/2014/main" id="{709886F9-B39E-45A0-9588-43814DB8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955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7" name="positive.root-Sample-5-5">
            <a:extLst xmlns:a="http://schemas.openxmlformats.org/drawingml/2006/main">
              <a:ext uri="{FF2B5EF4-FFF2-40B4-BE49-F238E27FC236}">
                <a16:creationId xmlns:a16="http://schemas.microsoft.com/office/drawing/2014/main" id="{09CA4E23-6390-4571-9B4A-C5BDA5C5B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335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8" name="positive.root-Sample-6-1">
            <a:extLst xmlns:a="http://schemas.openxmlformats.org/drawingml/2006/main">
              <a:ext uri="{FF2B5EF4-FFF2-40B4-BE49-F238E27FC236}">
                <a16:creationId xmlns:a16="http://schemas.microsoft.com/office/drawing/2014/main" id="{F81A4F90-2362-420F-9CDC-D9A2197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548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59" name="positive.root-Sample-6-2">
            <a:extLst xmlns:a="http://schemas.openxmlformats.org/drawingml/2006/main">
              <a:ext uri="{FF2B5EF4-FFF2-40B4-BE49-F238E27FC236}">
                <a16:creationId xmlns:a16="http://schemas.microsoft.com/office/drawing/2014/main" id="{2A355075-B84D-4BE7-9D10-71AB8B341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237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0" name="positive.root-Sample-6-3">
            <a:extLst xmlns:a="http://schemas.openxmlformats.org/drawingml/2006/main">
              <a:ext uri="{FF2B5EF4-FFF2-40B4-BE49-F238E27FC236}">
                <a16:creationId xmlns:a16="http://schemas.microsoft.com/office/drawing/2014/main" id="{7CDF7A20-CCCF-48E6-8EA8-B32EC3F3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243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1" name="positive.root-Sample-6-4">
            <a:extLst xmlns:a="http://schemas.openxmlformats.org/drawingml/2006/main">
              <a:ext uri="{FF2B5EF4-FFF2-40B4-BE49-F238E27FC236}">
                <a16:creationId xmlns:a16="http://schemas.microsoft.com/office/drawing/2014/main" id="{E0AB04B6-1D31-4338-B09B-90701C65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731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2" name="positive.root-Sample-6-5">
            <a:extLst xmlns:a="http://schemas.openxmlformats.org/drawingml/2006/main">
              <a:ext uri="{FF2B5EF4-FFF2-40B4-BE49-F238E27FC236}">
                <a16:creationId xmlns:a16="http://schemas.microsoft.com/office/drawing/2014/main" id="{4761B868-9C96-4B57-A157-3428EBA9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124" y="1019841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3" name="positive.stat">
            <a:extLst xmlns:a="http://schemas.openxmlformats.org/drawingml/2006/main">
              <a:ext uri="{FF2B5EF4-FFF2-40B4-BE49-F238E27FC236}">
                <a16:creationId xmlns:a16="http://schemas.microsoft.com/office/drawing/2014/main" id="{44B1D72F-01B7-443B-9C54-6ECF207A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1172825"/>
            <a:ext cx="4610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47AAA"/>
                </a:solidFill>
                <a:latin typeface="Microsoft YaHei"/>
                <a:ea typeface="Microsoft YaHei"/>
                <a:cs typeface="Microsoft YaHei"/>
              </a:rPr>
              <a:t>位置估计标准差 = 300.6</a:t>
            </a:r>
          </a:p>
        </p:txBody>
      </p:sp>
      <p:sp>
        <p:nvSpPr>
          <p:cNvPr id="364" name="positive.stripaxis">
            <a:extLst xmlns:a="http://schemas.openxmlformats.org/drawingml/2006/main">
              <a:ext uri="{FF2B5EF4-FFF2-40B4-BE49-F238E27FC236}">
                <a16:creationId xmlns:a16="http://schemas.microsoft.com/office/drawing/2014/main" id="{84649102-0148-4F9B-B21A-B380D3E2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2115800"/>
            <a:ext cx="4381500" cy="953"/>
          </a:xfrm>
          <a:custGeom xmlns:a="http://schemas.openxmlformats.org/drawingml/2006/main">
            <a:pathLst>
              <a:path w="4381500" h="953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263238"/>
            </a:solidFill>
            <a:prstDash val="solid"/>
          </a:ln>
        </p:spPr>
      </p:sp>
      <p:sp>
        <p:nvSpPr>
          <p:cNvPr id="365" name="positive.truth">
            <a:extLst xmlns:a="http://schemas.openxmlformats.org/drawingml/2006/main">
              <a:ext uri="{FF2B5EF4-FFF2-40B4-BE49-F238E27FC236}">
                <a16:creationId xmlns:a16="http://schemas.microsoft.com/office/drawing/2014/main" id="{8110B327-C9ED-42CF-9B2F-B5D20AF3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113" y="11515725"/>
            <a:ext cx="953" cy="600075"/>
          </a:xfrm>
          <a:custGeom xmlns:a="http://schemas.openxmlformats.org/drawingml/2006/main">
            <a:pathLst>
              <a:path w="953"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82878C"/>
            </a:solidFill>
            <a:prstDash val="dash"/>
          </a:ln>
        </p:spPr>
      </p:sp>
      <p:sp>
        <p:nvSpPr>
          <p:cNvPr id="366" name="positive.estimate-Sample-3-5">
            <a:extLst xmlns:a="http://schemas.openxmlformats.org/drawingml/2006/main">
              <a:ext uri="{FF2B5EF4-FFF2-40B4-BE49-F238E27FC236}">
                <a16:creationId xmlns:a16="http://schemas.microsoft.com/office/drawing/2014/main" id="{5BFE3FB1-68BA-460E-A846-AB1780E0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5039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7" name="positive.estimate-Sample-2-4">
            <a:extLst xmlns:a="http://schemas.openxmlformats.org/drawingml/2006/main">
              <a:ext uri="{FF2B5EF4-FFF2-40B4-BE49-F238E27FC236}">
                <a16:creationId xmlns:a16="http://schemas.microsoft.com/office/drawing/2014/main" id="{9AD51717-448E-4C2C-9369-3A9C6849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7205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8" name="positive.estimate-Sample-4-2">
            <a:extLst xmlns:a="http://schemas.openxmlformats.org/drawingml/2006/main">
              <a:ext uri="{FF2B5EF4-FFF2-40B4-BE49-F238E27FC236}">
                <a16:creationId xmlns:a16="http://schemas.microsoft.com/office/drawing/2014/main" id="{21D84682-C2A3-4996-9DF7-9FF1635A8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269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69" name="positive.estimate-Sample-5-2">
            <a:extLst xmlns:a="http://schemas.openxmlformats.org/drawingml/2006/main">
              <a:ext uri="{FF2B5EF4-FFF2-40B4-BE49-F238E27FC236}">
                <a16:creationId xmlns:a16="http://schemas.microsoft.com/office/drawing/2014/main" id="{BF959747-D85F-409A-92D1-5E376078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1963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0" name="positive.estimate-Sample-3-1">
            <a:extLst xmlns:a="http://schemas.openxmlformats.org/drawingml/2006/main">
              <a:ext uri="{FF2B5EF4-FFF2-40B4-BE49-F238E27FC236}">
                <a16:creationId xmlns:a16="http://schemas.microsoft.com/office/drawing/2014/main" id="{D79A1F54-0FE0-4A55-ACE3-58EABA1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8028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1" name="positive.estimate-Sample-2-2">
            <a:extLst xmlns:a="http://schemas.openxmlformats.org/drawingml/2006/main">
              <a:ext uri="{FF2B5EF4-FFF2-40B4-BE49-F238E27FC236}">
                <a16:creationId xmlns:a16="http://schemas.microsoft.com/office/drawing/2014/main" id="{88B7CA93-9BC4-4EDB-8E23-4C63A8C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08538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2" name="positive.estimate-Sample-5-4">
            <a:extLst xmlns:a="http://schemas.openxmlformats.org/drawingml/2006/main">
              <a:ext uri="{FF2B5EF4-FFF2-40B4-BE49-F238E27FC236}">
                <a16:creationId xmlns:a16="http://schemas.microsoft.com/office/drawing/2014/main" id="{CAA88642-C4E2-4763-924D-81B274A22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0955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3" name="positive.estimate-Sample-4-4">
            <a:extLst xmlns:a="http://schemas.openxmlformats.org/drawingml/2006/main">
              <a:ext uri="{FF2B5EF4-FFF2-40B4-BE49-F238E27FC236}">
                <a16:creationId xmlns:a16="http://schemas.microsoft.com/office/drawing/2014/main" id="{8BEE5782-8EE6-48F5-A603-D9280DCD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3947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4" name="positive.estimate-Sample-5-5">
            <a:extLst xmlns:a="http://schemas.openxmlformats.org/drawingml/2006/main">
              <a:ext uri="{FF2B5EF4-FFF2-40B4-BE49-F238E27FC236}">
                <a16:creationId xmlns:a16="http://schemas.microsoft.com/office/drawing/2014/main" id="{D5DA6486-4F5B-411B-B002-93941327E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335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5" name="positive.estimate-Sample-4-3">
            <a:extLst xmlns:a="http://schemas.openxmlformats.org/drawingml/2006/main">
              <a:ext uri="{FF2B5EF4-FFF2-40B4-BE49-F238E27FC236}">
                <a16:creationId xmlns:a16="http://schemas.microsoft.com/office/drawing/2014/main" id="{E6BA695F-F776-486F-99B7-1532857B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2880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6" name="positive.estimate-Sample-6-4">
            <a:extLst xmlns:a="http://schemas.openxmlformats.org/drawingml/2006/main">
              <a:ext uri="{FF2B5EF4-FFF2-40B4-BE49-F238E27FC236}">
                <a16:creationId xmlns:a16="http://schemas.microsoft.com/office/drawing/2014/main" id="{56E25131-ACE5-4F58-8CB8-3F54E0D5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6731" y="1182528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7" name="positive.estimate-Sample-1-2">
            <a:extLst xmlns:a="http://schemas.openxmlformats.org/drawingml/2006/main">
              <a:ext uri="{FF2B5EF4-FFF2-40B4-BE49-F238E27FC236}">
                <a16:creationId xmlns:a16="http://schemas.microsoft.com/office/drawing/2014/main" id="{7A7D7892-4AEB-4712-A525-18A8ED2F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729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8" name="positive.estimate-Sample-1-4">
            <a:extLst xmlns:a="http://schemas.openxmlformats.org/drawingml/2006/main">
              <a:ext uri="{FF2B5EF4-FFF2-40B4-BE49-F238E27FC236}">
                <a16:creationId xmlns:a16="http://schemas.microsoft.com/office/drawing/2014/main" id="{C0216ADF-6E5F-4EDE-BED6-07749EA3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4856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79" name="positive.estimate-Sample-4-1">
            <a:extLst xmlns:a="http://schemas.openxmlformats.org/drawingml/2006/main">
              <a:ext uri="{FF2B5EF4-FFF2-40B4-BE49-F238E27FC236}">
                <a16:creationId xmlns:a16="http://schemas.microsoft.com/office/drawing/2014/main" id="{AD54BDAE-1B9C-4C56-A4CC-0CAE7A6A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0859" y="1182528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0" name="positive.estimate-Sample-3-4">
            <a:extLst xmlns:a="http://schemas.openxmlformats.org/drawingml/2006/main">
              <a:ext uri="{FF2B5EF4-FFF2-40B4-BE49-F238E27FC236}">
                <a16:creationId xmlns:a16="http://schemas.microsoft.com/office/drawing/2014/main" id="{2DEF9078-5DF6-4948-A804-58D710C6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2052" y="12025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1" name="positive.estimate-Sample-2-3">
            <a:extLst xmlns:a="http://schemas.openxmlformats.org/drawingml/2006/main">
              <a:ext uri="{FF2B5EF4-FFF2-40B4-BE49-F238E27FC236}">
                <a16:creationId xmlns:a16="http://schemas.microsoft.com/office/drawing/2014/main" id="{1831E9A0-58EB-45E6-9584-A3EFBA1E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1021" y="117586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2" name="positive.estimate-Sample-1-3">
            <a:extLst xmlns:a="http://schemas.openxmlformats.org/drawingml/2006/main">
              <a:ext uri="{FF2B5EF4-FFF2-40B4-BE49-F238E27FC236}">
                <a16:creationId xmlns:a16="http://schemas.microsoft.com/office/drawing/2014/main" id="{F86A8C1C-44FB-4E4D-B6F1-58D246055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9655" y="1209198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3" name="positive.estimate-Sample-3-3">
            <a:extLst xmlns:a="http://schemas.openxmlformats.org/drawingml/2006/main">
              <a:ext uri="{FF2B5EF4-FFF2-40B4-BE49-F238E27FC236}">
                <a16:creationId xmlns:a16="http://schemas.microsoft.com/office/drawing/2014/main" id="{14B8B50F-037B-4D9B-87C8-8056CA9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8590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4" name="positive.estimate-Sample-5-1">
            <a:extLst xmlns:a="http://schemas.openxmlformats.org/drawingml/2006/main">
              <a:ext uri="{FF2B5EF4-FFF2-40B4-BE49-F238E27FC236}">
                <a16:creationId xmlns:a16="http://schemas.microsoft.com/office/drawing/2014/main" id="{33931466-6918-48A5-B5B1-95B8351E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3495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5" name="positive.estimate-Sample-1-1">
            <a:extLst xmlns:a="http://schemas.openxmlformats.org/drawingml/2006/main">
              <a:ext uri="{FF2B5EF4-FFF2-40B4-BE49-F238E27FC236}">
                <a16:creationId xmlns:a16="http://schemas.microsoft.com/office/drawing/2014/main" id="{37C36191-32FB-46FC-A5F6-E763555FE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1941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6" name="positive.estimate-Sample-6-1">
            <a:extLst xmlns:a="http://schemas.openxmlformats.org/drawingml/2006/main">
              <a:ext uri="{FF2B5EF4-FFF2-40B4-BE49-F238E27FC236}">
                <a16:creationId xmlns:a16="http://schemas.microsoft.com/office/drawing/2014/main" id="{42266E4B-CE72-4834-917F-019DD83A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7548" y="1182528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7" name="positive.estimate-Sample-1-5">
            <a:extLst xmlns:a="http://schemas.openxmlformats.org/drawingml/2006/main">
              <a:ext uri="{FF2B5EF4-FFF2-40B4-BE49-F238E27FC236}">
                <a16:creationId xmlns:a16="http://schemas.microsoft.com/office/drawing/2014/main" id="{B3F62F0A-833C-4EDB-9D2C-28FE86CE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52088" y="12025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8" name="positive.estimate-Sample-6-5">
            <a:extLst xmlns:a="http://schemas.openxmlformats.org/drawingml/2006/main">
              <a:ext uri="{FF2B5EF4-FFF2-40B4-BE49-F238E27FC236}">
                <a16:creationId xmlns:a16="http://schemas.microsoft.com/office/drawing/2014/main" id="{100FE2BD-1CE5-4D85-93F7-15C3C3D0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0124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89" name="positive.estimate-Sample-4-5">
            <a:extLst xmlns:a="http://schemas.openxmlformats.org/drawingml/2006/main">
              <a:ext uri="{FF2B5EF4-FFF2-40B4-BE49-F238E27FC236}">
                <a16:creationId xmlns:a16="http://schemas.microsoft.com/office/drawing/2014/main" id="{0D6BE0CC-63D1-427C-8ABE-7A1E835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65921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0" name="positive.estimate-Sample-6-3">
            <a:extLst xmlns:a="http://schemas.openxmlformats.org/drawingml/2006/main">
              <a:ext uri="{FF2B5EF4-FFF2-40B4-BE49-F238E27FC236}">
                <a16:creationId xmlns:a16="http://schemas.microsoft.com/office/drawing/2014/main" id="{C14EEA0F-1259-4CF3-A713-8B0EA830D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4243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1" name="positive.estimate-Sample-5-3">
            <a:extLst xmlns:a="http://schemas.openxmlformats.org/drawingml/2006/main">
              <a:ext uri="{FF2B5EF4-FFF2-40B4-BE49-F238E27FC236}">
                <a16:creationId xmlns:a16="http://schemas.microsoft.com/office/drawing/2014/main" id="{21047D46-3CE1-429E-9475-3CE37506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5271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2" name="positive.estimate-Sample-2-1">
            <a:extLst xmlns:a="http://schemas.openxmlformats.org/drawingml/2006/main">
              <a:ext uri="{FF2B5EF4-FFF2-40B4-BE49-F238E27FC236}">
                <a16:creationId xmlns:a16="http://schemas.microsoft.com/office/drawing/2014/main" id="{063E6B15-BB05-4D23-A6BA-014284C9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55502" y="1195863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3" name="positive.estimate-Sample-6-2">
            <a:extLst xmlns:a="http://schemas.openxmlformats.org/drawingml/2006/main">
              <a:ext uri="{FF2B5EF4-FFF2-40B4-BE49-F238E27FC236}">
                <a16:creationId xmlns:a16="http://schemas.microsoft.com/office/drawing/2014/main" id="{15E0F5DC-DD09-4349-B98C-26209CAAF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85237" y="11825288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4" name="positive.estimate-Sample-2-5">
            <a:extLst xmlns:a="http://schemas.openxmlformats.org/drawingml/2006/main">
              <a:ext uri="{FF2B5EF4-FFF2-40B4-BE49-F238E27FC236}">
                <a16:creationId xmlns:a16="http://schemas.microsoft.com/office/drawing/2014/main" id="{74B31CB2-EC40-4501-A01E-E2D5DD4D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6927" y="1202531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5" name="positive.estimate-Sample-3-2">
            <a:extLst xmlns:a="http://schemas.openxmlformats.org/drawingml/2006/main">
              <a:ext uri="{FF2B5EF4-FFF2-40B4-BE49-F238E27FC236}">
                <a16:creationId xmlns:a16="http://schemas.microsoft.com/office/drawing/2014/main" id="{A59AF806-5AF2-4A14-B0B5-561B7DCA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4501" y="11891963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AAA"/>
          </a:solidFill>
          <a:ln xmlns:a="http://schemas.openxmlformats.org/drawingml/2006/main" w="13335">
            <a:solidFill>
              <a:srgbClr val="147AAA"/>
            </a:solidFill>
          </a:ln>
        </p:spPr>
      </p:sp>
      <p:sp>
        <p:nvSpPr>
          <p:cNvPr id="396" name="positive.strip-tick0">
            <a:extLst xmlns:a="http://schemas.openxmlformats.org/drawingml/2006/main">
              <a:ext uri="{FF2B5EF4-FFF2-40B4-BE49-F238E27FC236}">
                <a16:creationId xmlns:a16="http://schemas.microsoft.com/office/drawing/2014/main" id="{796CB8A4-90CB-4C29-8A3A-FDFED3DA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9316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397" name="positive.strip-label0">
            <a:extLst xmlns:a="http://schemas.openxmlformats.org/drawingml/2006/main">
              <a:ext uri="{FF2B5EF4-FFF2-40B4-BE49-F238E27FC236}">
                <a16:creationId xmlns:a16="http://schemas.microsoft.com/office/drawing/2014/main" id="{F9363130-49FA-4C20-B24B-4B67624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891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398" name="positive.strip-tick500">
            <a:extLst xmlns:a="http://schemas.openxmlformats.org/drawingml/2006/main">
              <a:ext uri="{FF2B5EF4-FFF2-40B4-BE49-F238E27FC236}">
                <a16:creationId xmlns:a16="http://schemas.microsoft.com/office/drawing/2014/main" id="{BD7E3E6A-86E9-4448-9665-0BDB4050D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6714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399" name="positive.strip-label500">
            <a:extLst xmlns:a="http://schemas.openxmlformats.org/drawingml/2006/main">
              <a:ext uri="{FF2B5EF4-FFF2-40B4-BE49-F238E27FC236}">
                <a16:creationId xmlns:a16="http://schemas.microsoft.com/office/drawing/2014/main" id="{F41943E0-F8F5-492C-96F5-9BFD33F6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4289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500</a:t>
            </a:r>
          </a:p>
        </p:txBody>
      </p:sp>
      <p:sp>
        <p:nvSpPr>
          <p:cNvPr id="400" name="positive.strip-tick1000">
            <a:extLst xmlns:a="http://schemas.openxmlformats.org/drawingml/2006/main">
              <a:ext uri="{FF2B5EF4-FFF2-40B4-BE49-F238E27FC236}">
                <a16:creationId xmlns:a16="http://schemas.microsoft.com/office/drawing/2014/main" id="{C7085E52-D16D-452C-A005-B6E51F7BF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4113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401" name="positive.strip-label1000">
            <a:extLst xmlns:a="http://schemas.openxmlformats.org/drawingml/2006/main">
              <a:ext uri="{FF2B5EF4-FFF2-40B4-BE49-F238E27FC236}">
                <a16:creationId xmlns:a16="http://schemas.microsoft.com/office/drawing/2014/main" id="{3536FB0B-510C-490F-9A2A-5CE3DF22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1688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1000</a:t>
            </a:r>
          </a:p>
        </p:txBody>
      </p:sp>
      <p:sp>
        <p:nvSpPr>
          <p:cNvPr id="402" name="positive.strip-tick1500">
            <a:extLst xmlns:a="http://schemas.openxmlformats.org/drawingml/2006/main">
              <a:ext uri="{FF2B5EF4-FFF2-40B4-BE49-F238E27FC236}">
                <a16:creationId xmlns:a16="http://schemas.microsoft.com/office/drawing/2014/main" id="{F325F141-89C0-4572-B865-F71591CE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51511" y="12115800"/>
            <a:ext cx="953" cy="57150"/>
          </a:xfrm>
          <a:custGeom xmlns:a="http://schemas.openxmlformats.org/drawingml/2006/main">
            <a:pathLst>
              <a:path w="953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263238"/>
            </a:solidFill>
            <a:prstDash val="solid"/>
          </a:ln>
        </p:spPr>
      </p:sp>
      <p:sp>
        <p:nvSpPr>
          <p:cNvPr id="403" name="positive.strip-label1500">
            <a:extLst xmlns:a="http://schemas.openxmlformats.org/drawingml/2006/main">
              <a:ext uri="{FF2B5EF4-FFF2-40B4-BE49-F238E27FC236}">
                <a16:creationId xmlns:a16="http://schemas.microsoft.com/office/drawing/2014/main" id="{08F80C65-CEDE-42CE-9AEA-D8386FBA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9086" y="12192000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1500</a:t>
            </a:r>
          </a:p>
        </p:txBody>
      </p:sp>
      <p:sp>
        <p:nvSpPr>
          <p:cNvPr id="404" name="positive.strip-title">
            <a:extLst xmlns:a="http://schemas.openxmlformats.org/drawingml/2006/main">
              <a:ext uri="{FF2B5EF4-FFF2-40B4-BE49-F238E27FC236}">
                <a16:creationId xmlns:a16="http://schemas.microsoft.com/office/drawing/2014/main" id="{35973CC3-4837-4022-B712-23370742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24968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位置参数估计 γ̂δ</a:t>
            </a:r>
          </a:p>
        </p:txBody>
      </p:sp>
      <p:sp>
        <p:nvSpPr>
          <p:cNvPr id="405" name="footnote">
            <a:extLst xmlns:a="http://schemas.openxmlformats.org/drawingml/2006/main">
              <a:ext uri="{FF2B5EF4-FFF2-40B4-BE49-F238E27FC236}">
                <a16:creationId xmlns:a16="http://schemas.microsoft.com/office/drawing/2014/main" id="{F3E528DF-AC02-49C8-8412-63055C8F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2868275"/>
            <a:ext cx="1143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82878C"/>
                </a:solidFill>
                <a:latin typeface="Microsoft YaHei"/>
                <a:ea typeface="Microsoft YaHei"/>
                <a:cs typeface="Microsoft YaHei"/>
              </a:rPr>
              <a:t>每点对应一次位置估计；竖向错开仅为避免重叠；竖虚线为真值 γ = 1000。</a:t>
            </a:r>
          </a:p>
        </p:txBody>
      </p:sp>
    </p:spTree>
    <p:extLst>
      <p:ext uri="{BB962C8B-B14F-4D97-AF65-F5344CB8AC3E}">
        <p14:creationId xmlns:p14="http://schemas.microsoft.com/office/powerpoint/2010/main" val="1132867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2026-09-23T01:31:26.9350000Z</dcterms:created>
  <dcterms:modified xsi:type="dcterms:W3CDTF">2026-09-23T01:31:26.9350000Z</dcterms:modified>
</coreProperties>
</file>