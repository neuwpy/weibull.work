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5715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2</a:t>
            </a:r>
            <a:r>
              <a:rPr lang="zh-CN" altLang="en-US"/>
              <a:t>用于</a:t>
            </a:r>
            <a:r>
              <a:rPr lang="en-US" altLang="zh-CN"/>
              <a:t>2.5</a:t>
            </a:r>
            <a:r>
              <a:rPr lang="zh-CN" altLang="en-US"/>
              <a:t>定义</a:t>
            </a:r>
            <a:r>
              <a:rPr lang="en-US" altLang="zh-CN"/>
              <a:t>AMDM</a:t>
            </a:r>
            <a:r>
              <a:rPr lang="zh-CN" altLang="en-US"/>
              <a:t>估计器。沿用</a:t>
            </a:r>
            <a:r>
              <a:rPr lang="en-US" altLang="zh-CN"/>
              <a:t>v2</a:t>
            </a:r>
            <a:r>
              <a:rPr lang="zh-CN" altLang="en-US"/>
              <a:t>下半部的观测样本、网络示意、偏移选择、</a:t>
            </a:r>
            <a:r>
              <a:rPr lang="en-US" altLang="zh-CN"/>
              <a:t>MDM</a:t>
            </a:r>
            <a:r>
              <a:rPr lang="zh-CN" altLang="en-US"/>
              <a:t>回代与输出组件，删除离线训练细节并合并候选预测和偏移选择。网络只代表已训练的候选损失评价模型，节点数量不代表实际结构。散点复用</a:t>
            </a:r>
            <a:r>
              <a:rPr lang="en-US" altLang="zh-CN"/>
              <a:t>F01 Sample-1-3</a:t>
            </a:r>
            <a:r>
              <a:rPr lang="zh-CN" altLang="en-US"/>
              <a:t>，不是新增实验。输入表征及损失反变换等细节见</a:t>
            </a:r>
            <a:r>
              <a:rPr lang="en-US" altLang="zh-CN"/>
              <a:t>2.4</a:t>
            </a:r>
            <a:r>
              <a:rPr lang="zh-CN" altLang="en-US"/>
              <a:t>。原始样本与所选偏移共同进入</a:t>
            </a:r>
            <a:r>
              <a:rPr lang="en-US" altLang="zh-CN"/>
              <a:t>MDM</a:t>
            </a:r>
            <a:r>
              <a:rPr lang="zh-CN" altLang="en-US"/>
              <a:t>。</a:t>
            </a:r>
            <a:r>
              <a:rPr lang="en-US" altLang="zh-CN"/>
              <a:t>MathType</a:t>
            </a:r>
            <a:r>
              <a:rPr lang="zh-CN" altLang="en-US"/>
              <a:t>仅保留输入、所选偏移和输出符号。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ample.boundary">
            <a:extLst>
              <a:ext uri="{FF2B5EF4-FFF2-40B4-BE49-F238E27FC236}">
                <a16:creationId xmlns:a16="http://schemas.microsoft.com/office/drawing/2014/main" id="{0178FD83-B4CD-4AAD-8305-B11ACC11C0BB}"/>
              </a:ext>
            </a:extLst>
          </p:cNvPr>
          <p:cNvSpPr>
            <a:spLocks noGrp="1"/>
          </p:cNvSpPr>
          <p:nvPr/>
        </p:nvSpPr>
        <p:spPr>
          <a:xfrm>
            <a:off x="381000" y="361950"/>
            <a:ext cx="3714750" cy="39814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2" name="sample.header">
            <a:extLst>
              <a:ext uri="{FF2B5EF4-FFF2-40B4-BE49-F238E27FC236}">
                <a16:creationId xmlns:a16="http://schemas.microsoft.com/office/drawing/2014/main" id="{6DBFF905-974D-4EC2-A74B-BBAE4B26E23E}"/>
              </a:ext>
            </a:extLst>
          </p:cNvPr>
          <p:cNvSpPr>
            <a:spLocks noGrp="1"/>
          </p:cNvSpPr>
          <p:nvPr/>
        </p:nvSpPr>
        <p:spPr>
          <a:xfrm>
            <a:off x="381000" y="361950"/>
            <a:ext cx="37147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3" name="sample.title">
            <a:extLst>
              <a:ext uri="{FF2B5EF4-FFF2-40B4-BE49-F238E27FC236}">
                <a16:creationId xmlns:a16="http://schemas.microsoft.com/office/drawing/2014/main" id="{DBB78811-092E-4F61-80CF-265FA740A97E}"/>
              </a:ext>
            </a:extLst>
          </p:cNvPr>
          <p:cNvSpPr>
            <a:spLocks noGrp="1"/>
          </p:cNvSpPr>
          <p:nvPr/>
        </p:nvSpPr>
        <p:spPr>
          <a:xfrm>
            <a:off x="476250" y="381000"/>
            <a:ext cx="3524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观测样本</a:t>
            </a:r>
          </a:p>
        </p:txBody>
      </p:sp>
      <p:sp>
        <p:nvSpPr>
          <p:cNvPr id="4" name="sample.axis">
            <a:extLst>
              <a:ext uri="{FF2B5EF4-FFF2-40B4-BE49-F238E27FC236}">
                <a16:creationId xmlns:a16="http://schemas.microsoft.com/office/drawing/2014/main" id="{5129C348-7253-4ABD-A4E5-E925A84463D6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2724150" cy="953"/>
          </a:xfrm>
          <a:custGeom>
            <a:avLst/>
            <a:gdLst/>
            <a:ahLst/>
            <a:cxnLst/>
            <a:rect l="0" t="0" r="0" b="0"/>
            <a:pathLst>
              <a:path w="2724150" h="953">
                <a:moveTo>
                  <a:pt x="0" y="0"/>
                </a:moveTo>
                <a:lnTo>
                  <a:pt x="2724150" y="0"/>
                </a:lnTo>
              </a:path>
            </a:pathLst>
          </a:custGeom>
          <a:noFill/>
          <a:ln w="9525">
            <a:solidFill>
              <a:srgbClr val="B5BEC5"/>
            </a:solidFill>
            <a:prstDash val="solid"/>
          </a:ln>
        </p:spPr>
      </p:sp>
      <p:sp>
        <p:nvSpPr>
          <p:cNvPr id="5" name="sample.stem0">
            <a:extLst>
              <a:ext uri="{FF2B5EF4-FFF2-40B4-BE49-F238E27FC236}">
                <a16:creationId xmlns:a16="http://schemas.microsoft.com/office/drawing/2014/main" id="{CAA77FDF-2184-46F6-94E3-4F35F69B1744}"/>
              </a:ext>
            </a:extLst>
          </p:cNvPr>
          <p:cNvSpPr>
            <a:spLocks noGrp="1"/>
          </p:cNvSpPr>
          <p:nvPr/>
        </p:nvSpPr>
        <p:spPr>
          <a:xfrm>
            <a:off x="1019175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6" name="sample.dot0">
            <a:extLst>
              <a:ext uri="{FF2B5EF4-FFF2-40B4-BE49-F238E27FC236}">
                <a16:creationId xmlns:a16="http://schemas.microsoft.com/office/drawing/2014/main" id="{8399654C-C46F-47DE-80FC-5E2B8B9FB953}"/>
              </a:ext>
            </a:extLst>
          </p:cNvPr>
          <p:cNvSpPr>
            <a:spLocks noGrp="1"/>
          </p:cNvSpPr>
          <p:nvPr/>
        </p:nvSpPr>
        <p:spPr>
          <a:xfrm>
            <a:off x="976313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" name="sample.stem1">
            <a:extLst>
              <a:ext uri="{FF2B5EF4-FFF2-40B4-BE49-F238E27FC236}">
                <a16:creationId xmlns:a16="http://schemas.microsoft.com/office/drawing/2014/main" id="{D2599348-C49C-4567-B654-D25CDDF792B9}"/>
              </a:ext>
            </a:extLst>
          </p:cNvPr>
          <p:cNvSpPr>
            <a:spLocks noGrp="1"/>
          </p:cNvSpPr>
          <p:nvPr/>
        </p:nvSpPr>
        <p:spPr>
          <a:xfrm>
            <a:off x="1077879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8" name="sample.dot1">
            <a:extLst>
              <a:ext uri="{FF2B5EF4-FFF2-40B4-BE49-F238E27FC236}">
                <a16:creationId xmlns:a16="http://schemas.microsoft.com/office/drawing/2014/main" id="{ABD647F1-AA82-456B-9E43-75EB8BFE52C9}"/>
              </a:ext>
            </a:extLst>
          </p:cNvPr>
          <p:cNvSpPr>
            <a:spLocks noGrp="1"/>
          </p:cNvSpPr>
          <p:nvPr/>
        </p:nvSpPr>
        <p:spPr>
          <a:xfrm>
            <a:off x="1035017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9" name="sample.stem2">
            <a:extLst>
              <a:ext uri="{FF2B5EF4-FFF2-40B4-BE49-F238E27FC236}">
                <a16:creationId xmlns:a16="http://schemas.microsoft.com/office/drawing/2014/main" id="{2133D5A5-2817-40C5-B04B-9624E493B32D}"/>
              </a:ext>
            </a:extLst>
          </p:cNvPr>
          <p:cNvSpPr>
            <a:spLocks noGrp="1"/>
          </p:cNvSpPr>
          <p:nvPr/>
        </p:nvSpPr>
        <p:spPr>
          <a:xfrm>
            <a:off x="1773610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0" name="sample.dot2">
            <a:extLst>
              <a:ext uri="{FF2B5EF4-FFF2-40B4-BE49-F238E27FC236}">
                <a16:creationId xmlns:a16="http://schemas.microsoft.com/office/drawing/2014/main" id="{1AD77F6F-1EED-4669-965A-DC2AD407D5B2}"/>
              </a:ext>
            </a:extLst>
          </p:cNvPr>
          <p:cNvSpPr>
            <a:spLocks noGrp="1"/>
          </p:cNvSpPr>
          <p:nvPr/>
        </p:nvSpPr>
        <p:spPr>
          <a:xfrm>
            <a:off x="1730748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1" name="sample.stem3">
            <a:extLst>
              <a:ext uri="{FF2B5EF4-FFF2-40B4-BE49-F238E27FC236}">
                <a16:creationId xmlns:a16="http://schemas.microsoft.com/office/drawing/2014/main" id="{4B8E09F4-7658-4EE5-A5EB-747F7C6500B8}"/>
              </a:ext>
            </a:extLst>
          </p:cNvPr>
          <p:cNvSpPr>
            <a:spLocks noGrp="1"/>
          </p:cNvSpPr>
          <p:nvPr/>
        </p:nvSpPr>
        <p:spPr>
          <a:xfrm>
            <a:off x="1996659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" name="sample.dot3">
            <a:extLst>
              <a:ext uri="{FF2B5EF4-FFF2-40B4-BE49-F238E27FC236}">
                <a16:creationId xmlns:a16="http://schemas.microsoft.com/office/drawing/2014/main" id="{D551F35D-1606-4B3B-BEB8-CF12A916253E}"/>
              </a:ext>
            </a:extLst>
          </p:cNvPr>
          <p:cNvSpPr>
            <a:spLocks noGrp="1"/>
          </p:cNvSpPr>
          <p:nvPr/>
        </p:nvSpPr>
        <p:spPr>
          <a:xfrm>
            <a:off x="1953796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3" name="sample.stem4">
            <a:extLst>
              <a:ext uri="{FF2B5EF4-FFF2-40B4-BE49-F238E27FC236}">
                <a16:creationId xmlns:a16="http://schemas.microsoft.com/office/drawing/2014/main" id="{D55CC7DF-A9C2-4973-970D-E687B29B4E31}"/>
              </a:ext>
            </a:extLst>
          </p:cNvPr>
          <p:cNvSpPr>
            <a:spLocks noGrp="1"/>
          </p:cNvSpPr>
          <p:nvPr/>
        </p:nvSpPr>
        <p:spPr>
          <a:xfrm>
            <a:off x="2090350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4" name="sample.dot4">
            <a:extLst>
              <a:ext uri="{FF2B5EF4-FFF2-40B4-BE49-F238E27FC236}">
                <a16:creationId xmlns:a16="http://schemas.microsoft.com/office/drawing/2014/main" id="{34A5D827-C128-4D17-B8E1-8654C56F2DB3}"/>
              </a:ext>
            </a:extLst>
          </p:cNvPr>
          <p:cNvSpPr>
            <a:spLocks noGrp="1"/>
          </p:cNvSpPr>
          <p:nvPr/>
        </p:nvSpPr>
        <p:spPr>
          <a:xfrm>
            <a:off x="2047488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5" name="sample.stem5">
            <a:extLst>
              <a:ext uri="{FF2B5EF4-FFF2-40B4-BE49-F238E27FC236}">
                <a16:creationId xmlns:a16="http://schemas.microsoft.com/office/drawing/2014/main" id="{1DB5D118-C736-443F-A37E-E8E3B876FFC0}"/>
              </a:ext>
            </a:extLst>
          </p:cNvPr>
          <p:cNvSpPr>
            <a:spLocks noGrp="1"/>
          </p:cNvSpPr>
          <p:nvPr/>
        </p:nvSpPr>
        <p:spPr>
          <a:xfrm>
            <a:off x="2565712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6" name="sample.dot5">
            <a:extLst>
              <a:ext uri="{FF2B5EF4-FFF2-40B4-BE49-F238E27FC236}">
                <a16:creationId xmlns:a16="http://schemas.microsoft.com/office/drawing/2014/main" id="{BE14218D-D8DF-4DDF-8C09-382037D043FF}"/>
              </a:ext>
            </a:extLst>
          </p:cNvPr>
          <p:cNvSpPr>
            <a:spLocks noGrp="1"/>
          </p:cNvSpPr>
          <p:nvPr/>
        </p:nvSpPr>
        <p:spPr>
          <a:xfrm>
            <a:off x="2522850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7" name="sample.stem6">
            <a:extLst>
              <a:ext uri="{FF2B5EF4-FFF2-40B4-BE49-F238E27FC236}">
                <a16:creationId xmlns:a16="http://schemas.microsoft.com/office/drawing/2014/main" id="{E97E5F29-AFB0-4E08-99ED-A8FE02408921}"/>
              </a:ext>
            </a:extLst>
          </p:cNvPr>
          <p:cNvSpPr>
            <a:spLocks noGrp="1"/>
          </p:cNvSpPr>
          <p:nvPr/>
        </p:nvSpPr>
        <p:spPr>
          <a:xfrm>
            <a:off x="3457575" y="177165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8" name="sample.dot6">
            <a:extLst>
              <a:ext uri="{FF2B5EF4-FFF2-40B4-BE49-F238E27FC236}">
                <a16:creationId xmlns:a16="http://schemas.microsoft.com/office/drawing/2014/main" id="{8F930D5E-0F95-4FB7-A9E2-C0B6A015FC44}"/>
              </a:ext>
            </a:extLst>
          </p:cNvPr>
          <p:cNvSpPr>
            <a:spLocks noGrp="1"/>
          </p:cNvSpPr>
          <p:nvPr/>
        </p:nvSpPr>
        <p:spPr>
          <a:xfrm>
            <a:off x="3414713" y="172878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9" name="sample.label">
            <a:extLst>
              <a:ext uri="{FF2B5EF4-FFF2-40B4-BE49-F238E27FC236}">
                <a16:creationId xmlns:a16="http://schemas.microsoft.com/office/drawing/2014/main" id="{7938D6EF-06EF-4509-BC20-30F888485BCB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3219450" cy="3810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当前寿命观测</a:t>
            </a:r>
          </a:p>
        </p:txBody>
      </p:sp>
      <p:sp>
        <p:nvSpPr>
          <p:cNvPr id="20" name="flow.sample-to-select">
            <a:extLst>
              <a:ext uri="{FF2B5EF4-FFF2-40B4-BE49-F238E27FC236}">
                <a16:creationId xmlns:a16="http://schemas.microsoft.com/office/drawing/2014/main" id="{92F3EC35-196A-4EAA-B2DD-30F01FA7516E}"/>
              </a:ext>
            </a:extLst>
          </p:cNvPr>
          <p:cNvSpPr>
            <a:spLocks noGrp="1"/>
          </p:cNvSpPr>
          <p:nvPr/>
        </p:nvSpPr>
        <p:spPr>
          <a:xfrm>
            <a:off x="4276725" y="224790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1" name="flow.sample-label">
            <a:extLst>
              <a:ext uri="{FF2B5EF4-FFF2-40B4-BE49-F238E27FC236}">
                <a16:creationId xmlns:a16="http://schemas.microsoft.com/office/drawing/2014/main" id="{A17754C4-3F5B-4062-98D1-B960E356FB54}"/>
              </a:ext>
            </a:extLst>
          </p:cNvPr>
          <p:cNvSpPr>
            <a:spLocks noGrp="1"/>
          </p:cNvSpPr>
          <p:nvPr/>
        </p:nvSpPr>
        <p:spPr>
          <a:xfrm>
            <a:off x="4124325" y="1857375"/>
            <a:ext cx="809625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样本信息</a:t>
            </a:r>
          </a:p>
        </p:txBody>
      </p:sp>
      <p:sp>
        <p:nvSpPr>
          <p:cNvPr id="22" name="select.boundary">
            <a:extLst>
              <a:ext uri="{FF2B5EF4-FFF2-40B4-BE49-F238E27FC236}">
                <a16:creationId xmlns:a16="http://schemas.microsoft.com/office/drawing/2014/main" id="{AEFED403-5D28-499A-ACD7-4D5A678003F3}"/>
              </a:ext>
            </a:extLst>
          </p:cNvPr>
          <p:cNvSpPr>
            <a:spLocks noGrp="1"/>
          </p:cNvSpPr>
          <p:nvPr/>
        </p:nvSpPr>
        <p:spPr>
          <a:xfrm>
            <a:off x="4953000" y="361950"/>
            <a:ext cx="7239000" cy="39814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23" name="select.header">
            <a:extLst>
              <a:ext uri="{FF2B5EF4-FFF2-40B4-BE49-F238E27FC236}">
                <a16:creationId xmlns:a16="http://schemas.microsoft.com/office/drawing/2014/main" id="{B02A7DB9-4A8C-4B1F-BC2A-E5393E0C1EE9}"/>
              </a:ext>
            </a:extLst>
          </p:cNvPr>
          <p:cNvSpPr>
            <a:spLocks noGrp="1"/>
          </p:cNvSpPr>
          <p:nvPr/>
        </p:nvSpPr>
        <p:spPr>
          <a:xfrm>
            <a:off x="4953000" y="361950"/>
            <a:ext cx="723900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24" name="select.title">
            <a:extLst>
              <a:ext uri="{FF2B5EF4-FFF2-40B4-BE49-F238E27FC236}">
                <a16:creationId xmlns:a16="http://schemas.microsoft.com/office/drawing/2014/main" id="{C2D9DCE3-F6C7-4B66-BB5B-5677CB48EC94}"/>
              </a:ext>
            </a:extLst>
          </p:cNvPr>
          <p:cNvSpPr>
            <a:spLocks noGrp="1"/>
          </p:cNvSpPr>
          <p:nvPr/>
        </p:nvSpPr>
        <p:spPr>
          <a:xfrm>
            <a:off x="5048250" y="381000"/>
            <a:ext cx="70485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样本自适应偏移选择</a:t>
            </a:r>
          </a:p>
        </p:txBody>
      </p:sp>
      <p:sp>
        <p:nvSpPr>
          <p:cNvPr id="25" name="select.representation">
            <a:extLst>
              <a:ext uri="{FF2B5EF4-FFF2-40B4-BE49-F238E27FC236}">
                <a16:creationId xmlns:a16="http://schemas.microsoft.com/office/drawing/2014/main" id="{5090D23A-D767-4C2C-9C1C-159ADAAF61FC}"/>
              </a:ext>
            </a:extLst>
          </p:cNvPr>
          <p:cNvSpPr>
            <a:spLocks noGrp="1"/>
          </p:cNvSpPr>
          <p:nvPr/>
        </p:nvSpPr>
        <p:spPr>
          <a:xfrm>
            <a:off x="5181600" y="1819275"/>
            <a:ext cx="1676400" cy="1000125"/>
          </a:xfrm>
          <a:prstGeom prst="rect">
            <a:avLst/>
          </a:prstGeom>
          <a:solidFill>
            <a:srgbClr val="F2F5F9"/>
          </a:solidFill>
          <a:ln w="12383">
            <a:noFill/>
            <a:prstDash val="solid"/>
          </a:ln>
        </p:spPr>
      </p:sp>
      <p:sp>
        <p:nvSpPr>
          <p:cNvPr id="26" name="select.representation-title">
            <a:extLst>
              <a:ext uri="{FF2B5EF4-FFF2-40B4-BE49-F238E27FC236}">
                <a16:creationId xmlns:a16="http://schemas.microsoft.com/office/drawing/2014/main" id="{59EAB8DD-83C0-4CD3-AA8E-2A0436A509B2}"/>
              </a:ext>
            </a:extLst>
          </p:cNvPr>
          <p:cNvSpPr>
            <a:spLocks noGrp="1"/>
          </p:cNvSpPr>
          <p:nvPr/>
        </p:nvSpPr>
        <p:spPr>
          <a:xfrm>
            <a:off x="5257800" y="1924050"/>
            <a:ext cx="152400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样本表征</a:t>
            </a:r>
          </a:p>
        </p:txBody>
      </p:sp>
      <p:sp>
        <p:nvSpPr>
          <p:cNvPr id="27" name="select.representation-note">
            <a:extLst>
              <a:ext uri="{FF2B5EF4-FFF2-40B4-BE49-F238E27FC236}">
                <a16:creationId xmlns:a16="http://schemas.microsoft.com/office/drawing/2014/main" id="{13586AC2-E902-4C54-A4E7-379A75D29B9E}"/>
              </a:ext>
            </a:extLst>
          </p:cNvPr>
          <p:cNvSpPr>
            <a:spLocks noGrp="1"/>
          </p:cNvSpPr>
          <p:nvPr/>
        </p:nvSpPr>
        <p:spPr>
          <a:xfrm>
            <a:off x="5238750" y="2343150"/>
            <a:ext cx="156210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 · 归一化</a:t>
            </a:r>
          </a:p>
        </p:txBody>
      </p:sp>
      <p:sp>
        <p:nvSpPr>
          <p:cNvPr id="28" name="select.to-network">
            <a:extLst>
              <a:ext uri="{FF2B5EF4-FFF2-40B4-BE49-F238E27FC236}">
                <a16:creationId xmlns:a16="http://schemas.microsoft.com/office/drawing/2014/main" id="{1A4B429B-CE51-48C7-8602-BBDC0E145C09}"/>
              </a:ext>
            </a:extLst>
          </p:cNvPr>
          <p:cNvSpPr>
            <a:spLocks noGrp="1"/>
          </p:cNvSpPr>
          <p:nvPr/>
        </p:nvSpPr>
        <p:spPr>
          <a:xfrm>
            <a:off x="7000875" y="2247900"/>
            <a:ext cx="3048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9" name="select.network.weight0-0-0">
            <a:extLst>
              <a:ext uri="{FF2B5EF4-FFF2-40B4-BE49-F238E27FC236}">
                <a16:creationId xmlns:a16="http://schemas.microsoft.com/office/drawing/2014/main" id="{FF62402C-B130-4B89-ADC0-CA6D094D424F}"/>
              </a:ext>
            </a:extLst>
          </p:cNvPr>
          <p:cNvSpPr>
            <a:spLocks noGrp="1"/>
          </p:cNvSpPr>
          <p:nvPr/>
        </p:nvSpPr>
        <p:spPr>
          <a:xfrm>
            <a:off x="7572375" y="1934766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4484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0" name="select.network.weight0-0-1">
            <a:extLst>
              <a:ext uri="{FF2B5EF4-FFF2-40B4-BE49-F238E27FC236}">
                <a16:creationId xmlns:a16="http://schemas.microsoft.com/office/drawing/2014/main" id="{9EC6BBE4-56BB-4EA6-A740-0336F16D760A}"/>
              </a:ext>
            </a:extLst>
          </p:cNvPr>
          <p:cNvSpPr>
            <a:spLocks noGrp="1"/>
          </p:cNvSpPr>
          <p:nvPr/>
        </p:nvSpPr>
        <p:spPr>
          <a:xfrm>
            <a:off x="7572375" y="1979613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0"/>
                </a:moveTo>
                <a:lnTo>
                  <a:pt x="587375" y="2242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1" name="select.network.weight0-0-2">
            <a:extLst>
              <a:ext uri="{FF2B5EF4-FFF2-40B4-BE49-F238E27FC236}">
                <a16:creationId xmlns:a16="http://schemas.microsoft.com/office/drawing/2014/main" id="{08BDA794-8D08-4886-8F09-0D4B2DFBEF33}"/>
              </a:ext>
            </a:extLst>
          </p:cNvPr>
          <p:cNvSpPr>
            <a:spLocks noGrp="1"/>
          </p:cNvSpPr>
          <p:nvPr/>
        </p:nvSpPr>
        <p:spPr>
          <a:xfrm>
            <a:off x="7572375" y="1979613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0"/>
                </a:moveTo>
                <a:lnTo>
                  <a:pt x="587375" y="49331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2" name="select.network.weight0-0-3">
            <a:extLst>
              <a:ext uri="{FF2B5EF4-FFF2-40B4-BE49-F238E27FC236}">
                <a16:creationId xmlns:a16="http://schemas.microsoft.com/office/drawing/2014/main" id="{6700D17A-EAB8-4AF8-B6A6-055F0A473AD6}"/>
              </a:ext>
            </a:extLst>
          </p:cNvPr>
          <p:cNvSpPr>
            <a:spLocks noGrp="1"/>
          </p:cNvSpPr>
          <p:nvPr/>
        </p:nvSpPr>
        <p:spPr>
          <a:xfrm>
            <a:off x="7572375" y="1979613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0"/>
                </a:moveTo>
                <a:lnTo>
                  <a:pt x="587375" y="76239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3" name="select.network.weight0-1-0">
            <a:extLst>
              <a:ext uri="{FF2B5EF4-FFF2-40B4-BE49-F238E27FC236}">
                <a16:creationId xmlns:a16="http://schemas.microsoft.com/office/drawing/2014/main" id="{F387537E-1AF7-44D0-82CD-CE9AB4DDB360}"/>
              </a:ext>
            </a:extLst>
          </p:cNvPr>
          <p:cNvSpPr>
            <a:spLocks noGrp="1"/>
          </p:cNvSpPr>
          <p:nvPr/>
        </p:nvSpPr>
        <p:spPr>
          <a:xfrm>
            <a:off x="7572375" y="1934766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403622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4" name="select.network.weight0-1-1">
            <a:extLst>
              <a:ext uri="{FF2B5EF4-FFF2-40B4-BE49-F238E27FC236}">
                <a16:creationId xmlns:a16="http://schemas.microsoft.com/office/drawing/2014/main" id="{C37DA925-434A-4C38-87BF-AB9C598954C5}"/>
              </a:ext>
            </a:extLst>
          </p:cNvPr>
          <p:cNvSpPr>
            <a:spLocks noGrp="1"/>
          </p:cNvSpPr>
          <p:nvPr/>
        </p:nvSpPr>
        <p:spPr>
          <a:xfrm>
            <a:off x="7572375" y="2203847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13454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5" name="select.network.weight0-1-2">
            <a:extLst>
              <a:ext uri="{FF2B5EF4-FFF2-40B4-BE49-F238E27FC236}">
                <a16:creationId xmlns:a16="http://schemas.microsoft.com/office/drawing/2014/main" id="{3D094620-A563-492E-9645-CE39A78F4A14}"/>
              </a:ext>
            </a:extLst>
          </p:cNvPr>
          <p:cNvSpPr>
            <a:spLocks noGrp="1"/>
          </p:cNvSpPr>
          <p:nvPr/>
        </p:nvSpPr>
        <p:spPr>
          <a:xfrm>
            <a:off x="7572375" y="2338388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0"/>
                </a:moveTo>
                <a:lnTo>
                  <a:pt x="587375" y="13454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6" name="select.network.weight0-1-3">
            <a:extLst>
              <a:ext uri="{FF2B5EF4-FFF2-40B4-BE49-F238E27FC236}">
                <a16:creationId xmlns:a16="http://schemas.microsoft.com/office/drawing/2014/main" id="{8AEF310A-8F63-44F0-9F79-2DB05235BE59}"/>
              </a:ext>
            </a:extLst>
          </p:cNvPr>
          <p:cNvSpPr>
            <a:spLocks noGrp="1"/>
          </p:cNvSpPr>
          <p:nvPr/>
        </p:nvSpPr>
        <p:spPr>
          <a:xfrm>
            <a:off x="7572375" y="2338388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0"/>
                </a:moveTo>
                <a:lnTo>
                  <a:pt x="587375" y="403622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7" name="select.network.weight0-2-0">
            <a:extLst>
              <a:ext uri="{FF2B5EF4-FFF2-40B4-BE49-F238E27FC236}">
                <a16:creationId xmlns:a16="http://schemas.microsoft.com/office/drawing/2014/main" id="{6C3E1A59-47F7-4E6B-87CB-6BA5B0DB1151}"/>
              </a:ext>
            </a:extLst>
          </p:cNvPr>
          <p:cNvSpPr>
            <a:spLocks noGrp="1"/>
          </p:cNvSpPr>
          <p:nvPr/>
        </p:nvSpPr>
        <p:spPr>
          <a:xfrm>
            <a:off x="7572375" y="1934766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76239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8" name="select.network.weight0-2-1">
            <a:extLst>
              <a:ext uri="{FF2B5EF4-FFF2-40B4-BE49-F238E27FC236}">
                <a16:creationId xmlns:a16="http://schemas.microsoft.com/office/drawing/2014/main" id="{B118C2BA-9877-4E61-923A-16DF2DF7B570}"/>
              </a:ext>
            </a:extLst>
          </p:cNvPr>
          <p:cNvSpPr>
            <a:spLocks noGrp="1"/>
          </p:cNvSpPr>
          <p:nvPr/>
        </p:nvSpPr>
        <p:spPr>
          <a:xfrm>
            <a:off x="7572375" y="2203847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493316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39" name="select.network.weight0-2-2">
            <a:extLst>
              <a:ext uri="{FF2B5EF4-FFF2-40B4-BE49-F238E27FC236}">
                <a16:creationId xmlns:a16="http://schemas.microsoft.com/office/drawing/2014/main" id="{9615030F-A324-47F3-8F00-4E48BC037B61}"/>
              </a:ext>
            </a:extLst>
          </p:cNvPr>
          <p:cNvSpPr>
            <a:spLocks noGrp="1"/>
          </p:cNvSpPr>
          <p:nvPr/>
        </p:nvSpPr>
        <p:spPr>
          <a:xfrm>
            <a:off x="7572375" y="2472928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22423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0" name="select.network.weight0-2-3">
            <a:extLst>
              <a:ext uri="{FF2B5EF4-FFF2-40B4-BE49-F238E27FC236}">
                <a16:creationId xmlns:a16="http://schemas.microsoft.com/office/drawing/2014/main" id="{C8A6A01C-8A67-4706-8C1C-8CB8E1883A77}"/>
              </a:ext>
            </a:extLst>
          </p:cNvPr>
          <p:cNvSpPr>
            <a:spLocks noGrp="1"/>
          </p:cNvSpPr>
          <p:nvPr/>
        </p:nvSpPr>
        <p:spPr>
          <a:xfrm>
            <a:off x="7572375" y="2697163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0"/>
                </a:moveTo>
                <a:lnTo>
                  <a:pt x="587375" y="4484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1" name="select.network.weight1-0-0">
            <a:extLst>
              <a:ext uri="{FF2B5EF4-FFF2-40B4-BE49-F238E27FC236}">
                <a16:creationId xmlns:a16="http://schemas.microsoft.com/office/drawing/2014/main" id="{E7CD1DA9-5E5F-4739-9C0A-5BD8F2F6AF7A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2" name="select.network.weight1-0-1">
            <a:extLst>
              <a:ext uri="{FF2B5EF4-FFF2-40B4-BE49-F238E27FC236}">
                <a16:creationId xmlns:a16="http://schemas.microsoft.com/office/drawing/2014/main" id="{47624754-D7C6-4883-B56C-F38CCFCC2D0F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3" name="select.network.weight1-0-2">
            <a:extLst>
              <a:ext uri="{FF2B5EF4-FFF2-40B4-BE49-F238E27FC236}">
                <a16:creationId xmlns:a16="http://schemas.microsoft.com/office/drawing/2014/main" id="{F3C03A60-B407-400B-B70B-CFC5D30B0006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0"/>
                </a:moveTo>
                <a:lnTo>
                  <a:pt x="587375" y="5381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4" name="select.network.weight1-0-3">
            <a:extLst>
              <a:ext uri="{FF2B5EF4-FFF2-40B4-BE49-F238E27FC236}">
                <a16:creationId xmlns:a16="http://schemas.microsoft.com/office/drawing/2014/main" id="{5B060EDF-EE39-4E4D-99CF-B7FED5963524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807244"/>
          </a:xfrm>
          <a:custGeom>
            <a:avLst/>
            <a:gdLst/>
            <a:ahLst/>
            <a:cxnLst/>
            <a:rect l="0" t="0" r="0" b="0"/>
            <a:pathLst>
              <a:path w="587375" h="807244">
                <a:moveTo>
                  <a:pt x="0" y="0"/>
                </a:moveTo>
                <a:lnTo>
                  <a:pt x="587375" y="80724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5" name="select.network.weight1-1-0">
            <a:extLst>
              <a:ext uri="{FF2B5EF4-FFF2-40B4-BE49-F238E27FC236}">
                <a16:creationId xmlns:a16="http://schemas.microsoft.com/office/drawing/2014/main" id="{E41268BB-D565-4BBF-BE0C-1199F7CEB135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6" name="select.network.weight1-1-1">
            <a:extLst>
              <a:ext uri="{FF2B5EF4-FFF2-40B4-BE49-F238E27FC236}">
                <a16:creationId xmlns:a16="http://schemas.microsoft.com/office/drawing/2014/main" id="{BAC2F462-646D-487D-A547-D256D67CE66A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7" name="select.network.weight1-1-2">
            <a:extLst>
              <a:ext uri="{FF2B5EF4-FFF2-40B4-BE49-F238E27FC236}">
                <a16:creationId xmlns:a16="http://schemas.microsoft.com/office/drawing/2014/main" id="{6AEBC935-DF20-40E7-AA86-DCA412E7A04C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8" name="select.network.weight1-1-3">
            <a:extLst>
              <a:ext uri="{FF2B5EF4-FFF2-40B4-BE49-F238E27FC236}">
                <a16:creationId xmlns:a16="http://schemas.microsoft.com/office/drawing/2014/main" id="{592C893C-9E97-4C76-8352-B2581759C97B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0"/>
                </a:moveTo>
                <a:lnTo>
                  <a:pt x="587375" y="5381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49" name="select.network.weight1-2-0">
            <a:extLst>
              <a:ext uri="{FF2B5EF4-FFF2-40B4-BE49-F238E27FC236}">
                <a16:creationId xmlns:a16="http://schemas.microsoft.com/office/drawing/2014/main" id="{01AFCEBD-2F30-4D5E-998C-B3F7DD660A8A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538163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0" name="select.network.weight1-2-1">
            <a:extLst>
              <a:ext uri="{FF2B5EF4-FFF2-40B4-BE49-F238E27FC236}">
                <a16:creationId xmlns:a16="http://schemas.microsoft.com/office/drawing/2014/main" id="{A0778FF2-70D3-4D76-B539-A05CD830D24A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1" name="select.network.weight1-2-2">
            <a:extLst>
              <a:ext uri="{FF2B5EF4-FFF2-40B4-BE49-F238E27FC236}">
                <a16:creationId xmlns:a16="http://schemas.microsoft.com/office/drawing/2014/main" id="{8AE24AE1-4B95-4061-AFB7-E4E6F3A8AA42}"/>
              </a:ext>
            </a:extLst>
          </p:cNvPr>
          <p:cNvSpPr>
            <a:spLocks noGrp="1"/>
          </p:cNvSpPr>
          <p:nvPr/>
        </p:nvSpPr>
        <p:spPr>
          <a:xfrm>
            <a:off x="8159750" y="2472928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2" name="select.network.weight1-2-3">
            <a:extLst>
              <a:ext uri="{FF2B5EF4-FFF2-40B4-BE49-F238E27FC236}">
                <a16:creationId xmlns:a16="http://schemas.microsoft.com/office/drawing/2014/main" id="{10D087BD-B64B-4698-B9A9-D2BFB83260EC}"/>
              </a:ext>
            </a:extLst>
          </p:cNvPr>
          <p:cNvSpPr>
            <a:spLocks noGrp="1"/>
          </p:cNvSpPr>
          <p:nvPr/>
        </p:nvSpPr>
        <p:spPr>
          <a:xfrm>
            <a:off x="8159750" y="2472928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0"/>
                </a:moveTo>
                <a:lnTo>
                  <a:pt x="587375" y="2690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3" name="select.network.weight1-3-0">
            <a:extLst>
              <a:ext uri="{FF2B5EF4-FFF2-40B4-BE49-F238E27FC236}">
                <a16:creationId xmlns:a16="http://schemas.microsoft.com/office/drawing/2014/main" id="{2AAAC9A1-5AEB-470C-81B6-BDBFF0A4954B}"/>
              </a:ext>
            </a:extLst>
          </p:cNvPr>
          <p:cNvSpPr>
            <a:spLocks noGrp="1"/>
          </p:cNvSpPr>
          <p:nvPr/>
        </p:nvSpPr>
        <p:spPr>
          <a:xfrm>
            <a:off x="8159750" y="1934766"/>
            <a:ext cx="587375" cy="807244"/>
          </a:xfrm>
          <a:custGeom>
            <a:avLst/>
            <a:gdLst/>
            <a:ahLst/>
            <a:cxnLst/>
            <a:rect l="0" t="0" r="0" b="0"/>
            <a:pathLst>
              <a:path w="587375" h="807244">
                <a:moveTo>
                  <a:pt x="0" y="80724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4" name="select.network.weight1-3-1">
            <a:extLst>
              <a:ext uri="{FF2B5EF4-FFF2-40B4-BE49-F238E27FC236}">
                <a16:creationId xmlns:a16="http://schemas.microsoft.com/office/drawing/2014/main" id="{B9E206DD-6FEE-4294-9867-4B989076426B}"/>
              </a:ext>
            </a:extLst>
          </p:cNvPr>
          <p:cNvSpPr>
            <a:spLocks noGrp="1"/>
          </p:cNvSpPr>
          <p:nvPr/>
        </p:nvSpPr>
        <p:spPr>
          <a:xfrm>
            <a:off x="8159750" y="2203847"/>
            <a:ext cx="587375" cy="538163"/>
          </a:xfrm>
          <a:custGeom>
            <a:avLst/>
            <a:gdLst/>
            <a:ahLst/>
            <a:cxnLst/>
            <a:rect l="0" t="0" r="0" b="0"/>
            <a:pathLst>
              <a:path w="587375" h="538163">
                <a:moveTo>
                  <a:pt x="0" y="538163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5" name="select.network.weight1-3-2">
            <a:extLst>
              <a:ext uri="{FF2B5EF4-FFF2-40B4-BE49-F238E27FC236}">
                <a16:creationId xmlns:a16="http://schemas.microsoft.com/office/drawing/2014/main" id="{01A02735-0DB9-4E26-9388-CF53119862E5}"/>
              </a:ext>
            </a:extLst>
          </p:cNvPr>
          <p:cNvSpPr>
            <a:spLocks noGrp="1"/>
          </p:cNvSpPr>
          <p:nvPr/>
        </p:nvSpPr>
        <p:spPr>
          <a:xfrm>
            <a:off x="8159750" y="2472928"/>
            <a:ext cx="587375" cy="269081"/>
          </a:xfrm>
          <a:custGeom>
            <a:avLst/>
            <a:gdLst/>
            <a:ahLst/>
            <a:cxnLst/>
            <a:rect l="0" t="0" r="0" b="0"/>
            <a:pathLst>
              <a:path w="587375" h="269081">
                <a:moveTo>
                  <a:pt x="0" y="26908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6" name="select.network.weight1-3-3">
            <a:extLst>
              <a:ext uri="{FF2B5EF4-FFF2-40B4-BE49-F238E27FC236}">
                <a16:creationId xmlns:a16="http://schemas.microsoft.com/office/drawing/2014/main" id="{38B44025-E0E3-4F3A-9E7B-4F086B9CA741}"/>
              </a:ext>
            </a:extLst>
          </p:cNvPr>
          <p:cNvSpPr>
            <a:spLocks noGrp="1"/>
          </p:cNvSpPr>
          <p:nvPr/>
        </p:nvSpPr>
        <p:spPr>
          <a:xfrm>
            <a:off x="8159750" y="2742009"/>
            <a:ext cx="587375" cy="953"/>
          </a:xfrm>
          <a:custGeom>
            <a:avLst/>
            <a:gdLst/>
            <a:ahLst/>
            <a:cxnLst/>
            <a:rect l="0" t="0" r="0" b="0"/>
            <a:pathLst>
              <a:path w="587375" h="953">
                <a:moveTo>
                  <a:pt x="0" y="0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7" name="select.network.weight2-0-0">
            <a:extLst>
              <a:ext uri="{FF2B5EF4-FFF2-40B4-BE49-F238E27FC236}">
                <a16:creationId xmlns:a16="http://schemas.microsoft.com/office/drawing/2014/main" id="{7645BF77-57A7-4868-B5B4-789303CCBF50}"/>
              </a:ext>
            </a:extLst>
          </p:cNvPr>
          <p:cNvSpPr>
            <a:spLocks noGrp="1"/>
          </p:cNvSpPr>
          <p:nvPr/>
        </p:nvSpPr>
        <p:spPr>
          <a:xfrm>
            <a:off x="8747125" y="1934766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0"/>
                </a:moveTo>
                <a:lnTo>
                  <a:pt x="587375" y="4484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8" name="select.network.weight2-0-1">
            <a:extLst>
              <a:ext uri="{FF2B5EF4-FFF2-40B4-BE49-F238E27FC236}">
                <a16:creationId xmlns:a16="http://schemas.microsoft.com/office/drawing/2014/main" id="{14138D78-7DDB-4BD3-9A25-AC8FD7B61BFB}"/>
              </a:ext>
            </a:extLst>
          </p:cNvPr>
          <p:cNvSpPr>
            <a:spLocks noGrp="1"/>
          </p:cNvSpPr>
          <p:nvPr/>
        </p:nvSpPr>
        <p:spPr>
          <a:xfrm>
            <a:off x="8747125" y="1934766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0"/>
                </a:moveTo>
                <a:lnTo>
                  <a:pt x="587375" y="403622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9" name="select.network.weight2-0-2">
            <a:extLst>
              <a:ext uri="{FF2B5EF4-FFF2-40B4-BE49-F238E27FC236}">
                <a16:creationId xmlns:a16="http://schemas.microsoft.com/office/drawing/2014/main" id="{CD8EE1DA-A09D-450C-80C3-75E4CD2236E7}"/>
              </a:ext>
            </a:extLst>
          </p:cNvPr>
          <p:cNvSpPr>
            <a:spLocks noGrp="1"/>
          </p:cNvSpPr>
          <p:nvPr/>
        </p:nvSpPr>
        <p:spPr>
          <a:xfrm>
            <a:off x="8747125" y="1934766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0"/>
                </a:moveTo>
                <a:lnTo>
                  <a:pt x="587375" y="762397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0" name="select.network.weight2-1-0">
            <a:extLst>
              <a:ext uri="{FF2B5EF4-FFF2-40B4-BE49-F238E27FC236}">
                <a16:creationId xmlns:a16="http://schemas.microsoft.com/office/drawing/2014/main" id="{5D9867FE-3331-49A4-859C-43DC5F1D1858}"/>
              </a:ext>
            </a:extLst>
          </p:cNvPr>
          <p:cNvSpPr>
            <a:spLocks noGrp="1"/>
          </p:cNvSpPr>
          <p:nvPr/>
        </p:nvSpPr>
        <p:spPr>
          <a:xfrm>
            <a:off x="8747125" y="1979613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224234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1" name="select.network.weight2-1-1">
            <a:extLst>
              <a:ext uri="{FF2B5EF4-FFF2-40B4-BE49-F238E27FC236}">
                <a16:creationId xmlns:a16="http://schemas.microsoft.com/office/drawing/2014/main" id="{B4C6A20A-E843-4509-9F27-D88B2473FE43}"/>
              </a:ext>
            </a:extLst>
          </p:cNvPr>
          <p:cNvSpPr>
            <a:spLocks noGrp="1"/>
          </p:cNvSpPr>
          <p:nvPr/>
        </p:nvSpPr>
        <p:spPr>
          <a:xfrm>
            <a:off x="8747125" y="2203847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0"/>
                </a:moveTo>
                <a:lnTo>
                  <a:pt x="587375" y="13454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2" name="select.network.weight2-1-2">
            <a:extLst>
              <a:ext uri="{FF2B5EF4-FFF2-40B4-BE49-F238E27FC236}">
                <a16:creationId xmlns:a16="http://schemas.microsoft.com/office/drawing/2014/main" id="{DC6776BC-420C-4B64-9F58-B659FEFA3D3E}"/>
              </a:ext>
            </a:extLst>
          </p:cNvPr>
          <p:cNvSpPr>
            <a:spLocks noGrp="1"/>
          </p:cNvSpPr>
          <p:nvPr/>
        </p:nvSpPr>
        <p:spPr>
          <a:xfrm>
            <a:off x="8747125" y="2203847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0"/>
                </a:moveTo>
                <a:lnTo>
                  <a:pt x="587375" y="493316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3" name="select.network.weight2-2-0">
            <a:extLst>
              <a:ext uri="{FF2B5EF4-FFF2-40B4-BE49-F238E27FC236}">
                <a16:creationId xmlns:a16="http://schemas.microsoft.com/office/drawing/2014/main" id="{30C4B294-C8A1-4506-B34A-6752019A6FAF}"/>
              </a:ext>
            </a:extLst>
          </p:cNvPr>
          <p:cNvSpPr>
            <a:spLocks noGrp="1"/>
          </p:cNvSpPr>
          <p:nvPr/>
        </p:nvSpPr>
        <p:spPr>
          <a:xfrm>
            <a:off x="8747125" y="1979613"/>
            <a:ext cx="587375" cy="493316"/>
          </a:xfrm>
          <a:custGeom>
            <a:avLst/>
            <a:gdLst/>
            <a:ahLst/>
            <a:cxnLst/>
            <a:rect l="0" t="0" r="0" b="0"/>
            <a:pathLst>
              <a:path w="587375" h="493316">
                <a:moveTo>
                  <a:pt x="0" y="493316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4" name="select.network.weight2-2-1">
            <a:extLst>
              <a:ext uri="{FF2B5EF4-FFF2-40B4-BE49-F238E27FC236}">
                <a16:creationId xmlns:a16="http://schemas.microsoft.com/office/drawing/2014/main" id="{4990B9A5-54EC-4C86-9559-B46B91446BE5}"/>
              </a:ext>
            </a:extLst>
          </p:cNvPr>
          <p:cNvSpPr>
            <a:spLocks noGrp="1"/>
          </p:cNvSpPr>
          <p:nvPr/>
        </p:nvSpPr>
        <p:spPr>
          <a:xfrm>
            <a:off x="8747125" y="2338388"/>
            <a:ext cx="587375" cy="134541"/>
          </a:xfrm>
          <a:custGeom>
            <a:avLst/>
            <a:gdLst/>
            <a:ahLst/>
            <a:cxnLst/>
            <a:rect l="0" t="0" r="0" b="0"/>
            <a:pathLst>
              <a:path w="587375" h="134541">
                <a:moveTo>
                  <a:pt x="0" y="134541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5" name="select.network.weight2-2-2">
            <a:extLst>
              <a:ext uri="{FF2B5EF4-FFF2-40B4-BE49-F238E27FC236}">
                <a16:creationId xmlns:a16="http://schemas.microsoft.com/office/drawing/2014/main" id="{719C5FB4-A14D-4C1A-995C-8A4543FCB9FB}"/>
              </a:ext>
            </a:extLst>
          </p:cNvPr>
          <p:cNvSpPr>
            <a:spLocks noGrp="1"/>
          </p:cNvSpPr>
          <p:nvPr/>
        </p:nvSpPr>
        <p:spPr>
          <a:xfrm>
            <a:off x="8747125" y="2472928"/>
            <a:ext cx="587375" cy="224234"/>
          </a:xfrm>
          <a:custGeom>
            <a:avLst/>
            <a:gdLst/>
            <a:ahLst/>
            <a:cxnLst/>
            <a:rect l="0" t="0" r="0" b="0"/>
            <a:pathLst>
              <a:path w="587375" h="224234">
                <a:moveTo>
                  <a:pt x="0" y="0"/>
                </a:moveTo>
                <a:lnTo>
                  <a:pt x="587375" y="22423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6" name="select.network.weight2-3-0">
            <a:extLst>
              <a:ext uri="{FF2B5EF4-FFF2-40B4-BE49-F238E27FC236}">
                <a16:creationId xmlns:a16="http://schemas.microsoft.com/office/drawing/2014/main" id="{34A24861-7444-47A9-944E-949BD1269815}"/>
              </a:ext>
            </a:extLst>
          </p:cNvPr>
          <p:cNvSpPr>
            <a:spLocks noGrp="1"/>
          </p:cNvSpPr>
          <p:nvPr/>
        </p:nvSpPr>
        <p:spPr>
          <a:xfrm>
            <a:off x="8747125" y="1979613"/>
            <a:ext cx="587375" cy="762397"/>
          </a:xfrm>
          <a:custGeom>
            <a:avLst/>
            <a:gdLst/>
            <a:ahLst/>
            <a:cxnLst/>
            <a:rect l="0" t="0" r="0" b="0"/>
            <a:pathLst>
              <a:path w="587375" h="762397">
                <a:moveTo>
                  <a:pt x="0" y="76239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7" name="select.network.weight2-3-1">
            <a:extLst>
              <a:ext uri="{FF2B5EF4-FFF2-40B4-BE49-F238E27FC236}">
                <a16:creationId xmlns:a16="http://schemas.microsoft.com/office/drawing/2014/main" id="{64C9B41E-7155-44EC-B4DA-B8424B09E26E}"/>
              </a:ext>
            </a:extLst>
          </p:cNvPr>
          <p:cNvSpPr>
            <a:spLocks noGrp="1"/>
          </p:cNvSpPr>
          <p:nvPr/>
        </p:nvSpPr>
        <p:spPr>
          <a:xfrm>
            <a:off x="8747125" y="2338388"/>
            <a:ext cx="587375" cy="403622"/>
          </a:xfrm>
          <a:custGeom>
            <a:avLst/>
            <a:gdLst/>
            <a:ahLst/>
            <a:cxnLst/>
            <a:rect l="0" t="0" r="0" b="0"/>
            <a:pathLst>
              <a:path w="587375" h="403622">
                <a:moveTo>
                  <a:pt x="0" y="403622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8" name="select.network.weight2-3-2">
            <a:extLst>
              <a:ext uri="{FF2B5EF4-FFF2-40B4-BE49-F238E27FC236}">
                <a16:creationId xmlns:a16="http://schemas.microsoft.com/office/drawing/2014/main" id="{AF55ECC3-EB2C-4F40-9874-9DBD1E821922}"/>
              </a:ext>
            </a:extLst>
          </p:cNvPr>
          <p:cNvSpPr>
            <a:spLocks noGrp="1"/>
          </p:cNvSpPr>
          <p:nvPr/>
        </p:nvSpPr>
        <p:spPr>
          <a:xfrm>
            <a:off x="8747125" y="2697163"/>
            <a:ext cx="587375" cy="44847"/>
          </a:xfrm>
          <a:custGeom>
            <a:avLst/>
            <a:gdLst/>
            <a:ahLst/>
            <a:cxnLst/>
            <a:rect l="0" t="0" r="0" b="0"/>
            <a:pathLst>
              <a:path w="587375" h="44847">
                <a:moveTo>
                  <a:pt x="0" y="44847"/>
                </a:moveTo>
                <a:lnTo>
                  <a:pt x="587375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9" name="select.network.unit0-0">
            <a:extLst>
              <a:ext uri="{FF2B5EF4-FFF2-40B4-BE49-F238E27FC236}">
                <a16:creationId xmlns:a16="http://schemas.microsoft.com/office/drawing/2014/main" id="{304D0ED6-3860-4864-93EE-304E505BB071}"/>
              </a:ext>
            </a:extLst>
          </p:cNvPr>
          <p:cNvSpPr>
            <a:spLocks noGrp="1"/>
          </p:cNvSpPr>
          <p:nvPr/>
        </p:nvSpPr>
        <p:spPr>
          <a:xfrm>
            <a:off x="7477125" y="188436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0" name="select.network.unit0-1">
            <a:extLst>
              <a:ext uri="{FF2B5EF4-FFF2-40B4-BE49-F238E27FC236}">
                <a16:creationId xmlns:a16="http://schemas.microsoft.com/office/drawing/2014/main" id="{BD2069EA-3F7F-4403-AAAB-320DD9E1A349}"/>
              </a:ext>
            </a:extLst>
          </p:cNvPr>
          <p:cNvSpPr>
            <a:spLocks noGrp="1"/>
          </p:cNvSpPr>
          <p:nvPr/>
        </p:nvSpPr>
        <p:spPr>
          <a:xfrm>
            <a:off x="7477125" y="2243138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1" name="select.network.unit0-2">
            <a:extLst>
              <a:ext uri="{FF2B5EF4-FFF2-40B4-BE49-F238E27FC236}">
                <a16:creationId xmlns:a16="http://schemas.microsoft.com/office/drawing/2014/main" id="{49A994B1-416E-44A7-AEE0-558BB915C012}"/>
              </a:ext>
            </a:extLst>
          </p:cNvPr>
          <p:cNvSpPr>
            <a:spLocks noGrp="1"/>
          </p:cNvSpPr>
          <p:nvPr/>
        </p:nvSpPr>
        <p:spPr>
          <a:xfrm>
            <a:off x="7477125" y="2601913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2" name="select.network.unit1-0">
            <a:extLst>
              <a:ext uri="{FF2B5EF4-FFF2-40B4-BE49-F238E27FC236}">
                <a16:creationId xmlns:a16="http://schemas.microsoft.com/office/drawing/2014/main" id="{4596C41A-1A6D-492A-85CD-FD3D0CC60E21}"/>
              </a:ext>
            </a:extLst>
          </p:cNvPr>
          <p:cNvSpPr>
            <a:spLocks noGrp="1"/>
          </p:cNvSpPr>
          <p:nvPr/>
        </p:nvSpPr>
        <p:spPr>
          <a:xfrm>
            <a:off x="8064500" y="1839516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3" name="select.network.unit1-1">
            <a:extLst>
              <a:ext uri="{FF2B5EF4-FFF2-40B4-BE49-F238E27FC236}">
                <a16:creationId xmlns:a16="http://schemas.microsoft.com/office/drawing/2014/main" id="{0BFB4FAA-E968-4C92-9C9B-10F08422BF68}"/>
              </a:ext>
            </a:extLst>
          </p:cNvPr>
          <p:cNvSpPr>
            <a:spLocks noGrp="1"/>
          </p:cNvSpPr>
          <p:nvPr/>
        </p:nvSpPr>
        <p:spPr>
          <a:xfrm>
            <a:off x="8064500" y="2108597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4" name="select.network.unit1-2">
            <a:extLst>
              <a:ext uri="{FF2B5EF4-FFF2-40B4-BE49-F238E27FC236}">
                <a16:creationId xmlns:a16="http://schemas.microsoft.com/office/drawing/2014/main" id="{F7F24137-6E9E-4EC1-9BBA-A78CC8CF1DD3}"/>
              </a:ext>
            </a:extLst>
          </p:cNvPr>
          <p:cNvSpPr>
            <a:spLocks noGrp="1"/>
          </p:cNvSpPr>
          <p:nvPr/>
        </p:nvSpPr>
        <p:spPr>
          <a:xfrm>
            <a:off x="8064500" y="2377678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5" name="select.network.unit1-3">
            <a:extLst>
              <a:ext uri="{FF2B5EF4-FFF2-40B4-BE49-F238E27FC236}">
                <a16:creationId xmlns:a16="http://schemas.microsoft.com/office/drawing/2014/main" id="{CE38908F-22FC-4ADD-BE29-679F08E5A865}"/>
              </a:ext>
            </a:extLst>
          </p:cNvPr>
          <p:cNvSpPr>
            <a:spLocks noGrp="1"/>
          </p:cNvSpPr>
          <p:nvPr/>
        </p:nvSpPr>
        <p:spPr>
          <a:xfrm>
            <a:off x="8064500" y="2646759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6" name="select.network.unit2-0">
            <a:extLst>
              <a:ext uri="{FF2B5EF4-FFF2-40B4-BE49-F238E27FC236}">
                <a16:creationId xmlns:a16="http://schemas.microsoft.com/office/drawing/2014/main" id="{12F6582F-B59A-4FEF-80CF-79FCE20DDDB7}"/>
              </a:ext>
            </a:extLst>
          </p:cNvPr>
          <p:cNvSpPr>
            <a:spLocks noGrp="1"/>
          </p:cNvSpPr>
          <p:nvPr/>
        </p:nvSpPr>
        <p:spPr>
          <a:xfrm>
            <a:off x="8651875" y="1839516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7" name="select.network.unit2-1">
            <a:extLst>
              <a:ext uri="{FF2B5EF4-FFF2-40B4-BE49-F238E27FC236}">
                <a16:creationId xmlns:a16="http://schemas.microsoft.com/office/drawing/2014/main" id="{2189DA58-5FEC-468D-9458-16134363C735}"/>
              </a:ext>
            </a:extLst>
          </p:cNvPr>
          <p:cNvSpPr>
            <a:spLocks noGrp="1"/>
          </p:cNvSpPr>
          <p:nvPr/>
        </p:nvSpPr>
        <p:spPr>
          <a:xfrm>
            <a:off x="8651875" y="2108597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8" name="select.network.unit2-2">
            <a:extLst>
              <a:ext uri="{FF2B5EF4-FFF2-40B4-BE49-F238E27FC236}">
                <a16:creationId xmlns:a16="http://schemas.microsoft.com/office/drawing/2014/main" id="{AA775292-4B37-4EA4-A2A5-EDC09B1FDA8C}"/>
              </a:ext>
            </a:extLst>
          </p:cNvPr>
          <p:cNvSpPr>
            <a:spLocks noGrp="1"/>
          </p:cNvSpPr>
          <p:nvPr/>
        </p:nvSpPr>
        <p:spPr>
          <a:xfrm>
            <a:off x="8651875" y="2377678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79" name="select.network.unit2-3">
            <a:extLst>
              <a:ext uri="{FF2B5EF4-FFF2-40B4-BE49-F238E27FC236}">
                <a16:creationId xmlns:a16="http://schemas.microsoft.com/office/drawing/2014/main" id="{3A323CB9-2C44-4424-81CA-5173BF9F18F5}"/>
              </a:ext>
            </a:extLst>
          </p:cNvPr>
          <p:cNvSpPr>
            <a:spLocks noGrp="1"/>
          </p:cNvSpPr>
          <p:nvPr/>
        </p:nvSpPr>
        <p:spPr>
          <a:xfrm>
            <a:off x="8651875" y="2646759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80" name="select.network.unit3-0">
            <a:extLst>
              <a:ext uri="{FF2B5EF4-FFF2-40B4-BE49-F238E27FC236}">
                <a16:creationId xmlns:a16="http://schemas.microsoft.com/office/drawing/2014/main" id="{498853C7-F516-437D-A47B-29C4221B00DE}"/>
              </a:ext>
            </a:extLst>
          </p:cNvPr>
          <p:cNvSpPr>
            <a:spLocks noGrp="1"/>
          </p:cNvSpPr>
          <p:nvPr/>
        </p:nvSpPr>
        <p:spPr>
          <a:xfrm>
            <a:off x="9239250" y="188436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1" name="select.network.unit3-1">
            <a:extLst>
              <a:ext uri="{FF2B5EF4-FFF2-40B4-BE49-F238E27FC236}">
                <a16:creationId xmlns:a16="http://schemas.microsoft.com/office/drawing/2014/main" id="{D21A9B6B-99C6-47C6-A10F-FC138A79A0D8}"/>
              </a:ext>
            </a:extLst>
          </p:cNvPr>
          <p:cNvSpPr>
            <a:spLocks noGrp="1"/>
          </p:cNvSpPr>
          <p:nvPr/>
        </p:nvSpPr>
        <p:spPr>
          <a:xfrm>
            <a:off x="9239250" y="2243138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2" name="select.network.unit3-2">
            <a:extLst>
              <a:ext uri="{FF2B5EF4-FFF2-40B4-BE49-F238E27FC236}">
                <a16:creationId xmlns:a16="http://schemas.microsoft.com/office/drawing/2014/main" id="{3CB1E25F-98F9-4B05-89E1-F787E56B896A}"/>
              </a:ext>
            </a:extLst>
          </p:cNvPr>
          <p:cNvSpPr>
            <a:spLocks noGrp="1"/>
          </p:cNvSpPr>
          <p:nvPr/>
        </p:nvSpPr>
        <p:spPr>
          <a:xfrm>
            <a:off x="9239250" y="2601913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83" name="select.network-title">
            <a:extLst>
              <a:ext uri="{FF2B5EF4-FFF2-40B4-BE49-F238E27FC236}">
                <a16:creationId xmlns:a16="http://schemas.microsoft.com/office/drawing/2014/main" id="{6269050A-F4AF-4B47-91D1-5FAC1EF0FE26}"/>
              </a:ext>
            </a:extLst>
          </p:cNvPr>
          <p:cNvSpPr>
            <a:spLocks noGrp="1"/>
          </p:cNvSpPr>
          <p:nvPr/>
        </p:nvSpPr>
        <p:spPr>
          <a:xfrm>
            <a:off x="7467600" y="1333500"/>
            <a:ext cx="1990725" cy="31432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候选评价</a:t>
            </a:r>
          </a:p>
        </p:txBody>
      </p:sp>
      <p:sp>
        <p:nvSpPr>
          <p:cNvPr id="84" name="select.network-note">
            <a:extLst>
              <a:ext uri="{FF2B5EF4-FFF2-40B4-BE49-F238E27FC236}">
                <a16:creationId xmlns:a16="http://schemas.microsoft.com/office/drawing/2014/main" id="{28E57C5A-82D9-490A-A06C-FF27F43D4D13}"/>
              </a:ext>
            </a:extLst>
          </p:cNvPr>
          <p:cNvSpPr>
            <a:spLocks noGrp="1"/>
          </p:cNvSpPr>
          <p:nvPr/>
        </p:nvSpPr>
        <p:spPr>
          <a:xfrm>
            <a:off x="7429500" y="3067050"/>
            <a:ext cx="209550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已训练模型</a:t>
            </a:r>
          </a:p>
        </p:txBody>
      </p:sp>
      <p:sp>
        <p:nvSpPr>
          <p:cNvPr id="85" name="select.to-choice">
            <a:extLst>
              <a:ext uri="{FF2B5EF4-FFF2-40B4-BE49-F238E27FC236}">
                <a16:creationId xmlns:a16="http://schemas.microsoft.com/office/drawing/2014/main" id="{E63E168E-C57E-4D7D-B586-313F8E6F047D}"/>
              </a:ext>
            </a:extLst>
          </p:cNvPr>
          <p:cNvSpPr>
            <a:spLocks noGrp="1"/>
          </p:cNvSpPr>
          <p:nvPr/>
        </p:nvSpPr>
        <p:spPr>
          <a:xfrm>
            <a:off x="9563100" y="2247900"/>
            <a:ext cx="3048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6" name="select.choice">
            <a:extLst>
              <a:ext uri="{FF2B5EF4-FFF2-40B4-BE49-F238E27FC236}">
                <a16:creationId xmlns:a16="http://schemas.microsoft.com/office/drawing/2014/main" id="{C320D3E3-85E2-490C-9596-46F14BFDF8F1}"/>
              </a:ext>
            </a:extLst>
          </p:cNvPr>
          <p:cNvSpPr>
            <a:spLocks noGrp="1"/>
          </p:cNvSpPr>
          <p:nvPr/>
        </p:nvSpPr>
        <p:spPr>
          <a:xfrm>
            <a:off x="10010775" y="1704975"/>
            <a:ext cx="1952625" cy="16573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87" name="select.choice-title">
            <a:extLst>
              <a:ext uri="{FF2B5EF4-FFF2-40B4-BE49-F238E27FC236}">
                <a16:creationId xmlns:a16="http://schemas.microsoft.com/office/drawing/2014/main" id="{AED51079-F3D2-483F-A678-11A5B9BAF2F6}"/>
              </a:ext>
            </a:extLst>
          </p:cNvPr>
          <p:cNvSpPr>
            <a:spLocks noGrp="1"/>
          </p:cNvSpPr>
          <p:nvPr/>
        </p:nvSpPr>
        <p:spPr>
          <a:xfrm>
            <a:off x="10106025" y="1847850"/>
            <a:ext cx="1762125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选择偏移</a:t>
            </a:r>
          </a:p>
        </p:txBody>
      </p:sp>
      <p:sp>
        <p:nvSpPr>
          <p:cNvPr id="88" name="select.rule">
            <a:extLst>
              <a:ext uri="{FF2B5EF4-FFF2-40B4-BE49-F238E27FC236}">
                <a16:creationId xmlns:a16="http://schemas.microsoft.com/office/drawing/2014/main" id="{0982AA03-933E-46A0-906A-7EA4A41FB9EC}"/>
              </a:ext>
            </a:extLst>
          </p:cNvPr>
          <p:cNvSpPr>
            <a:spLocks noGrp="1"/>
          </p:cNvSpPr>
          <p:nvPr/>
        </p:nvSpPr>
        <p:spPr>
          <a:xfrm>
            <a:off x="5429250" y="3629025"/>
            <a:ext cx="6286500" cy="35242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根据预测误差选择偏移</a:t>
            </a:r>
          </a:p>
        </p:txBody>
      </p:sp>
      <p:sp>
        <p:nvSpPr>
          <p:cNvPr id="89" name="flow.select-to-mdm">
            <a:extLst>
              <a:ext uri="{FF2B5EF4-FFF2-40B4-BE49-F238E27FC236}">
                <a16:creationId xmlns:a16="http://schemas.microsoft.com/office/drawing/2014/main" id="{8E04ECB5-5F44-42B7-B38D-EA7199AE01D4}"/>
              </a:ext>
            </a:extLst>
          </p:cNvPr>
          <p:cNvSpPr>
            <a:spLocks noGrp="1"/>
          </p:cNvSpPr>
          <p:nvPr/>
        </p:nvSpPr>
        <p:spPr>
          <a:xfrm>
            <a:off x="12372975" y="224790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90" name="flow.delta-label">
            <a:extLst>
              <a:ext uri="{FF2B5EF4-FFF2-40B4-BE49-F238E27FC236}">
                <a16:creationId xmlns:a16="http://schemas.microsoft.com/office/drawing/2014/main" id="{A6A2C706-C0D9-487E-87E3-03E73005C1FD}"/>
              </a:ext>
            </a:extLst>
          </p:cNvPr>
          <p:cNvSpPr>
            <a:spLocks noGrp="1"/>
          </p:cNvSpPr>
          <p:nvPr/>
        </p:nvSpPr>
        <p:spPr>
          <a:xfrm>
            <a:off x="12201525" y="1857375"/>
            <a:ext cx="828675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所选偏移</a:t>
            </a:r>
          </a:p>
        </p:txBody>
      </p:sp>
      <p:sp>
        <p:nvSpPr>
          <p:cNvPr id="91" name="mdm.boundary">
            <a:extLst>
              <a:ext uri="{FF2B5EF4-FFF2-40B4-BE49-F238E27FC236}">
                <a16:creationId xmlns:a16="http://schemas.microsoft.com/office/drawing/2014/main" id="{FEAA55F1-9DD7-4BF7-86B7-97CFBF7CB954}"/>
              </a:ext>
            </a:extLst>
          </p:cNvPr>
          <p:cNvSpPr>
            <a:spLocks noGrp="1"/>
          </p:cNvSpPr>
          <p:nvPr/>
        </p:nvSpPr>
        <p:spPr>
          <a:xfrm>
            <a:off x="13049250" y="361950"/>
            <a:ext cx="4381500" cy="398145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92" name="mdm.header">
            <a:extLst>
              <a:ext uri="{FF2B5EF4-FFF2-40B4-BE49-F238E27FC236}">
                <a16:creationId xmlns:a16="http://schemas.microsoft.com/office/drawing/2014/main" id="{97CEE224-143E-4716-BD60-038938F6F326}"/>
              </a:ext>
            </a:extLst>
          </p:cNvPr>
          <p:cNvSpPr>
            <a:spLocks noGrp="1"/>
          </p:cNvSpPr>
          <p:nvPr/>
        </p:nvSpPr>
        <p:spPr>
          <a:xfrm>
            <a:off x="13049250" y="361950"/>
            <a:ext cx="438150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93" name="mdm.title">
            <a:extLst>
              <a:ext uri="{FF2B5EF4-FFF2-40B4-BE49-F238E27FC236}">
                <a16:creationId xmlns:a16="http://schemas.microsoft.com/office/drawing/2014/main" id="{6592220A-6D34-463E-829B-38F44D925FE2}"/>
              </a:ext>
            </a:extLst>
          </p:cNvPr>
          <p:cNvSpPr>
            <a:spLocks noGrp="1"/>
          </p:cNvSpPr>
          <p:nvPr/>
        </p:nvSpPr>
        <p:spPr>
          <a:xfrm>
            <a:off x="13144500" y="381000"/>
            <a:ext cx="4191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MDM估计</a:t>
            </a:r>
          </a:p>
        </p:txBody>
      </p:sp>
      <p:sp>
        <p:nvSpPr>
          <p:cNvPr id="94" name="mdm.location-bg">
            <a:extLst>
              <a:ext uri="{FF2B5EF4-FFF2-40B4-BE49-F238E27FC236}">
                <a16:creationId xmlns:a16="http://schemas.microsoft.com/office/drawing/2014/main" id="{AC091FD7-0D71-49C7-ACA5-0830062A9E9E}"/>
              </a:ext>
            </a:extLst>
          </p:cNvPr>
          <p:cNvSpPr>
            <a:spLocks noGrp="1"/>
          </p:cNvSpPr>
          <p:nvPr/>
        </p:nvSpPr>
        <p:spPr>
          <a:xfrm>
            <a:off x="13525500" y="1276350"/>
            <a:ext cx="3429000" cy="628650"/>
          </a:xfrm>
          <a:prstGeom prst="rect">
            <a:avLst/>
          </a:prstGeom>
          <a:solidFill>
            <a:srgbClr val="F3F7EB"/>
          </a:solidFill>
          <a:ln w="12383">
            <a:noFill/>
            <a:prstDash val="solid"/>
          </a:ln>
        </p:spPr>
      </p:sp>
      <p:sp>
        <p:nvSpPr>
          <p:cNvPr id="95" name="mdm.location">
            <a:extLst>
              <a:ext uri="{FF2B5EF4-FFF2-40B4-BE49-F238E27FC236}">
                <a16:creationId xmlns:a16="http://schemas.microsoft.com/office/drawing/2014/main" id="{BD2C02A3-9056-4D95-9B60-7B8CA241C12A}"/>
              </a:ext>
            </a:extLst>
          </p:cNvPr>
          <p:cNvSpPr>
            <a:spLocks noGrp="1"/>
          </p:cNvSpPr>
          <p:nvPr/>
        </p:nvSpPr>
        <p:spPr>
          <a:xfrm>
            <a:off x="13620750" y="1390650"/>
            <a:ext cx="3238500" cy="3810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按所选偏移求解位置参数</a:t>
            </a:r>
          </a:p>
        </p:txBody>
      </p:sp>
      <p:sp>
        <p:nvSpPr>
          <p:cNvPr id="96" name="mdm.to-beta">
            <a:extLst>
              <a:ext uri="{FF2B5EF4-FFF2-40B4-BE49-F238E27FC236}">
                <a16:creationId xmlns:a16="http://schemas.microsoft.com/office/drawing/2014/main" id="{3DC598D2-03DA-4362-BC68-DCF9A9F22C81}"/>
              </a:ext>
            </a:extLst>
          </p:cNvPr>
          <p:cNvSpPr>
            <a:spLocks noGrp="1"/>
          </p:cNvSpPr>
          <p:nvPr/>
        </p:nvSpPr>
        <p:spPr>
          <a:xfrm>
            <a:off x="15240000" y="1990725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97" name="mdm.to-beta.head">
            <a:extLst>
              <a:ext uri="{FF2B5EF4-FFF2-40B4-BE49-F238E27FC236}">
                <a16:creationId xmlns:a16="http://schemas.microsoft.com/office/drawing/2014/main" id="{2FF8CC48-378A-4C83-9623-7753CA1EA2BE}"/>
              </a:ext>
            </a:extLst>
          </p:cNvPr>
          <p:cNvSpPr>
            <a:spLocks noGrp="1"/>
          </p:cNvSpPr>
          <p:nvPr/>
        </p:nvSpPr>
        <p:spPr>
          <a:xfrm>
            <a:off x="15198570" y="214308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98" name="mdm.beta-bg">
            <a:extLst>
              <a:ext uri="{FF2B5EF4-FFF2-40B4-BE49-F238E27FC236}">
                <a16:creationId xmlns:a16="http://schemas.microsoft.com/office/drawing/2014/main" id="{0E4DEB06-46CD-4A89-BBEA-E54F81C32259}"/>
              </a:ext>
            </a:extLst>
          </p:cNvPr>
          <p:cNvSpPr>
            <a:spLocks noGrp="1"/>
          </p:cNvSpPr>
          <p:nvPr/>
        </p:nvSpPr>
        <p:spPr>
          <a:xfrm>
            <a:off x="13525500" y="2343150"/>
            <a:ext cx="3429000" cy="552450"/>
          </a:xfrm>
          <a:prstGeom prst="rect">
            <a:avLst/>
          </a:prstGeom>
          <a:solidFill>
            <a:srgbClr val="F3F7EB"/>
          </a:solidFill>
          <a:ln w="12383">
            <a:noFill/>
            <a:prstDash val="solid"/>
          </a:ln>
        </p:spPr>
      </p:sp>
      <p:sp>
        <p:nvSpPr>
          <p:cNvPr id="99" name="mdm.beta">
            <a:extLst>
              <a:ext uri="{FF2B5EF4-FFF2-40B4-BE49-F238E27FC236}">
                <a16:creationId xmlns:a16="http://schemas.microsoft.com/office/drawing/2014/main" id="{3655DF22-80F4-405E-B6A4-7232E0298081}"/>
              </a:ext>
            </a:extLst>
          </p:cNvPr>
          <p:cNvSpPr>
            <a:spLocks noGrp="1"/>
          </p:cNvSpPr>
          <p:nvPr/>
        </p:nvSpPr>
        <p:spPr>
          <a:xfrm>
            <a:off x="13620750" y="2438400"/>
            <a:ext cx="32385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回代求解形状参数</a:t>
            </a:r>
          </a:p>
        </p:txBody>
      </p:sp>
      <p:sp>
        <p:nvSpPr>
          <p:cNvPr id="100" name="mdm.to-eta">
            <a:extLst>
              <a:ext uri="{FF2B5EF4-FFF2-40B4-BE49-F238E27FC236}">
                <a16:creationId xmlns:a16="http://schemas.microsoft.com/office/drawing/2014/main" id="{862907C9-CFF5-4093-B935-26ACF1BEF777}"/>
              </a:ext>
            </a:extLst>
          </p:cNvPr>
          <p:cNvSpPr>
            <a:spLocks noGrp="1"/>
          </p:cNvSpPr>
          <p:nvPr/>
        </p:nvSpPr>
        <p:spPr>
          <a:xfrm>
            <a:off x="15240000" y="2971800"/>
            <a:ext cx="953" cy="238125"/>
          </a:xfrm>
          <a:custGeom>
            <a:avLst/>
            <a:gdLst/>
            <a:ahLst/>
            <a:cxnLst/>
            <a:rect l="0" t="0" r="0" b="0"/>
            <a:pathLst>
              <a:path w="953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01" name="mdm.to-eta.head">
            <a:extLst>
              <a:ext uri="{FF2B5EF4-FFF2-40B4-BE49-F238E27FC236}">
                <a16:creationId xmlns:a16="http://schemas.microsoft.com/office/drawing/2014/main" id="{81FCA1D5-D178-4C2B-BC3E-D18EF07DF11C}"/>
              </a:ext>
            </a:extLst>
          </p:cNvPr>
          <p:cNvSpPr>
            <a:spLocks noGrp="1"/>
          </p:cNvSpPr>
          <p:nvPr/>
        </p:nvSpPr>
        <p:spPr>
          <a:xfrm>
            <a:off x="15198570" y="312415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102" name="mdm.eta-bg">
            <a:extLst>
              <a:ext uri="{FF2B5EF4-FFF2-40B4-BE49-F238E27FC236}">
                <a16:creationId xmlns:a16="http://schemas.microsoft.com/office/drawing/2014/main" id="{2A70D27A-F372-4FA2-9221-6D3944FA558C}"/>
              </a:ext>
            </a:extLst>
          </p:cNvPr>
          <p:cNvSpPr>
            <a:spLocks noGrp="1"/>
          </p:cNvSpPr>
          <p:nvPr/>
        </p:nvSpPr>
        <p:spPr>
          <a:xfrm>
            <a:off x="13525500" y="3314700"/>
            <a:ext cx="3429000" cy="609600"/>
          </a:xfrm>
          <a:prstGeom prst="rect">
            <a:avLst/>
          </a:prstGeom>
          <a:solidFill>
            <a:srgbClr val="F3F7EB"/>
          </a:solidFill>
          <a:ln w="12383">
            <a:noFill/>
            <a:prstDash val="solid"/>
          </a:ln>
        </p:spPr>
      </p:sp>
      <p:sp>
        <p:nvSpPr>
          <p:cNvPr id="103" name="mdm.eta">
            <a:extLst>
              <a:ext uri="{FF2B5EF4-FFF2-40B4-BE49-F238E27FC236}">
                <a16:creationId xmlns:a16="http://schemas.microsoft.com/office/drawing/2014/main" id="{9E66CB4E-458C-4E1F-A8D5-0FFCDCA3BC94}"/>
              </a:ext>
            </a:extLst>
          </p:cNvPr>
          <p:cNvSpPr>
            <a:spLocks noGrp="1"/>
          </p:cNvSpPr>
          <p:nvPr/>
        </p:nvSpPr>
        <p:spPr>
          <a:xfrm>
            <a:off x="13601700" y="3438525"/>
            <a:ext cx="32766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伪尺度取均值，得到尺度参数</a:t>
            </a:r>
          </a:p>
        </p:txBody>
      </p:sp>
      <p:sp>
        <p:nvSpPr>
          <p:cNvPr id="104" name="flow.mdm-to-output">
            <a:extLst>
              <a:ext uri="{FF2B5EF4-FFF2-40B4-BE49-F238E27FC236}">
                <a16:creationId xmlns:a16="http://schemas.microsoft.com/office/drawing/2014/main" id="{A5D0BA1C-3481-488C-9C81-A25CD18ED93B}"/>
              </a:ext>
            </a:extLst>
          </p:cNvPr>
          <p:cNvSpPr>
            <a:spLocks noGrp="1"/>
          </p:cNvSpPr>
          <p:nvPr/>
        </p:nvSpPr>
        <p:spPr>
          <a:xfrm>
            <a:off x="17611725" y="224790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05" name="output.boundary">
            <a:extLst>
              <a:ext uri="{FF2B5EF4-FFF2-40B4-BE49-F238E27FC236}">
                <a16:creationId xmlns:a16="http://schemas.microsoft.com/office/drawing/2014/main" id="{C5C06B58-D6F1-40A3-B219-CA75EE03B76B}"/>
              </a:ext>
            </a:extLst>
          </p:cNvPr>
          <p:cNvSpPr>
            <a:spLocks noGrp="1"/>
          </p:cNvSpPr>
          <p:nvPr/>
        </p:nvSpPr>
        <p:spPr>
          <a:xfrm>
            <a:off x="18288000" y="361950"/>
            <a:ext cx="3619500" cy="398145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06" name="output.header">
            <a:extLst>
              <a:ext uri="{FF2B5EF4-FFF2-40B4-BE49-F238E27FC236}">
                <a16:creationId xmlns:a16="http://schemas.microsoft.com/office/drawing/2014/main" id="{BBCE3D39-FC8A-48A9-9DA4-1EA0B560BFF5}"/>
              </a:ext>
            </a:extLst>
          </p:cNvPr>
          <p:cNvSpPr>
            <a:spLocks noGrp="1"/>
          </p:cNvSpPr>
          <p:nvPr/>
        </p:nvSpPr>
        <p:spPr>
          <a:xfrm>
            <a:off x="18288000" y="361950"/>
            <a:ext cx="3619500" cy="4000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107" name="output.title">
            <a:extLst>
              <a:ext uri="{FF2B5EF4-FFF2-40B4-BE49-F238E27FC236}">
                <a16:creationId xmlns:a16="http://schemas.microsoft.com/office/drawing/2014/main" id="{4539A442-399D-4DB4-8BF4-88D918DE1EB2}"/>
              </a:ext>
            </a:extLst>
          </p:cNvPr>
          <p:cNvSpPr>
            <a:spLocks noGrp="1"/>
          </p:cNvSpPr>
          <p:nvPr/>
        </p:nvSpPr>
        <p:spPr>
          <a:xfrm>
            <a:off x="18383250" y="381000"/>
            <a:ext cx="3429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参数输出</a:t>
            </a:r>
          </a:p>
        </p:txBody>
      </p:sp>
      <p:sp>
        <p:nvSpPr>
          <p:cNvPr id="108" name="output.label">
            <a:extLst>
              <a:ext uri="{FF2B5EF4-FFF2-40B4-BE49-F238E27FC236}">
                <a16:creationId xmlns:a16="http://schemas.microsoft.com/office/drawing/2014/main" id="{2EBF7CE2-380F-4733-8DB3-1230C237BC70}"/>
              </a:ext>
            </a:extLst>
          </p:cNvPr>
          <p:cNvSpPr>
            <a:spLocks noGrp="1"/>
          </p:cNvSpPr>
          <p:nvPr/>
        </p:nvSpPr>
        <p:spPr>
          <a:xfrm>
            <a:off x="18430875" y="1466850"/>
            <a:ext cx="3333750" cy="4000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AMDM三参数估计</a:t>
            </a:r>
          </a:p>
        </p:txBody>
      </p:sp>
      <p:sp>
        <p:nvSpPr>
          <p:cNvPr id="109" name="output.meaning">
            <a:extLst>
              <a:ext uri="{FF2B5EF4-FFF2-40B4-BE49-F238E27FC236}">
                <a16:creationId xmlns:a16="http://schemas.microsoft.com/office/drawing/2014/main" id="{3667A4BE-25AC-4589-8730-689D217B3677}"/>
              </a:ext>
            </a:extLst>
          </p:cNvPr>
          <p:cNvSpPr>
            <a:spLocks noGrp="1"/>
          </p:cNvSpPr>
          <p:nvPr/>
        </p:nvSpPr>
        <p:spPr>
          <a:xfrm>
            <a:off x="18497550" y="3438525"/>
            <a:ext cx="32004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 · 尺度 · 位置</a:t>
            </a:r>
          </a:p>
        </p:txBody>
      </p:sp>
      <p:sp>
        <p:nvSpPr>
          <p:cNvPr id="110" name="flow.raw-sample">
            <a:extLst>
              <a:ext uri="{FF2B5EF4-FFF2-40B4-BE49-F238E27FC236}">
                <a16:creationId xmlns:a16="http://schemas.microsoft.com/office/drawing/2014/main" id="{FA0502D7-2E79-4D81-B93F-6D53E113CCE0}"/>
              </a:ext>
            </a:extLst>
          </p:cNvPr>
          <p:cNvSpPr>
            <a:spLocks noGrp="1"/>
          </p:cNvSpPr>
          <p:nvPr/>
        </p:nvSpPr>
        <p:spPr>
          <a:xfrm>
            <a:off x="2238375" y="4343400"/>
            <a:ext cx="13001625" cy="609600"/>
          </a:xfrm>
          <a:custGeom>
            <a:avLst/>
            <a:gdLst/>
            <a:ahLst/>
            <a:cxnLst/>
            <a:rect l="0" t="0" r="0" b="0"/>
            <a:pathLst>
              <a:path w="13001625" h="609600">
                <a:moveTo>
                  <a:pt x="0" y="0"/>
                </a:moveTo>
                <a:lnTo>
                  <a:pt x="0" y="609600"/>
                </a:lnTo>
                <a:lnTo>
                  <a:pt x="13001625" y="609600"/>
                </a:lnTo>
                <a:lnTo>
                  <a:pt x="13001625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11" name="flow.raw-sample.head">
            <a:extLst>
              <a:ext uri="{FF2B5EF4-FFF2-40B4-BE49-F238E27FC236}">
                <a16:creationId xmlns:a16="http://schemas.microsoft.com/office/drawing/2014/main" id="{511CEAAE-4B25-41A9-A601-0B965F272688}"/>
              </a:ext>
            </a:extLst>
          </p:cNvPr>
          <p:cNvSpPr>
            <a:spLocks noGrp="1"/>
          </p:cNvSpPr>
          <p:nvPr/>
        </p:nvSpPr>
        <p:spPr>
          <a:xfrm>
            <a:off x="15198570" y="4343400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12" name="flow.raw-label-bg">
            <a:extLst>
              <a:ext uri="{FF2B5EF4-FFF2-40B4-BE49-F238E27FC236}">
                <a16:creationId xmlns:a16="http://schemas.microsoft.com/office/drawing/2014/main" id="{FC452B70-0F2C-443A-B240-F409EAB40C6F}"/>
              </a:ext>
            </a:extLst>
          </p:cNvPr>
          <p:cNvSpPr>
            <a:spLocks noGrp="1"/>
          </p:cNvSpPr>
          <p:nvPr/>
        </p:nvSpPr>
        <p:spPr>
          <a:xfrm>
            <a:off x="7629525" y="4743450"/>
            <a:ext cx="2286000" cy="409575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113" name="flow.raw-label">
            <a:extLst>
              <a:ext uri="{FF2B5EF4-FFF2-40B4-BE49-F238E27FC236}">
                <a16:creationId xmlns:a16="http://schemas.microsoft.com/office/drawing/2014/main" id="{2A5F6525-4D83-40FB-9913-9D47F9D84603}"/>
              </a:ext>
            </a:extLst>
          </p:cNvPr>
          <p:cNvSpPr>
            <a:spLocks noGrp="1"/>
          </p:cNvSpPr>
          <p:nvPr/>
        </p:nvSpPr>
        <p:spPr>
          <a:xfrm>
            <a:off x="7648575" y="4762500"/>
            <a:ext cx="2247900" cy="3714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原始寿命样本</a:t>
            </a:r>
          </a:p>
        </p:txBody>
      </p:sp>
      <p:graphicFrame>
        <p:nvGraphicFramePr>
          <p:cNvPr id="115" name="MathType.sample.vector">
            <a:extLst>
              <a:ext uri="{FF2B5EF4-FFF2-40B4-BE49-F238E27FC236}">
                <a16:creationId xmlns:a16="http://schemas.microsoft.com/office/drawing/2014/main" id="{6903EF59-951C-1374-5BC3-C7A4644E3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836889"/>
              </p:ext>
            </p:extLst>
          </p:nvPr>
        </p:nvGraphicFramePr>
        <p:xfrm>
          <a:off x="1271588" y="2293937"/>
          <a:ext cx="1933575" cy="460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253800" progId="Equation.DSMT4">
                  <p:embed/>
                </p:oleObj>
              </mc:Choice>
              <mc:Fallback>
                <p:oleObj name="Equation" r:id="rId3" imgW="1066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1588" y="2293937"/>
                        <a:ext cx="1933575" cy="460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MathType.select.delta">
            <a:extLst>
              <a:ext uri="{FF2B5EF4-FFF2-40B4-BE49-F238E27FC236}">
                <a16:creationId xmlns:a16="http://schemas.microsoft.com/office/drawing/2014/main" id="{1B2EE8C4-64A4-C5EA-B1C2-4944148A2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546178"/>
              </p:ext>
            </p:extLst>
          </p:nvPr>
        </p:nvGraphicFramePr>
        <p:xfrm>
          <a:off x="10607278" y="2462212"/>
          <a:ext cx="759619" cy="523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280" imgH="253800" progId="Equation.DSMT4">
                  <p:embed/>
                </p:oleObj>
              </mc:Choice>
              <mc:Fallback>
                <p:oleObj name="Equation" r:id="rId5" imgW="368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07278" y="2462212"/>
                        <a:ext cx="759619" cy="523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MathType.output.parameters">
            <a:extLst>
              <a:ext uri="{FF2B5EF4-FFF2-40B4-BE49-F238E27FC236}">
                <a16:creationId xmlns:a16="http://schemas.microsoft.com/office/drawing/2014/main" id="{9B2EAE78-AD9E-3D27-77DA-94D3A0F2BE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54435"/>
              </p:ext>
            </p:extLst>
          </p:nvPr>
        </p:nvGraphicFramePr>
        <p:xfrm>
          <a:off x="19447669" y="2311002"/>
          <a:ext cx="1300163" cy="588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33160" imgH="241200" progId="Equation.DSMT4">
                  <p:embed/>
                </p:oleObj>
              </mc:Choice>
              <mc:Fallback>
                <p:oleObj name="Equation" r:id="rId7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447669" y="2311002"/>
                        <a:ext cx="1300163" cy="588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87296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DocSecurity>0</DocSecurity>
  <PresentationFormat>自定义</PresentationFormat>
  <Paragraphs>20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2026-09-23T06:37:33Z</dcterms:created>
  <dcterms:modified xsi:type="dcterms:W3CDTF">2026-09-23T06:37:38Z</dcterms:modified>
</cp:coreProperties>
</file>